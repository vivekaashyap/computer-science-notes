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9" r:id="rId4"/>
    <p:sldId id="258" r:id="rId5"/>
    <p:sldId id="30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6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IPA Symbols for Received Pronunciation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</a:rPr>
              <a:t>Vowels</a:t>
            </a:r>
            <a:r>
              <a:rPr lang="en-IN" dirty="0">
                <a:solidFill>
                  <a:srgbClr val="7030A0"/>
                </a:solidFill>
              </a:rPr>
              <a:t> </a:t>
            </a:r>
            <a:r>
              <a:rPr dirty="0">
                <a:solidFill>
                  <a:srgbClr val="7030A0"/>
                </a:solidFill>
              </a:rPr>
              <a:t>and Consonants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IPA?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International Phonetic Alphabet</a:t>
            </a:r>
          </a:p>
          <a:p>
            <a:pPr marL="0" indent="0">
              <a:buNone/>
            </a:pPr>
            <a:r>
              <a:rPr dirty="0"/>
              <a:t>• Standard system to represent sounds of English</a:t>
            </a:r>
          </a:p>
          <a:p>
            <a:pPr marL="0" indent="0">
              <a:buNone/>
            </a:pPr>
            <a:r>
              <a:rPr dirty="0"/>
              <a:t>• Helps learners pronounce words accurately</a:t>
            </a:r>
          </a:p>
          <a:p>
            <a:pPr marL="0" indent="0">
              <a:buNone/>
            </a:pPr>
            <a:r>
              <a:rPr dirty="0"/>
              <a:t>• Used in dictionaries and language teaching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5CEF-490F-69E5-B943-5704FF1D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Phonemes in the IPA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BFB2C-175E-7274-30B2-D260E94D7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12 Monophthongs (One-vowel Sounds)</a:t>
            </a:r>
          </a:p>
          <a:p>
            <a:r>
              <a:rPr lang="en-IN" dirty="0"/>
              <a:t>8 Diphthongs (Two-vowel Sounds)</a:t>
            </a:r>
          </a:p>
          <a:p>
            <a:r>
              <a:rPr lang="en-IN" dirty="0"/>
              <a:t>24 Consonant Sounds</a:t>
            </a:r>
          </a:p>
          <a:p>
            <a:endParaRPr lang="en-IN" dirty="0"/>
          </a:p>
          <a:p>
            <a:r>
              <a:rPr lang="en-IN" dirty="0"/>
              <a:t>Total: 44 IPA Symbols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598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731" y="282648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7300" dirty="0"/>
              <a:t>Vowel</a:t>
            </a:r>
            <a:r>
              <a:rPr lang="en-IN" sz="7300" dirty="0"/>
              <a:t> Sounds</a:t>
            </a:r>
            <a:br>
              <a:rPr lang="en-IN" dirty="0"/>
            </a:br>
            <a:r>
              <a:rPr lang="en-IN" dirty="0"/>
              <a:t>12 </a:t>
            </a:r>
            <a:r>
              <a:rPr dirty="0"/>
              <a:t>Monophthongs</a:t>
            </a:r>
            <a:br>
              <a:rPr lang="en-IN" dirty="0"/>
            </a:br>
            <a:r>
              <a:rPr lang="en-IN" dirty="0"/>
              <a:t>+</a:t>
            </a:r>
            <a:br>
              <a:rPr lang="en-IN" dirty="0"/>
            </a:br>
            <a:r>
              <a:rPr lang="en-IN" dirty="0"/>
              <a:t>8 Diphthongs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AEE3-A7ED-89EC-8177-40D71C49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AF7D-9743-8F8A-E6E0-5A0B1B28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70" y="2455131"/>
            <a:ext cx="8229600" cy="1143000"/>
          </a:xfrm>
        </p:spPr>
        <p:txBody>
          <a:bodyPr/>
          <a:lstStyle/>
          <a:p>
            <a:r>
              <a:rPr lang="en-IN" dirty="0"/>
              <a:t>12 Mono</a:t>
            </a:r>
            <a:r>
              <a:rPr dirty="0" err="1"/>
              <a:t>phthongs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648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Symbol: /iː/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Examples: see, green, machine, cheese</a:t>
            </a:r>
          </a:p>
          <a:p>
            <a:r>
              <a:rPr dirty="0"/>
              <a:t>Mnemonic: Smile and say 'cheese!' — mouth wide, long sound.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/ɪ/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sit, fish, milk, window</a:t>
            </a:r>
          </a:p>
          <a:p>
            <a:endParaRPr dirty="0"/>
          </a:p>
          <a:p>
            <a:r>
              <a:rPr dirty="0"/>
              <a:t>Mnemonic: Think of 'it' — short, relaxed sound.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/ʊ/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put, book, cook, foot</a:t>
            </a:r>
          </a:p>
          <a:p>
            <a:endParaRPr dirty="0"/>
          </a:p>
          <a:p>
            <a:r>
              <a:rPr dirty="0"/>
              <a:t>Mnemonic: Short '</a:t>
            </a:r>
            <a:r>
              <a:rPr dirty="0" err="1"/>
              <a:t>oo</a:t>
            </a:r>
            <a:r>
              <a:rPr dirty="0"/>
              <a:t>' — lips rounded but short.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/uː/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blue, food, true, moon</a:t>
            </a:r>
          </a:p>
          <a:p>
            <a:endParaRPr dirty="0"/>
          </a:p>
          <a:p>
            <a:r>
              <a:rPr dirty="0"/>
              <a:t>Mnemonic: Say '</a:t>
            </a:r>
            <a:r>
              <a:rPr dirty="0" err="1"/>
              <a:t>oooh</a:t>
            </a:r>
            <a:r>
              <a:rPr dirty="0"/>
              <a:t>!' impressed — long, smooth.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red, pen, said, head</a:t>
            </a:r>
          </a:p>
          <a:p>
            <a:endParaRPr dirty="0"/>
          </a:p>
          <a:p>
            <a:r>
              <a:rPr dirty="0"/>
              <a:t>Mnemonic: Say 'egg' quickly — short front sound.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/ə/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</a:t>
            </a:r>
            <a:r>
              <a:rPr dirty="0"/>
              <a:t>(schwa)</a:t>
            </a:r>
          </a:p>
          <a:p>
            <a:endParaRPr dirty="0"/>
          </a:p>
          <a:p>
            <a:r>
              <a:rPr dirty="0"/>
              <a:t>Examples: about, sofa, teacher, banana</a:t>
            </a:r>
          </a:p>
          <a:p>
            <a:endParaRPr dirty="0"/>
          </a:p>
          <a:p>
            <a:r>
              <a:rPr dirty="0"/>
              <a:t>Mnemonic: The schwa — weak, lazy sound in unstressed syllables.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/ɜː/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bird, word, nurse, learn</a:t>
            </a:r>
          </a:p>
          <a:p>
            <a:endParaRPr dirty="0"/>
          </a:p>
          <a:p>
            <a:r>
              <a:rPr dirty="0"/>
              <a:t>Mnemonic: Think of 'her' — long central sound.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/ɔː/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law, saw, talk, draw</a:t>
            </a:r>
          </a:p>
          <a:p>
            <a:endParaRPr dirty="0"/>
          </a:p>
          <a:p>
            <a:r>
              <a:rPr dirty="0"/>
              <a:t>Mnemonic: Long '</a:t>
            </a:r>
            <a:r>
              <a:rPr dirty="0" err="1"/>
              <a:t>orrr</a:t>
            </a:r>
            <a:r>
              <a:rPr dirty="0"/>
              <a:t>' sound, lips rounded.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/æ/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Sound: Short vowel, near-open front unrounded</a:t>
            </a:r>
          </a:p>
          <a:p>
            <a:endParaRPr/>
          </a:p>
          <a:p>
            <a:r>
              <a:t>Examples: cat, man, apple, jazz</a:t>
            </a:r>
          </a:p>
          <a:p>
            <a:endParaRPr/>
          </a:p>
          <a:p>
            <a:r>
              <a:t>Mnemonic: Think of 'cat' — mouth open, short sound.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/ʌ/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Sound: Short vowel, open-mid back unrounded</a:t>
            </a:r>
          </a:p>
          <a:p>
            <a:endParaRPr/>
          </a:p>
          <a:p>
            <a:r>
              <a:t>Examples: cup, luck, son, money</a:t>
            </a:r>
          </a:p>
          <a:p>
            <a:endParaRPr/>
          </a:p>
          <a:p>
            <a:r>
              <a:t>Mnemonic: Say 'uh' as in 'cup' — central sound.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/ɑː/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car, father, start, half</a:t>
            </a:r>
          </a:p>
          <a:p>
            <a:endParaRPr dirty="0"/>
          </a:p>
          <a:p>
            <a:r>
              <a:rPr dirty="0"/>
              <a:t>Mnemonic: Long ‘a</a:t>
            </a:r>
            <a:r>
              <a:rPr lang="en-IN" dirty="0"/>
              <a:t>—’</a:t>
            </a:r>
            <a:r>
              <a:rPr dirty="0"/>
              <a:t> 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/ɒ/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hot, dog, not, cotton</a:t>
            </a:r>
          </a:p>
          <a:p>
            <a:endParaRPr dirty="0"/>
          </a:p>
          <a:p>
            <a:r>
              <a:rPr dirty="0"/>
              <a:t>Mnemonic: Say 'hot' — lips rounded, short sound.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70" y="2455131"/>
            <a:ext cx="8229600" cy="1143000"/>
          </a:xfrm>
        </p:spPr>
        <p:txBody>
          <a:bodyPr/>
          <a:lstStyle/>
          <a:p>
            <a:r>
              <a:rPr lang="en-IN" dirty="0"/>
              <a:t>8 </a:t>
            </a:r>
            <a:r>
              <a:rPr dirty="0"/>
              <a:t>Diphthongs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/ɪə/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here, near, idea, ear</a:t>
            </a:r>
          </a:p>
          <a:p>
            <a:endParaRPr dirty="0"/>
          </a:p>
          <a:p>
            <a:r>
              <a:rPr dirty="0"/>
              <a:t>Mnemonic: Starts at /ɪ/, moves to schwa — like 'ear'.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/eə/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hair, care, where, air</a:t>
            </a:r>
          </a:p>
          <a:p>
            <a:endParaRPr dirty="0"/>
          </a:p>
          <a:p>
            <a:r>
              <a:rPr dirty="0"/>
              <a:t>Mnemonic: Like 'air' — open then relax.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/ʊə/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pure, tour, sure, endure</a:t>
            </a:r>
          </a:p>
          <a:p>
            <a:endParaRPr dirty="0"/>
          </a:p>
          <a:p>
            <a:r>
              <a:rPr dirty="0"/>
              <a:t>Mnemonic: Round lips then glide to schwa — like 'pure'.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/eɪ/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say, day, rain, game</a:t>
            </a:r>
          </a:p>
          <a:p>
            <a:endParaRPr dirty="0"/>
          </a:p>
          <a:p>
            <a:r>
              <a:rPr dirty="0"/>
              <a:t>Mnemonic: Starts at /e/, moves to /ɪ/ — like 'day'.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/ɔɪ/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boy, toy, coin, noise</a:t>
            </a:r>
          </a:p>
          <a:p>
            <a:endParaRPr dirty="0"/>
          </a:p>
          <a:p>
            <a:r>
              <a:rPr dirty="0"/>
              <a:t>Mnemonic: Think 'boy' — round lips then glide to /ɪ/.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/əʊ/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go, home, nose, open</a:t>
            </a:r>
          </a:p>
          <a:p>
            <a:endParaRPr dirty="0"/>
          </a:p>
          <a:p>
            <a:r>
              <a:rPr dirty="0"/>
              <a:t>Mnemonic: Starts at /ə/, glides to /ʊ/ — like 'go'.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/aɪ/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my, time, like, eye</a:t>
            </a:r>
          </a:p>
          <a:p>
            <a:endParaRPr dirty="0"/>
          </a:p>
          <a:p>
            <a:r>
              <a:rPr dirty="0"/>
              <a:t>Mnemonic: Starts at /a/, moves to /ɪ/ — like 'my eye'.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/aʊ/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now, out, down, cow</a:t>
            </a:r>
          </a:p>
          <a:p>
            <a:endParaRPr dirty="0"/>
          </a:p>
          <a:p>
            <a:r>
              <a:rPr dirty="0"/>
              <a:t>Mnemonic: Say 'ow!' when hurt — starts open, glides 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085" y="2481507"/>
            <a:ext cx="8229600" cy="1143000"/>
          </a:xfrm>
        </p:spPr>
        <p:txBody>
          <a:bodyPr/>
          <a:lstStyle/>
          <a:p>
            <a:r>
              <a:rPr lang="en-IN" dirty="0"/>
              <a:t>24 </a:t>
            </a:r>
            <a:r>
              <a:rPr dirty="0"/>
              <a:t>Consonant</a:t>
            </a:r>
            <a:r>
              <a:rPr lang="en-IN" dirty="0"/>
              <a:t> Sound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/p/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Examples: pen, map, happy, paper</a:t>
            </a:r>
          </a:p>
          <a:p>
            <a:endParaRPr dirty="0"/>
          </a:p>
          <a:p>
            <a:r>
              <a:rPr dirty="0"/>
              <a:t>Mnemonic: Unvoiced — lips pop like a balloon.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/f/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fish, coffee, life, phone</a:t>
            </a:r>
          </a:p>
          <a:p>
            <a:endParaRPr dirty="0"/>
          </a:p>
          <a:p>
            <a:r>
              <a:rPr dirty="0"/>
              <a:t>Mnemonic: Unvoiced — teeth on lip, like blowing air.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top, ten, letter, hat</a:t>
            </a:r>
          </a:p>
          <a:p>
            <a:endParaRPr dirty="0"/>
          </a:p>
          <a:p>
            <a:r>
              <a:rPr dirty="0"/>
              <a:t>Mnemonic: Unvoiced — tongue taps behind teeth.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/θ/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think, bath, both, thirty</a:t>
            </a:r>
          </a:p>
          <a:p>
            <a:endParaRPr dirty="0"/>
          </a:p>
          <a:p>
            <a:r>
              <a:rPr dirty="0"/>
              <a:t>Mnemonic: Unvoiced — tongue between teeth, soft air.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/ʃ/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she, fish, shower, push</a:t>
            </a:r>
          </a:p>
          <a:p>
            <a:endParaRPr dirty="0"/>
          </a:p>
          <a:p>
            <a:r>
              <a:rPr dirty="0"/>
              <a:t>Mnemonic: Unvoiced — '</a:t>
            </a:r>
            <a:r>
              <a:rPr dirty="0" err="1"/>
              <a:t>shhh</a:t>
            </a:r>
            <a:r>
              <a:rPr dirty="0"/>
              <a:t>' quiet sound.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/s/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see, city, class, bus</a:t>
            </a:r>
          </a:p>
          <a:p>
            <a:endParaRPr dirty="0"/>
          </a:p>
          <a:p>
            <a:r>
              <a:rPr dirty="0"/>
              <a:t>Mnemonic: Unvoiced — hissing snake sound.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/tʃ/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chip, watch, teacher, church</a:t>
            </a:r>
          </a:p>
          <a:p>
            <a:endParaRPr dirty="0"/>
          </a:p>
          <a:p>
            <a:r>
              <a:rPr dirty="0"/>
              <a:t>Mnemonic: Unvoiced — '</a:t>
            </a:r>
            <a:r>
              <a:rPr dirty="0" err="1"/>
              <a:t>ch</a:t>
            </a:r>
            <a:r>
              <a:rPr dirty="0"/>
              <a:t>' sound, sharp like a sneeze '</a:t>
            </a:r>
            <a:r>
              <a:rPr dirty="0" err="1"/>
              <a:t>atchoo</a:t>
            </a:r>
            <a:r>
              <a:rPr dirty="0"/>
              <a:t>'.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/k/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cat, back, cake, key</a:t>
            </a:r>
          </a:p>
          <a:p>
            <a:endParaRPr dirty="0"/>
          </a:p>
          <a:p>
            <a:r>
              <a:rPr dirty="0"/>
              <a:t>Mnemonic: Unvoiced — back of tongue blocks air.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/b/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bat, job, baby, rib</a:t>
            </a:r>
          </a:p>
          <a:p>
            <a:endParaRPr dirty="0"/>
          </a:p>
          <a:p>
            <a:r>
              <a:rPr dirty="0"/>
              <a:t>Mnemonic: Voiced — lips buzz, like a drum beat.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/v/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voice, very, love, move</a:t>
            </a:r>
          </a:p>
          <a:p>
            <a:endParaRPr dirty="0"/>
          </a:p>
          <a:p>
            <a:r>
              <a:rPr dirty="0"/>
              <a:t>Mnemonic: Voiced — teeth on lip with vibration.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/d/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dog, red, ladder, bed</a:t>
            </a:r>
          </a:p>
          <a:p>
            <a:endParaRPr dirty="0"/>
          </a:p>
          <a:p>
            <a:r>
              <a:rPr dirty="0"/>
              <a:t>Mnemonic: Voiced — tongue taps behind teeth.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/ð/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this, mother, brother, they</a:t>
            </a:r>
          </a:p>
          <a:p>
            <a:endParaRPr dirty="0"/>
          </a:p>
          <a:p>
            <a:r>
              <a:rPr dirty="0"/>
              <a:t>Mnemonic: Voiced — tongue between teeth, vibration.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/ʒ/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vision, measure, beige, leisure</a:t>
            </a:r>
          </a:p>
          <a:p>
            <a:endParaRPr dirty="0"/>
          </a:p>
          <a:p>
            <a:r>
              <a:rPr dirty="0"/>
              <a:t>Mnemonic: Voiced — '</a:t>
            </a:r>
            <a:r>
              <a:rPr dirty="0" err="1"/>
              <a:t>zh</a:t>
            </a:r>
            <a:r>
              <a:rPr dirty="0"/>
              <a:t>' like in 'measure'.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/z/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zoo, busy, music, rose</a:t>
            </a:r>
          </a:p>
          <a:p>
            <a:endParaRPr dirty="0"/>
          </a:p>
          <a:p>
            <a:r>
              <a:rPr dirty="0"/>
              <a:t>Mnemonic: Voiced — buzzing bee sound.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/dʒ/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jam, joy, judge, giant</a:t>
            </a:r>
          </a:p>
          <a:p>
            <a:endParaRPr dirty="0"/>
          </a:p>
          <a:p>
            <a:r>
              <a:rPr dirty="0"/>
              <a:t>Mnemonic: Voiced — 'j' sound, like 'juice'.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/g/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go, big, green, egg</a:t>
            </a:r>
          </a:p>
          <a:p>
            <a:endParaRPr dirty="0"/>
          </a:p>
          <a:p>
            <a:r>
              <a:rPr dirty="0"/>
              <a:t>Mnemonic: Voiced — like a growl.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/h/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hat, happy, home, hello</a:t>
            </a:r>
          </a:p>
          <a:p>
            <a:endParaRPr dirty="0"/>
          </a:p>
          <a:p>
            <a:r>
              <a:rPr dirty="0"/>
              <a:t>Mnemonic: Unvoiced — breathy sound, just air.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/m/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Sound: Voiced bilabial nasal</a:t>
            </a:r>
          </a:p>
          <a:p>
            <a:endParaRPr/>
          </a:p>
          <a:p>
            <a:r>
              <a:t>Examples: man, map, summer, room</a:t>
            </a:r>
          </a:p>
          <a:p>
            <a:endParaRPr/>
          </a:p>
          <a:p>
            <a:r>
              <a:t>Mnemonic: Voiced — lips together, nasal sound.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/n/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net, man, name, ten</a:t>
            </a:r>
          </a:p>
          <a:p>
            <a:endParaRPr dirty="0"/>
          </a:p>
          <a:p>
            <a:r>
              <a:rPr dirty="0"/>
              <a:t>Mnemonic: Voiced — tongue against ridge, nasal.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/ŋ/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sing, song, long, ring</a:t>
            </a:r>
          </a:p>
          <a:p>
            <a:endParaRPr dirty="0"/>
          </a:p>
          <a:p>
            <a:r>
              <a:rPr dirty="0"/>
              <a:t>Mnemonic: Voiced — back of tongue up, nasal '</a:t>
            </a:r>
            <a:r>
              <a:rPr dirty="0" err="1"/>
              <a:t>ng</a:t>
            </a:r>
            <a:r>
              <a:rPr dirty="0"/>
              <a:t>'.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/l/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leg, little, love, yellow</a:t>
            </a:r>
          </a:p>
          <a:p>
            <a:endParaRPr dirty="0"/>
          </a:p>
          <a:p>
            <a:r>
              <a:rPr dirty="0"/>
              <a:t>Mnemonic: Voiced — tongue at ridge, air flows sides.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/r/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red, around, read, arrive</a:t>
            </a:r>
          </a:p>
          <a:p>
            <a:endParaRPr dirty="0"/>
          </a:p>
          <a:p>
            <a:r>
              <a:rPr dirty="0"/>
              <a:t>Mnemonic: Voiced — lips rounded, tongue pulled back.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/w/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we, win, window, wood</a:t>
            </a:r>
          </a:p>
          <a:p>
            <a:endParaRPr dirty="0"/>
          </a:p>
          <a:p>
            <a:r>
              <a:rPr dirty="0"/>
              <a:t>Mnemonic: Voiced — rounded lips, soft glide.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Symbol: /j/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Examples: yes, yellow, yard, yoga</a:t>
            </a:r>
          </a:p>
          <a:p>
            <a:endParaRPr dirty="0"/>
          </a:p>
          <a:p>
            <a:r>
              <a:rPr dirty="0"/>
              <a:t>Mnemonic: Voiced — quick 'y' glide.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Practicing!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The IPA is your map to clear pronunciation.</a:t>
            </a:r>
          </a:p>
          <a:p>
            <a:pPr marL="0" indent="0">
              <a:buNone/>
            </a:pPr>
            <a:r>
              <a:rPr dirty="0"/>
              <a:t>• Practice with words and symbols daily.</a:t>
            </a:r>
          </a:p>
          <a:p>
            <a:pPr marL="0" indent="0">
              <a:buNone/>
            </a:pPr>
            <a:r>
              <a:rPr dirty="0"/>
              <a:t>• Soon, reading IPA will feel natural!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1254</Words>
  <Application>Microsoft Office PowerPoint</Application>
  <PresentationFormat>On-screen Show (4:3)</PresentationFormat>
  <Paragraphs>243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IPA Symbols for Received Pronunciation </vt:lpstr>
      <vt:lpstr>What is IPA?</vt:lpstr>
      <vt:lpstr>Phonemes in the IPA chart</vt:lpstr>
      <vt:lpstr>Vowel Sounds 12 Monophthongs + 8 Diphthongs</vt:lpstr>
      <vt:lpstr>12 Monophthongs</vt:lpstr>
      <vt:lpstr>Symbol: /iː/</vt:lpstr>
      <vt:lpstr>Symbol: /ɪ/</vt:lpstr>
      <vt:lpstr>Symbol: /ʊ/</vt:lpstr>
      <vt:lpstr>Symbol: /uː/</vt:lpstr>
      <vt:lpstr>Symbol: /e/</vt:lpstr>
      <vt:lpstr>Symbol: /ə/</vt:lpstr>
      <vt:lpstr>Symbol: /ɜː/</vt:lpstr>
      <vt:lpstr>Symbol: /ɔː/</vt:lpstr>
      <vt:lpstr>Symbol: /æ/</vt:lpstr>
      <vt:lpstr>Symbol: /ʌ/</vt:lpstr>
      <vt:lpstr>Symbol: /ɑː/</vt:lpstr>
      <vt:lpstr>Symbol: /ɒ/</vt:lpstr>
      <vt:lpstr>8 Diphthongs</vt:lpstr>
      <vt:lpstr>Symbol: /ɪə/</vt:lpstr>
      <vt:lpstr>Symbol: /eə/</vt:lpstr>
      <vt:lpstr>Symbol: /ʊə/</vt:lpstr>
      <vt:lpstr>Symbol: /eɪ/</vt:lpstr>
      <vt:lpstr>Symbol: /ɔɪ/</vt:lpstr>
      <vt:lpstr>Symbol: /əʊ/</vt:lpstr>
      <vt:lpstr>Symbol: /aɪ/</vt:lpstr>
      <vt:lpstr>Symbol: /aʊ/</vt:lpstr>
      <vt:lpstr>24 Consonant Sounds</vt:lpstr>
      <vt:lpstr>Symbol: /p/</vt:lpstr>
      <vt:lpstr>Symbol: /f/</vt:lpstr>
      <vt:lpstr>Symbol: /t/</vt:lpstr>
      <vt:lpstr>Symbol: /θ/</vt:lpstr>
      <vt:lpstr>Symbol: /ʃ/</vt:lpstr>
      <vt:lpstr>Symbol: /s/</vt:lpstr>
      <vt:lpstr>Symbol: /tʃ/</vt:lpstr>
      <vt:lpstr>Symbol: /k/</vt:lpstr>
      <vt:lpstr>Symbol: /b/</vt:lpstr>
      <vt:lpstr>Symbol: /v/</vt:lpstr>
      <vt:lpstr>Symbol: /d/</vt:lpstr>
      <vt:lpstr>Symbol: /ð/</vt:lpstr>
      <vt:lpstr>Symbol: /ʒ/</vt:lpstr>
      <vt:lpstr>Symbol: /z/</vt:lpstr>
      <vt:lpstr>Symbol: /dʒ/</vt:lpstr>
      <vt:lpstr>Symbol: /g/</vt:lpstr>
      <vt:lpstr>Symbol: /h/</vt:lpstr>
      <vt:lpstr>Symbol: /m/</vt:lpstr>
      <vt:lpstr>Symbol: /n/</vt:lpstr>
      <vt:lpstr>Symbol: /ŋ/</vt:lpstr>
      <vt:lpstr>Symbol: /l/</vt:lpstr>
      <vt:lpstr>Symbol: /r/</vt:lpstr>
      <vt:lpstr>Symbol: /w/</vt:lpstr>
      <vt:lpstr>Symbol: /j/</vt:lpstr>
      <vt:lpstr>Keep Practicing!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IPA Symbols for Received Pronunciation</dc:title>
  <dc:creator>Abhinav</dc:creator>
  <dc:description>generated using python-pptx</dc:description>
  <cp:lastModifiedBy>Somesh Kumar</cp:lastModifiedBy>
  <cp:revision>6</cp:revision>
  <dcterms:created xsi:type="dcterms:W3CDTF">2013-01-27T09:14:16Z</dcterms:created>
  <dcterms:modified xsi:type="dcterms:W3CDTF">2025-09-12T03:29:40Z</dcterms:modified>
</cp:coreProperties>
</file>