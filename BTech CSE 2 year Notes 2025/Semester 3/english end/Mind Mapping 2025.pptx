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8.xml"/><Relationship Id="rId10" Type="http://schemas.openxmlformats.org/officeDocument/2006/relationships/slide" Target="slides/slide7.xml"/><Relationship Id="rId13" Type="http://schemas.openxmlformats.org/officeDocument/2006/relationships/slide" Target="slides/slide10.xml"/><Relationship Id="rId12" Type="http://schemas.openxmlformats.org/officeDocument/2006/relationships/slide" Target="slides/slide9.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 Target="slides/slide1.xml"/><Relationship Id="rId9" Type="http://schemas.openxmlformats.org/officeDocument/2006/relationships/slide" Target="slides/slide6.xml"/><Relationship Id="rId15" Type="http://schemas.openxmlformats.org/officeDocument/2006/relationships/slide" Target="slides/slide12.xml"/><Relationship Id="rId14" Type="http://schemas.openxmlformats.org/officeDocument/2006/relationships/slide" Target="slides/slide11.xml"/><Relationship Id="rId17" Type="http://schemas.openxmlformats.org/officeDocument/2006/relationships/slide" Target="slides/slide14.xml"/><Relationship Id="rId16" Type="http://schemas.openxmlformats.org/officeDocument/2006/relationships/slide" Target="slides/slide13.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2350D-2B59-8D02-6976-00FFE322C4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E78FF9-0E32-9421-924A-157C9D5646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FEADDB6-97DE-116C-25DA-694AE1755813}"/>
              </a:ext>
            </a:extLst>
          </p:cNvPr>
          <p:cNvSpPr>
            <a:spLocks noGrp="1"/>
          </p:cNvSpPr>
          <p:nvPr>
            <p:ph type="dt" sz="half" idx="10"/>
          </p:nvPr>
        </p:nvSpPr>
        <p:spPr/>
        <p:txBody>
          <a:bodyPr/>
          <a:lstStyle/>
          <a:p>
            <a:fld id="{AF9D9F64-4867-45A3-89D0-E64165B79A22}" type="datetimeFigureOut">
              <a:rPr lang="en-IN" smtClean="0"/>
              <a:t>01-11-2025</a:t>
            </a:fld>
            <a:endParaRPr lang="en-IN"/>
          </a:p>
        </p:txBody>
      </p:sp>
      <p:sp>
        <p:nvSpPr>
          <p:cNvPr id="5" name="Footer Placeholder 4">
            <a:extLst>
              <a:ext uri="{FF2B5EF4-FFF2-40B4-BE49-F238E27FC236}">
                <a16:creationId xmlns:a16="http://schemas.microsoft.com/office/drawing/2014/main" id="{D82BB34E-0355-BA97-5708-0A6FD20A6A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19BD50-EA49-BA6A-81F8-398310B2C5AD}"/>
              </a:ext>
            </a:extLst>
          </p:cNvPr>
          <p:cNvSpPr>
            <a:spLocks noGrp="1"/>
          </p:cNvSpPr>
          <p:nvPr>
            <p:ph type="sldNum" sz="quarter" idx="12"/>
          </p:nvPr>
        </p:nvSpPr>
        <p:spPr/>
        <p:txBody>
          <a:bodyPr/>
          <a:lstStyle/>
          <a:p>
            <a:fld id="{4E6B9122-56C6-4977-AC39-ED8D8C9003A9}" type="slidenum">
              <a:rPr lang="en-IN" smtClean="0"/>
              <a:t>‹#›</a:t>
            </a:fld>
            <a:endParaRPr lang="en-IN"/>
          </a:p>
        </p:txBody>
      </p:sp>
    </p:spTree>
    <p:extLst>
      <p:ext uri="{BB962C8B-B14F-4D97-AF65-F5344CB8AC3E}">
        <p14:creationId xmlns:p14="http://schemas.microsoft.com/office/powerpoint/2010/main" val="718658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1C04A-E6F7-75B5-85E9-7BB1721F89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5A220C-85E1-07FD-2E3F-C8301FF1CD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FBDEF2-0DA7-E4C0-8999-9936F7622191}"/>
              </a:ext>
            </a:extLst>
          </p:cNvPr>
          <p:cNvSpPr>
            <a:spLocks noGrp="1"/>
          </p:cNvSpPr>
          <p:nvPr>
            <p:ph type="dt" sz="half" idx="10"/>
          </p:nvPr>
        </p:nvSpPr>
        <p:spPr/>
        <p:txBody>
          <a:bodyPr/>
          <a:lstStyle/>
          <a:p>
            <a:fld id="{AF9D9F64-4867-45A3-89D0-E64165B79A22}" type="datetimeFigureOut">
              <a:rPr lang="en-IN" smtClean="0"/>
              <a:t>01-11-2025</a:t>
            </a:fld>
            <a:endParaRPr lang="en-IN"/>
          </a:p>
        </p:txBody>
      </p:sp>
      <p:sp>
        <p:nvSpPr>
          <p:cNvPr id="5" name="Footer Placeholder 4">
            <a:extLst>
              <a:ext uri="{FF2B5EF4-FFF2-40B4-BE49-F238E27FC236}">
                <a16:creationId xmlns:a16="http://schemas.microsoft.com/office/drawing/2014/main" id="{B5DEB61E-CD89-5FF2-A6EE-AECE712930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4EA202-4B3C-9064-A157-13F6D04A3325}"/>
              </a:ext>
            </a:extLst>
          </p:cNvPr>
          <p:cNvSpPr>
            <a:spLocks noGrp="1"/>
          </p:cNvSpPr>
          <p:nvPr>
            <p:ph type="sldNum" sz="quarter" idx="12"/>
          </p:nvPr>
        </p:nvSpPr>
        <p:spPr/>
        <p:txBody>
          <a:bodyPr/>
          <a:lstStyle/>
          <a:p>
            <a:fld id="{4E6B9122-56C6-4977-AC39-ED8D8C9003A9}" type="slidenum">
              <a:rPr lang="en-IN" smtClean="0"/>
              <a:t>‹#›</a:t>
            </a:fld>
            <a:endParaRPr lang="en-IN"/>
          </a:p>
        </p:txBody>
      </p:sp>
    </p:spTree>
    <p:extLst>
      <p:ext uri="{BB962C8B-B14F-4D97-AF65-F5344CB8AC3E}">
        <p14:creationId xmlns:p14="http://schemas.microsoft.com/office/powerpoint/2010/main" val="4202998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A59F3-5940-855B-6CE8-3C0B2EC949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1A6EBB2-838F-8B80-FDB9-553F24F24F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9B46A7-FE4A-CF1F-3B4D-D400F658323C}"/>
              </a:ext>
            </a:extLst>
          </p:cNvPr>
          <p:cNvSpPr>
            <a:spLocks noGrp="1"/>
          </p:cNvSpPr>
          <p:nvPr>
            <p:ph type="dt" sz="half" idx="10"/>
          </p:nvPr>
        </p:nvSpPr>
        <p:spPr/>
        <p:txBody>
          <a:bodyPr/>
          <a:lstStyle/>
          <a:p>
            <a:fld id="{AF9D9F64-4867-45A3-89D0-E64165B79A22}" type="datetimeFigureOut">
              <a:rPr lang="en-IN" smtClean="0"/>
              <a:t>01-11-2025</a:t>
            </a:fld>
            <a:endParaRPr lang="en-IN"/>
          </a:p>
        </p:txBody>
      </p:sp>
      <p:sp>
        <p:nvSpPr>
          <p:cNvPr id="5" name="Footer Placeholder 4">
            <a:extLst>
              <a:ext uri="{FF2B5EF4-FFF2-40B4-BE49-F238E27FC236}">
                <a16:creationId xmlns:a16="http://schemas.microsoft.com/office/drawing/2014/main" id="{B8A57A71-9622-347E-BE00-B03B6BAFF6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B36732-81EC-70FC-3FFB-79E4016F4A12}"/>
              </a:ext>
            </a:extLst>
          </p:cNvPr>
          <p:cNvSpPr>
            <a:spLocks noGrp="1"/>
          </p:cNvSpPr>
          <p:nvPr>
            <p:ph type="sldNum" sz="quarter" idx="12"/>
          </p:nvPr>
        </p:nvSpPr>
        <p:spPr/>
        <p:txBody>
          <a:bodyPr/>
          <a:lstStyle/>
          <a:p>
            <a:fld id="{4E6B9122-56C6-4977-AC39-ED8D8C9003A9}" type="slidenum">
              <a:rPr lang="en-IN" smtClean="0"/>
              <a:t>‹#›</a:t>
            </a:fld>
            <a:endParaRPr lang="en-IN"/>
          </a:p>
        </p:txBody>
      </p:sp>
    </p:spTree>
    <p:extLst>
      <p:ext uri="{BB962C8B-B14F-4D97-AF65-F5344CB8AC3E}">
        <p14:creationId xmlns:p14="http://schemas.microsoft.com/office/powerpoint/2010/main" val="4148973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8B095-0D9B-69CF-5693-64BF0DB0BD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4F08B1-D9BE-B1AB-6FFF-30BC27D7B1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919517-9BBF-43EA-DEFC-830BF196CE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51BA46C-5997-A3D1-5709-935AB541E7E6}"/>
              </a:ext>
            </a:extLst>
          </p:cNvPr>
          <p:cNvSpPr>
            <a:spLocks noGrp="1"/>
          </p:cNvSpPr>
          <p:nvPr>
            <p:ph type="dt" sz="half" idx="10"/>
          </p:nvPr>
        </p:nvSpPr>
        <p:spPr/>
        <p:txBody>
          <a:bodyPr/>
          <a:lstStyle/>
          <a:p>
            <a:fld id="{AF9D9F64-4867-45A3-89D0-E64165B79A22}" type="datetimeFigureOut">
              <a:rPr lang="en-IN" smtClean="0"/>
              <a:t>01-11-2025</a:t>
            </a:fld>
            <a:endParaRPr lang="en-IN"/>
          </a:p>
        </p:txBody>
      </p:sp>
      <p:sp>
        <p:nvSpPr>
          <p:cNvPr id="6" name="Footer Placeholder 5">
            <a:extLst>
              <a:ext uri="{FF2B5EF4-FFF2-40B4-BE49-F238E27FC236}">
                <a16:creationId xmlns:a16="http://schemas.microsoft.com/office/drawing/2014/main" id="{9E6E707F-BC0A-891C-503C-5FEC1D429E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CD64B7-0C0D-182F-94DB-AFC05C3C3446}"/>
              </a:ext>
            </a:extLst>
          </p:cNvPr>
          <p:cNvSpPr>
            <a:spLocks noGrp="1"/>
          </p:cNvSpPr>
          <p:nvPr>
            <p:ph type="sldNum" sz="quarter" idx="12"/>
          </p:nvPr>
        </p:nvSpPr>
        <p:spPr/>
        <p:txBody>
          <a:bodyPr/>
          <a:lstStyle/>
          <a:p>
            <a:fld id="{4E6B9122-56C6-4977-AC39-ED8D8C9003A9}" type="slidenum">
              <a:rPr lang="en-IN" smtClean="0"/>
              <a:t>‹#›</a:t>
            </a:fld>
            <a:endParaRPr lang="en-IN"/>
          </a:p>
        </p:txBody>
      </p:sp>
    </p:spTree>
    <p:extLst>
      <p:ext uri="{BB962C8B-B14F-4D97-AF65-F5344CB8AC3E}">
        <p14:creationId xmlns:p14="http://schemas.microsoft.com/office/powerpoint/2010/main" val="1434443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8DDE8-175D-7C32-983E-DC4F1856DE8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DE01E5-95B4-7684-C21C-A68C32D36B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9D0E4A-0E32-1E0C-1F14-84FC403BCB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21049D4-8304-EAC3-3992-17EB8826D4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AD724F-29C1-83FF-A910-BDA3689AC6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90790F2-3B10-D0FC-517C-97157F4C8EAF}"/>
              </a:ext>
            </a:extLst>
          </p:cNvPr>
          <p:cNvSpPr>
            <a:spLocks noGrp="1"/>
          </p:cNvSpPr>
          <p:nvPr>
            <p:ph type="dt" sz="half" idx="10"/>
          </p:nvPr>
        </p:nvSpPr>
        <p:spPr/>
        <p:txBody>
          <a:bodyPr/>
          <a:lstStyle/>
          <a:p>
            <a:fld id="{AF9D9F64-4867-45A3-89D0-E64165B79A22}" type="datetimeFigureOut">
              <a:rPr lang="en-IN" smtClean="0"/>
              <a:t>01-11-2025</a:t>
            </a:fld>
            <a:endParaRPr lang="en-IN"/>
          </a:p>
        </p:txBody>
      </p:sp>
      <p:sp>
        <p:nvSpPr>
          <p:cNvPr id="8" name="Footer Placeholder 7">
            <a:extLst>
              <a:ext uri="{FF2B5EF4-FFF2-40B4-BE49-F238E27FC236}">
                <a16:creationId xmlns:a16="http://schemas.microsoft.com/office/drawing/2014/main" id="{C929B148-B1D1-945F-B196-E4DE8610DF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5A72170-AFDD-1463-B36B-EE876C8B2DA2}"/>
              </a:ext>
            </a:extLst>
          </p:cNvPr>
          <p:cNvSpPr>
            <a:spLocks noGrp="1"/>
          </p:cNvSpPr>
          <p:nvPr>
            <p:ph type="sldNum" sz="quarter" idx="12"/>
          </p:nvPr>
        </p:nvSpPr>
        <p:spPr/>
        <p:txBody>
          <a:bodyPr/>
          <a:lstStyle/>
          <a:p>
            <a:fld id="{4E6B9122-56C6-4977-AC39-ED8D8C9003A9}" type="slidenum">
              <a:rPr lang="en-IN" smtClean="0"/>
              <a:t>‹#›</a:t>
            </a:fld>
            <a:endParaRPr lang="en-IN"/>
          </a:p>
        </p:txBody>
      </p:sp>
    </p:spTree>
    <p:extLst>
      <p:ext uri="{BB962C8B-B14F-4D97-AF65-F5344CB8AC3E}">
        <p14:creationId xmlns:p14="http://schemas.microsoft.com/office/powerpoint/2010/main" val="1502701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6231A-04CE-462D-0E55-CF703CFC479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BAD8AE-9B97-DB61-B689-522C5FF76FC0}"/>
              </a:ext>
            </a:extLst>
          </p:cNvPr>
          <p:cNvSpPr>
            <a:spLocks noGrp="1"/>
          </p:cNvSpPr>
          <p:nvPr>
            <p:ph type="dt" sz="half" idx="10"/>
          </p:nvPr>
        </p:nvSpPr>
        <p:spPr/>
        <p:txBody>
          <a:bodyPr/>
          <a:lstStyle/>
          <a:p>
            <a:fld id="{AF9D9F64-4867-45A3-89D0-E64165B79A22}" type="datetimeFigureOut">
              <a:rPr lang="en-IN" smtClean="0"/>
              <a:t>01-11-2025</a:t>
            </a:fld>
            <a:endParaRPr lang="en-IN"/>
          </a:p>
        </p:txBody>
      </p:sp>
      <p:sp>
        <p:nvSpPr>
          <p:cNvPr id="4" name="Footer Placeholder 3">
            <a:extLst>
              <a:ext uri="{FF2B5EF4-FFF2-40B4-BE49-F238E27FC236}">
                <a16:creationId xmlns:a16="http://schemas.microsoft.com/office/drawing/2014/main" id="{A196B7AF-00C4-F2A2-783F-97046595365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C3FCC72-F955-E52B-B9DD-6A800E3BF523}"/>
              </a:ext>
            </a:extLst>
          </p:cNvPr>
          <p:cNvSpPr>
            <a:spLocks noGrp="1"/>
          </p:cNvSpPr>
          <p:nvPr>
            <p:ph type="sldNum" sz="quarter" idx="12"/>
          </p:nvPr>
        </p:nvSpPr>
        <p:spPr/>
        <p:txBody>
          <a:bodyPr/>
          <a:lstStyle/>
          <a:p>
            <a:fld id="{4E6B9122-56C6-4977-AC39-ED8D8C9003A9}" type="slidenum">
              <a:rPr lang="en-IN" smtClean="0"/>
              <a:t>‹#›</a:t>
            </a:fld>
            <a:endParaRPr lang="en-IN"/>
          </a:p>
        </p:txBody>
      </p:sp>
    </p:spTree>
    <p:extLst>
      <p:ext uri="{BB962C8B-B14F-4D97-AF65-F5344CB8AC3E}">
        <p14:creationId xmlns:p14="http://schemas.microsoft.com/office/powerpoint/2010/main" val="3087175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D0F121-0F3E-AF8D-2157-D099AD1E03D9}"/>
              </a:ext>
            </a:extLst>
          </p:cNvPr>
          <p:cNvSpPr>
            <a:spLocks noGrp="1"/>
          </p:cNvSpPr>
          <p:nvPr>
            <p:ph type="dt" sz="half" idx="10"/>
          </p:nvPr>
        </p:nvSpPr>
        <p:spPr/>
        <p:txBody>
          <a:bodyPr/>
          <a:lstStyle/>
          <a:p>
            <a:fld id="{AF9D9F64-4867-45A3-89D0-E64165B79A22}" type="datetimeFigureOut">
              <a:rPr lang="en-IN" smtClean="0"/>
              <a:t>01-11-2025</a:t>
            </a:fld>
            <a:endParaRPr lang="en-IN"/>
          </a:p>
        </p:txBody>
      </p:sp>
      <p:sp>
        <p:nvSpPr>
          <p:cNvPr id="3" name="Footer Placeholder 2">
            <a:extLst>
              <a:ext uri="{FF2B5EF4-FFF2-40B4-BE49-F238E27FC236}">
                <a16:creationId xmlns:a16="http://schemas.microsoft.com/office/drawing/2014/main" id="{3E809156-7EA2-6802-AE7A-AE9B5108501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32DB3C4-0FF3-A12A-5030-DDB0358BCD45}"/>
              </a:ext>
            </a:extLst>
          </p:cNvPr>
          <p:cNvSpPr>
            <a:spLocks noGrp="1"/>
          </p:cNvSpPr>
          <p:nvPr>
            <p:ph type="sldNum" sz="quarter" idx="12"/>
          </p:nvPr>
        </p:nvSpPr>
        <p:spPr/>
        <p:txBody>
          <a:bodyPr/>
          <a:lstStyle/>
          <a:p>
            <a:fld id="{4E6B9122-56C6-4977-AC39-ED8D8C9003A9}" type="slidenum">
              <a:rPr lang="en-IN" smtClean="0"/>
              <a:t>‹#›</a:t>
            </a:fld>
            <a:endParaRPr lang="en-IN"/>
          </a:p>
        </p:txBody>
      </p:sp>
    </p:spTree>
    <p:extLst>
      <p:ext uri="{BB962C8B-B14F-4D97-AF65-F5344CB8AC3E}">
        <p14:creationId xmlns:p14="http://schemas.microsoft.com/office/powerpoint/2010/main" val="2444592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BE5CF-3CEB-238B-BBBA-01B372E09F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4D3FA1E-F22E-5447-D622-759DD9F943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544240C-A3DB-FA22-B085-43F86CA044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6DBFDE-C1F4-2801-624E-F300B46C8CE8}"/>
              </a:ext>
            </a:extLst>
          </p:cNvPr>
          <p:cNvSpPr>
            <a:spLocks noGrp="1"/>
          </p:cNvSpPr>
          <p:nvPr>
            <p:ph type="dt" sz="half" idx="10"/>
          </p:nvPr>
        </p:nvSpPr>
        <p:spPr/>
        <p:txBody>
          <a:bodyPr/>
          <a:lstStyle/>
          <a:p>
            <a:fld id="{AF9D9F64-4867-45A3-89D0-E64165B79A22}" type="datetimeFigureOut">
              <a:rPr lang="en-IN" smtClean="0"/>
              <a:t>01-11-2025</a:t>
            </a:fld>
            <a:endParaRPr lang="en-IN"/>
          </a:p>
        </p:txBody>
      </p:sp>
      <p:sp>
        <p:nvSpPr>
          <p:cNvPr id="6" name="Footer Placeholder 5">
            <a:extLst>
              <a:ext uri="{FF2B5EF4-FFF2-40B4-BE49-F238E27FC236}">
                <a16:creationId xmlns:a16="http://schemas.microsoft.com/office/drawing/2014/main" id="{38135CF6-F94D-F678-8F76-E6095DAEA0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B732BF-20FC-DB2A-D8FE-842B98AE89CB}"/>
              </a:ext>
            </a:extLst>
          </p:cNvPr>
          <p:cNvSpPr>
            <a:spLocks noGrp="1"/>
          </p:cNvSpPr>
          <p:nvPr>
            <p:ph type="sldNum" sz="quarter" idx="12"/>
          </p:nvPr>
        </p:nvSpPr>
        <p:spPr/>
        <p:txBody>
          <a:bodyPr/>
          <a:lstStyle/>
          <a:p>
            <a:fld id="{4E6B9122-56C6-4977-AC39-ED8D8C9003A9}" type="slidenum">
              <a:rPr lang="en-IN" smtClean="0"/>
              <a:t>‹#›</a:t>
            </a:fld>
            <a:endParaRPr lang="en-IN"/>
          </a:p>
        </p:txBody>
      </p:sp>
    </p:spTree>
    <p:extLst>
      <p:ext uri="{BB962C8B-B14F-4D97-AF65-F5344CB8AC3E}">
        <p14:creationId xmlns:p14="http://schemas.microsoft.com/office/powerpoint/2010/main" val="1565734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8CD56-EAE4-E645-2F8E-1E50BEB18E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8CE31F-D8BE-14F7-617B-155439A3E6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F144F81-F1BE-4FF9-5D89-3709227B30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D478D8-84A5-076F-059C-05B1F922822A}"/>
              </a:ext>
            </a:extLst>
          </p:cNvPr>
          <p:cNvSpPr>
            <a:spLocks noGrp="1"/>
          </p:cNvSpPr>
          <p:nvPr>
            <p:ph type="dt" sz="half" idx="10"/>
          </p:nvPr>
        </p:nvSpPr>
        <p:spPr/>
        <p:txBody>
          <a:bodyPr/>
          <a:lstStyle/>
          <a:p>
            <a:fld id="{AF9D9F64-4867-45A3-89D0-E64165B79A22}" type="datetimeFigureOut">
              <a:rPr lang="en-IN" smtClean="0"/>
              <a:t>01-11-2025</a:t>
            </a:fld>
            <a:endParaRPr lang="en-IN"/>
          </a:p>
        </p:txBody>
      </p:sp>
      <p:sp>
        <p:nvSpPr>
          <p:cNvPr id="6" name="Footer Placeholder 5">
            <a:extLst>
              <a:ext uri="{FF2B5EF4-FFF2-40B4-BE49-F238E27FC236}">
                <a16:creationId xmlns:a16="http://schemas.microsoft.com/office/drawing/2014/main" id="{6D2FA373-030F-6D70-61BD-536648A4C0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51164F-3CAC-6F9D-C48D-6082BFBCD461}"/>
              </a:ext>
            </a:extLst>
          </p:cNvPr>
          <p:cNvSpPr>
            <a:spLocks noGrp="1"/>
          </p:cNvSpPr>
          <p:nvPr>
            <p:ph type="sldNum" sz="quarter" idx="12"/>
          </p:nvPr>
        </p:nvSpPr>
        <p:spPr/>
        <p:txBody>
          <a:bodyPr/>
          <a:lstStyle/>
          <a:p>
            <a:fld id="{4E6B9122-56C6-4977-AC39-ED8D8C9003A9}" type="slidenum">
              <a:rPr lang="en-IN" smtClean="0"/>
              <a:t>‹#›</a:t>
            </a:fld>
            <a:endParaRPr lang="en-IN"/>
          </a:p>
        </p:txBody>
      </p:sp>
    </p:spTree>
    <p:extLst>
      <p:ext uri="{BB962C8B-B14F-4D97-AF65-F5344CB8AC3E}">
        <p14:creationId xmlns:p14="http://schemas.microsoft.com/office/powerpoint/2010/main" val="985108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F0A7A-C036-48F6-3292-8AD2F704C9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6652C9D-3FF2-8822-C2C1-8F4945AEBD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79EA38-DBFE-78C8-2DD7-9F3BC4115CBA}"/>
              </a:ext>
            </a:extLst>
          </p:cNvPr>
          <p:cNvSpPr>
            <a:spLocks noGrp="1"/>
          </p:cNvSpPr>
          <p:nvPr>
            <p:ph type="dt" sz="half" idx="10"/>
          </p:nvPr>
        </p:nvSpPr>
        <p:spPr/>
        <p:txBody>
          <a:bodyPr/>
          <a:lstStyle/>
          <a:p>
            <a:fld id="{AF9D9F64-4867-45A3-89D0-E64165B79A22}" type="datetimeFigureOut">
              <a:rPr lang="en-IN" smtClean="0"/>
              <a:t>01-11-2025</a:t>
            </a:fld>
            <a:endParaRPr lang="en-IN"/>
          </a:p>
        </p:txBody>
      </p:sp>
      <p:sp>
        <p:nvSpPr>
          <p:cNvPr id="5" name="Footer Placeholder 4">
            <a:extLst>
              <a:ext uri="{FF2B5EF4-FFF2-40B4-BE49-F238E27FC236}">
                <a16:creationId xmlns:a16="http://schemas.microsoft.com/office/drawing/2014/main" id="{9567A011-FCA8-C279-1AB7-370BD852FD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25C746-EF72-B816-C998-06DA637A2EBD}"/>
              </a:ext>
            </a:extLst>
          </p:cNvPr>
          <p:cNvSpPr>
            <a:spLocks noGrp="1"/>
          </p:cNvSpPr>
          <p:nvPr>
            <p:ph type="sldNum" sz="quarter" idx="12"/>
          </p:nvPr>
        </p:nvSpPr>
        <p:spPr/>
        <p:txBody>
          <a:bodyPr/>
          <a:lstStyle/>
          <a:p>
            <a:fld id="{4E6B9122-56C6-4977-AC39-ED8D8C9003A9}" type="slidenum">
              <a:rPr lang="en-IN" smtClean="0"/>
              <a:t>‹#›</a:t>
            </a:fld>
            <a:endParaRPr lang="en-IN"/>
          </a:p>
        </p:txBody>
      </p:sp>
    </p:spTree>
    <p:extLst>
      <p:ext uri="{BB962C8B-B14F-4D97-AF65-F5344CB8AC3E}">
        <p14:creationId xmlns:p14="http://schemas.microsoft.com/office/powerpoint/2010/main" val="1063669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1ACEC2-7869-15A2-C702-14435777B5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64329B-528B-115D-F418-B8C881A161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707068-19E3-13C8-404C-D67728D24085}"/>
              </a:ext>
            </a:extLst>
          </p:cNvPr>
          <p:cNvSpPr>
            <a:spLocks noGrp="1"/>
          </p:cNvSpPr>
          <p:nvPr>
            <p:ph type="dt" sz="half" idx="10"/>
          </p:nvPr>
        </p:nvSpPr>
        <p:spPr/>
        <p:txBody>
          <a:bodyPr/>
          <a:lstStyle/>
          <a:p>
            <a:fld id="{AF9D9F64-4867-45A3-89D0-E64165B79A22}" type="datetimeFigureOut">
              <a:rPr lang="en-IN" smtClean="0"/>
              <a:t>01-11-2025</a:t>
            </a:fld>
            <a:endParaRPr lang="en-IN"/>
          </a:p>
        </p:txBody>
      </p:sp>
      <p:sp>
        <p:nvSpPr>
          <p:cNvPr id="5" name="Footer Placeholder 4">
            <a:extLst>
              <a:ext uri="{FF2B5EF4-FFF2-40B4-BE49-F238E27FC236}">
                <a16:creationId xmlns:a16="http://schemas.microsoft.com/office/drawing/2014/main" id="{222A95C7-2C9E-8C14-83C4-E80BB0FA7F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46D4BB-96D0-4CCB-52B2-B4C56FED4E4C}"/>
              </a:ext>
            </a:extLst>
          </p:cNvPr>
          <p:cNvSpPr>
            <a:spLocks noGrp="1"/>
          </p:cNvSpPr>
          <p:nvPr>
            <p:ph type="sldNum" sz="quarter" idx="12"/>
          </p:nvPr>
        </p:nvSpPr>
        <p:spPr/>
        <p:txBody>
          <a:bodyPr/>
          <a:lstStyle/>
          <a:p>
            <a:fld id="{4E6B9122-56C6-4977-AC39-ED8D8C9003A9}" type="slidenum">
              <a:rPr lang="en-IN" smtClean="0"/>
              <a:t>‹#›</a:t>
            </a:fld>
            <a:endParaRPr lang="en-IN"/>
          </a:p>
        </p:txBody>
      </p:sp>
    </p:spTree>
    <p:extLst>
      <p:ext uri="{BB962C8B-B14F-4D97-AF65-F5344CB8AC3E}">
        <p14:creationId xmlns:p14="http://schemas.microsoft.com/office/powerpoint/2010/main" val="2264553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B7330B-03B0-4739-4158-BD52BDC3FD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A1F6E2-058F-416B-3F98-6E768E2F87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4B8473-4E3C-2EFB-E35F-FE71E3278F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9D9F64-4867-45A3-89D0-E64165B79A22}" type="datetimeFigureOut">
              <a:rPr lang="en-IN" smtClean="0"/>
              <a:t>01-11-2025</a:t>
            </a:fld>
            <a:endParaRPr lang="en-IN"/>
          </a:p>
        </p:txBody>
      </p:sp>
      <p:sp>
        <p:nvSpPr>
          <p:cNvPr id="5" name="Footer Placeholder 4">
            <a:extLst>
              <a:ext uri="{FF2B5EF4-FFF2-40B4-BE49-F238E27FC236}">
                <a16:creationId xmlns:a16="http://schemas.microsoft.com/office/drawing/2014/main" id="{B64C532D-9CB5-8670-EFAA-CE34351834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703CC09-DB90-DEDE-7720-ADCB200448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6B9122-56C6-4977-AC39-ED8D8C9003A9}" type="slidenum">
              <a:rPr lang="en-IN" smtClean="0"/>
              <a:t>‹#›</a:t>
            </a:fld>
            <a:endParaRPr lang="en-IN"/>
          </a:p>
        </p:txBody>
      </p:sp>
    </p:spTree>
    <p:extLst>
      <p:ext uri="{BB962C8B-B14F-4D97-AF65-F5344CB8AC3E}">
        <p14:creationId xmlns:p14="http://schemas.microsoft.com/office/powerpoint/2010/main" val="3032736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doi.org/10.34105/j.kmel.2015.07.002"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D2D7D-F0BB-B58A-F4F6-809245DB6A79}"/>
              </a:ext>
            </a:extLst>
          </p:cNvPr>
          <p:cNvSpPr>
            <a:spLocks noGrp="1"/>
          </p:cNvSpPr>
          <p:nvPr>
            <p:ph type="ctrTitle"/>
          </p:nvPr>
        </p:nvSpPr>
        <p:spPr/>
        <p:txBody>
          <a:bodyPr/>
          <a:lstStyle/>
          <a:p>
            <a:r>
              <a:rPr lang="en-US" dirty="0"/>
              <a:t>Mind Mapping</a:t>
            </a:r>
            <a:endParaRPr lang="en-IN" dirty="0"/>
          </a:p>
        </p:txBody>
      </p:sp>
      <p:sp>
        <p:nvSpPr>
          <p:cNvPr id="3" name="Subtitle 2">
            <a:extLst>
              <a:ext uri="{FF2B5EF4-FFF2-40B4-BE49-F238E27FC236}">
                <a16:creationId xmlns:a16="http://schemas.microsoft.com/office/drawing/2014/main" id="{2B5E3131-53A9-6684-72FE-9A930BD8AD68}"/>
              </a:ext>
            </a:extLst>
          </p:cNvPr>
          <p:cNvSpPr>
            <a:spLocks noGrp="1"/>
          </p:cNvSpPr>
          <p:nvPr>
            <p:ph type="subTitle" idx="1"/>
          </p:nvPr>
        </p:nvSpPr>
        <p:spPr/>
        <p:txBody>
          <a:bodyPr/>
          <a:lstStyle/>
          <a:p>
            <a:r>
              <a:rPr lang="en-US" dirty="0"/>
              <a:t>A strategic visual to organize information</a:t>
            </a:r>
          </a:p>
        </p:txBody>
      </p:sp>
    </p:spTree>
    <p:extLst>
      <p:ext uri="{BB962C8B-B14F-4D97-AF65-F5344CB8AC3E}">
        <p14:creationId xmlns:p14="http://schemas.microsoft.com/office/powerpoint/2010/main" val="889198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66B1D-FA70-EB7A-C987-CCFE68BAD994}"/>
              </a:ext>
            </a:extLst>
          </p:cNvPr>
          <p:cNvSpPr>
            <a:spLocks noGrp="1"/>
          </p:cNvSpPr>
          <p:nvPr>
            <p:ph type="title"/>
          </p:nvPr>
        </p:nvSpPr>
        <p:spPr>
          <a:xfrm>
            <a:off x="838200" y="365125"/>
            <a:ext cx="10515600" cy="840653"/>
          </a:xfrm>
        </p:spPr>
        <p:txBody>
          <a:bodyPr>
            <a:normAutofit/>
          </a:bodyPr>
          <a:lstStyle/>
          <a:p>
            <a:r>
              <a:rPr lang="en-US" dirty="0"/>
              <a:t>Are you familiar with a detective board?</a:t>
            </a:r>
            <a:endParaRPr lang="en-IN" dirty="0"/>
          </a:p>
        </p:txBody>
      </p:sp>
      <p:pic>
        <p:nvPicPr>
          <p:cNvPr id="5" name="Content Placeholder 4">
            <a:extLst>
              <a:ext uri="{FF2B5EF4-FFF2-40B4-BE49-F238E27FC236}">
                <a16:creationId xmlns:a16="http://schemas.microsoft.com/office/drawing/2014/main" id="{D6788CEC-D38C-9A1C-29C0-E48AAD25DC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62207" y="1319718"/>
            <a:ext cx="5907440" cy="4380200"/>
          </a:xfrm>
        </p:spPr>
      </p:pic>
      <p:sp>
        <p:nvSpPr>
          <p:cNvPr id="6" name="TextBox 5">
            <a:extLst>
              <a:ext uri="{FF2B5EF4-FFF2-40B4-BE49-F238E27FC236}">
                <a16:creationId xmlns:a16="http://schemas.microsoft.com/office/drawing/2014/main" id="{CCE6F39F-51DE-4BD1-2FF2-2137264AB7F6}"/>
              </a:ext>
            </a:extLst>
          </p:cNvPr>
          <p:cNvSpPr txBox="1"/>
          <p:nvPr/>
        </p:nvSpPr>
        <p:spPr>
          <a:xfrm>
            <a:off x="1052945" y="3105833"/>
            <a:ext cx="3814619" cy="923330"/>
          </a:xfrm>
          <a:prstGeom prst="rect">
            <a:avLst/>
          </a:prstGeom>
          <a:noFill/>
        </p:spPr>
        <p:txBody>
          <a:bodyPr wrap="square" rtlCol="0">
            <a:spAutoFit/>
          </a:bodyPr>
          <a:lstStyle/>
          <a:p>
            <a:r>
              <a:rPr lang="en-US" dirty="0"/>
              <a:t>Why don’t detectives simply write down all the cases or all aspects of one single case on a notepad?</a:t>
            </a:r>
            <a:endParaRPr lang="en-IN" dirty="0"/>
          </a:p>
        </p:txBody>
      </p:sp>
    </p:spTree>
    <p:extLst>
      <p:ext uri="{BB962C8B-B14F-4D97-AF65-F5344CB8AC3E}">
        <p14:creationId xmlns:p14="http://schemas.microsoft.com/office/powerpoint/2010/main" val="906902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43289-C3FD-5A71-AF7B-12B631070224}"/>
              </a:ext>
            </a:extLst>
          </p:cNvPr>
          <p:cNvSpPr>
            <a:spLocks noGrp="1"/>
          </p:cNvSpPr>
          <p:nvPr>
            <p:ph type="title"/>
          </p:nvPr>
        </p:nvSpPr>
        <p:spPr/>
        <p:txBody>
          <a:bodyPr/>
          <a:lstStyle/>
          <a:p>
            <a:r>
              <a:rPr lang="en-US" dirty="0"/>
              <a:t>Human mind is mysterious, but not omnipresent!</a:t>
            </a:r>
            <a:endParaRPr lang="en-IN" dirty="0"/>
          </a:p>
        </p:txBody>
      </p:sp>
      <p:sp>
        <p:nvSpPr>
          <p:cNvPr id="3" name="Content Placeholder 2">
            <a:extLst>
              <a:ext uri="{FF2B5EF4-FFF2-40B4-BE49-F238E27FC236}">
                <a16:creationId xmlns:a16="http://schemas.microsoft.com/office/drawing/2014/main" id="{E758E0F0-6AA8-8D65-36F8-E81C3D7E2CC6}"/>
              </a:ext>
            </a:extLst>
          </p:cNvPr>
          <p:cNvSpPr>
            <a:spLocks noGrp="1"/>
          </p:cNvSpPr>
          <p:nvPr>
            <p:ph idx="1"/>
          </p:nvPr>
        </p:nvSpPr>
        <p:spPr>
          <a:xfrm>
            <a:off x="838200" y="1825625"/>
            <a:ext cx="10515600" cy="3734666"/>
          </a:xfrm>
        </p:spPr>
        <p:txBody>
          <a:bodyPr>
            <a:normAutofit/>
          </a:bodyPr>
          <a:lstStyle/>
          <a:p>
            <a:endParaRPr lang="en-US" dirty="0"/>
          </a:p>
          <a:p>
            <a:r>
              <a:rPr lang="en-US" dirty="0"/>
              <a:t> Mind can process either divergent thinking or convergent thinking at one time.</a:t>
            </a:r>
          </a:p>
          <a:p>
            <a:r>
              <a:rPr lang="en-US" dirty="0"/>
              <a:t>A divergent pattern of thought includes all possible aspects of a specific topic.</a:t>
            </a:r>
          </a:p>
          <a:p>
            <a:r>
              <a:rPr lang="en-US" dirty="0"/>
              <a:t>A convergent pattern of thought is focused on one single aspect in greater detail or finding a framework to consider all the aspects together</a:t>
            </a:r>
          </a:p>
          <a:p>
            <a:endParaRPr lang="en-IN" dirty="0"/>
          </a:p>
        </p:txBody>
      </p:sp>
    </p:spTree>
    <p:extLst>
      <p:ext uri="{BB962C8B-B14F-4D97-AF65-F5344CB8AC3E}">
        <p14:creationId xmlns:p14="http://schemas.microsoft.com/office/powerpoint/2010/main" val="725437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32D74-EBB0-819C-F444-0FE24A2360A5}"/>
              </a:ext>
            </a:extLst>
          </p:cNvPr>
          <p:cNvSpPr>
            <a:spLocks noGrp="1"/>
          </p:cNvSpPr>
          <p:nvPr>
            <p:ph type="title"/>
          </p:nvPr>
        </p:nvSpPr>
        <p:spPr/>
        <p:txBody>
          <a:bodyPr/>
          <a:lstStyle/>
          <a:p>
            <a:r>
              <a:rPr lang="en-US" b="1" dirty="0"/>
              <a:t>Mind map: both divergent and convergent at the same time!</a:t>
            </a:r>
            <a:endParaRPr lang="en-IN" b="1" dirty="0"/>
          </a:p>
        </p:txBody>
      </p:sp>
      <p:pic>
        <p:nvPicPr>
          <p:cNvPr id="5" name="Content Placeholder 4">
            <a:extLst>
              <a:ext uri="{FF2B5EF4-FFF2-40B4-BE49-F238E27FC236}">
                <a16:creationId xmlns:a16="http://schemas.microsoft.com/office/drawing/2014/main" id="{3AB071DE-E665-4A45-CE16-296FF05CC9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70782" y="1163782"/>
            <a:ext cx="5532583" cy="5329093"/>
          </a:xfrm>
        </p:spPr>
      </p:pic>
      <p:sp>
        <p:nvSpPr>
          <p:cNvPr id="6" name="TextBox 5">
            <a:extLst>
              <a:ext uri="{FF2B5EF4-FFF2-40B4-BE49-F238E27FC236}">
                <a16:creationId xmlns:a16="http://schemas.microsoft.com/office/drawing/2014/main" id="{0C6BC4D6-B492-E604-9483-690FDB747DB6}"/>
              </a:ext>
            </a:extLst>
          </p:cNvPr>
          <p:cNvSpPr txBox="1"/>
          <p:nvPr/>
        </p:nvSpPr>
        <p:spPr>
          <a:xfrm>
            <a:off x="838200" y="2512291"/>
            <a:ext cx="5532582" cy="1200329"/>
          </a:xfrm>
          <a:prstGeom prst="rect">
            <a:avLst/>
          </a:prstGeom>
          <a:noFill/>
        </p:spPr>
        <p:txBody>
          <a:bodyPr wrap="square" rtlCol="0">
            <a:spAutoFit/>
          </a:bodyPr>
          <a:lstStyle/>
          <a:p>
            <a:pPr algn="ctr"/>
            <a:r>
              <a:rPr lang="en-US" sz="2400" dirty="0"/>
              <a:t>Has a central concept (parent node) and uses branches (linking lines), and sub-concepts (child nodes)— divergent</a:t>
            </a:r>
            <a:endParaRPr lang="en-IN" sz="2400" dirty="0"/>
          </a:p>
        </p:txBody>
      </p:sp>
      <p:sp>
        <p:nvSpPr>
          <p:cNvPr id="9" name="TextBox 8">
            <a:extLst>
              <a:ext uri="{FF2B5EF4-FFF2-40B4-BE49-F238E27FC236}">
                <a16:creationId xmlns:a16="http://schemas.microsoft.com/office/drawing/2014/main" id="{5282985A-D8C2-3F2E-ADC3-3C30E913A552}"/>
              </a:ext>
            </a:extLst>
          </p:cNvPr>
          <p:cNvSpPr txBox="1"/>
          <p:nvPr/>
        </p:nvSpPr>
        <p:spPr>
          <a:xfrm>
            <a:off x="923635" y="4775200"/>
            <a:ext cx="5107709" cy="1200329"/>
          </a:xfrm>
          <a:prstGeom prst="rect">
            <a:avLst/>
          </a:prstGeom>
          <a:noFill/>
        </p:spPr>
        <p:txBody>
          <a:bodyPr wrap="square" rtlCol="0">
            <a:spAutoFit/>
          </a:bodyPr>
          <a:lstStyle/>
          <a:p>
            <a:pPr algn="ctr"/>
            <a:r>
              <a:rPr lang="en-US" sz="2400" dirty="0" err="1"/>
              <a:t>Embeddes</a:t>
            </a:r>
            <a:r>
              <a:rPr lang="en-US" sz="2400" dirty="0"/>
              <a:t> the branches within a structure, promotes the flow of ideas and their associations— convergent  </a:t>
            </a:r>
            <a:endParaRPr lang="en-IN" sz="2400" dirty="0"/>
          </a:p>
        </p:txBody>
      </p:sp>
    </p:spTree>
    <p:extLst>
      <p:ext uri="{BB962C8B-B14F-4D97-AF65-F5344CB8AC3E}">
        <p14:creationId xmlns:p14="http://schemas.microsoft.com/office/powerpoint/2010/main" val="3385539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BAAAB-1985-3B62-A7F2-2C05E03A3073}"/>
              </a:ext>
            </a:extLst>
          </p:cNvPr>
          <p:cNvSpPr>
            <a:spLocks noGrp="1"/>
          </p:cNvSpPr>
          <p:nvPr>
            <p:ph type="title"/>
          </p:nvPr>
        </p:nvSpPr>
        <p:spPr>
          <a:xfrm>
            <a:off x="2186710" y="180398"/>
            <a:ext cx="6855691" cy="1325563"/>
          </a:xfrm>
        </p:spPr>
        <p:txBody>
          <a:bodyPr/>
          <a:lstStyle/>
          <a:p>
            <a:r>
              <a:rPr lang="en-US" dirty="0"/>
              <a:t>Criteria for a Good Mind Map</a:t>
            </a:r>
            <a:endParaRPr lang="en-IN" dirty="0"/>
          </a:p>
        </p:txBody>
      </p:sp>
      <p:sp>
        <p:nvSpPr>
          <p:cNvPr id="3" name="Content Placeholder 2">
            <a:extLst>
              <a:ext uri="{FF2B5EF4-FFF2-40B4-BE49-F238E27FC236}">
                <a16:creationId xmlns:a16="http://schemas.microsoft.com/office/drawing/2014/main" id="{E161CF11-C627-59EB-8EA8-E663192A0507}"/>
              </a:ext>
            </a:extLst>
          </p:cNvPr>
          <p:cNvSpPr>
            <a:spLocks noGrp="1"/>
          </p:cNvSpPr>
          <p:nvPr>
            <p:ph idx="1"/>
          </p:nvPr>
        </p:nvSpPr>
        <p:spPr>
          <a:xfrm>
            <a:off x="1263073" y="1671781"/>
            <a:ext cx="9331036" cy="4858327"/>
          </a:xfrm>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A context for the mind map should be defined, commonly with a stated explicit "focus question".</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Concept labels in maps should be only one or a few words labeling a specific concept.</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Linking lines should be labeled with one or few words, and not contain concept labels important to the map’s conceptual content. They specify the proposition or principle formed by the concepts and linking words.</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Mind maps should have hierarchical organization, with the most general, most inclusive concepts at the top, and progressive more specific, less inclusive concepts at lower levels.</a:t>
            </a:r>
            <a:br>
              <a:rPr lang="en-US" dirty="0"/>
            </a:br>
            <a:endParaRPr lang="en-IN" dirty="0"/>
          </a:p>
        </p:txBody>
      </p:sp>
    </p:spTree>
    <p:extLst>
      <p:ext uri="{BB962C8B-B14F-4D97-AF65-F5344CB8AC3E}">
        <p14:creationId xmlns:p14="http://schemas.microsoft.com/office/powerpoint/2010/main" val="2844956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1612F-5E4E-99BA-ADC6-8BC6C548D6AD}"/>
              </a:ext>
            </a:extLst>
          </p:cNvPr>
          <p:cNvSpPr>
            <a:spLocks noGrp="1"/>
          </p:cNvSpPr>
          <p:nvPr>
            <p:ph type="title"/>
          </p:nvPr>
        </p:nvSpPr>
        <p:spPr>
          <a:xfrm>
            <a:off x="5185833" y="331258"/>
            <a:ext cx="1820333" cy="1325563"/>
          </a:xfrm>
        </p:spPr>
        <p:txBody>
          <a:bodyPr/>
          <a:lstStyle/>
          <a:p>
            <a:r>
              <a:rPr lang="en-US" dirty="0"/>
              <a:t>Contd.</a:t>
            </a:r>
            <a:endParaRPr lang="en-IN" dirty="0"/>
          </a:p>
        </p:txBody>
      </p:sp>
      <p:sp>
        <p:nvSpPr>
          <p:cNvPr id="3" name="Content Placeholder 2">
            <a:extLst>
              <a:ext uri="{FF2B5EF4-FFF2-40B4-BE49-F238E27FC236}">
                <a16:creationId xmlns:a16="http://schemas.microsoft.com/office/drawing/2014/main" id="{7EF19938-34C2-CF02-6E9B-2DE3691B6AA0}"/>
              </a:ext>
            </a:extLst>
          </p:cNvPr>
          <p:cNvSpPr>
            <a:spLocks noGrp="1"/>
          </p:cNvSpPr>
          <p:nvPr>
            <p:ph idx="1"/>
          </p:nvPr>
        </p:nvSpPr>
        <p:spPr>
          <a:xfrm>
            <a:off x="1286932" y="1436158"/>
            <a:ext cx="9618133" cy="4351338"/>
          </a:xfrm>
        </p:spPr>
        <p:txBody>
          <a:bodyPr>
            <a:normAutofit/>
          </a:bodyPr>
          <a:lstStyle/>
          <a:p>
            <a:r>
              <a:rPr lang="en-US" sz="2400" dirty="0">
                <a:latin typeface="Times New Roman" panose="02020603050405020304" pitchFamily="18" charset="0"/>
                <a:cs typeface="Times New Roman" panose="02020603050405020304" pitchFamily="18" charset="0"/>
              </a:rPr>
              <a:t>In general, no more than three or four sub-concepts should be linked below any given concept.</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Crosslinks should specify significant interrelationships between two concepts in different sub-domains of knowledge shown in the map. These are best added when the map is nearing completion.</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Concept labels should not appear more than once in a given map.</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718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FEF4D8-FDFE-329B-FFB8-D843D105FC9D}"/>
              </a:ext>
            </a:extLst>
          </p:cNvPr>
          <p:cNvSpPr txBox="1"/>
          <p:nvPr/>
        </p:nvSpPr>
        <p:spPr>
          <a:xfrm>
            <a:off x="2861734" y="6104467"/>
            <a:ext cx="6341533" cy="369332"/>
          </a:xfrm>
          <a:prstGeom prst="rect">
            <a:avLst/>
          </a:prstGeom>
          <a:noFill/>
        </p:spPr>
        <p:txBody>
          <a:bodyPr wrap="square" rtlCol="0">
            <a:spAutoFit/>
          </a:bodyPr>
          <a:lstStyle/>
          <a:p>
            <a:pPr algn="ctr"/>
            <a:r>
              <a:rPr lang="en-US" dirty="0"/>
              <a:t>Mind map on “the features of a mind map”</a:t>
            </a:r>
            <a:endParaRPr lang="en-IN" dirty="0"/>
          </a:p>
        </p:txBody>
      </p:sp>
      <p:pic>
        <p:nvPicPr>
          <p:cNvPr id="3" name="Picture 2">
            <a:extLst>
              <a:ext uri="{FF2B5EF4-FFF2-40B4-BE49-F238E27FC236}">
                <a16:creationId xmlns:a16="http://schemas.microsoft.com/office/drawing/2014/main" id="{4399986B-DA86-60C4-42F8-679577FE5E22}"/>
              </a:ext>
            </a:extLst>
          </p:cNvPr>
          <p:cNvPicPr>
            <a:picLocks noChangeAspect="1"/>
          </p:cNvPicPr>
          <p:nvPr/>
        </p:nvPicPr>
        <p:blipFill>
          <a:blip r:embed="rId2"/>
          <a:stretch>
            <a:fillRect/>
          </a:stretch>
        </p:blipFill>
        <p:spPr>
          <a:xfrm>
            <a:off x="1524000" y="0"/>
            <a:ext cx="9225280" cy="6104467"/>
          </a:xfrm>
          <a:prstGeom prst="rect">
            <a:avLst/>
          </a:prstGeom>
        </p:spPr>
      </p:pic>
    </p:spTree>
    <p:extLst>
      <p:ext uri="{BB962C8B-B14F-4D97-AF65-F5344CB8AC3E}">
        <p14:creationId xmlns:p14="http://schemas.microsoft.com/office/powerpoint/2010/main" val="3947251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49583756-957F-4D7F-1963-185D036D8D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866" y="210210"/>
            <a:ext cx="9575799" cy="4844390"/>
          </a:xfrm>
          <a:prstGeom prst="rect">
            <a:avLst/>
          </a:prstGeom>
        </p:spPr>
      </p:pic>
      <p:sp>
        <p:nvSpPr>
          <p:cNvPr id="3" name="TextBox 2">
            <a:extLst>
              <a:ext uri="{FF2B5EF4-FFF2-40B4-BE49-F238E27FC236}">
                <a16:creationId xmlns:a16="http://schemas.microsoft.com/office/drawing/2014/main" id="{C763B79E-43A2-E2E6-B82F-5708E03FBA2A}"/>
              </a:ext>
            </a:extLst>
          </p:cNvPr>
          <p:cNvSpPr txBox="1"/>
          <p:nvPr/>
        </p:nvSpPr>
        <p:spPr>
          <a:xfrm>
            <a:off x="2819400" y="5283199"/>
            <a:ext cx="6553200" cy="923330"/>
          </a:xfrm>
          <a:prstGeom prst="rect">
            <a:avLst/>
          </a:prstGeom>
          <a:noFill/>
        </p:spPr>
        <p:txBody>
          <a:bodyPr wrap="square" rtlCol="0">
            <a:spAutoFit/>
          </a:bodyPr>
          <a:lstStyle/>
          <a:p>
            <a:pPr algn="ctr"/>
            <a:r>
              <a:rPr lang="en-US" dirty="0"/>
              <a:t>Mind map on the rationale for Human Space Exploration, answering the focus question “Why does the US have a human space exploration program?”</a:t>
            </a:r>
            <a:endParaRPr lang="en-IN" dirty="0"/>
          </a:p>
        </p:txBody>
      </p:sp>
    </p:spTree>
    <p:extLst>
      <p:ext uri="{BB962C8B-B14F-4D97-AF65-F5344CB8AC3E}">
        <p14:creationId xmlns:p14="http://schemas.microsoft.com/office/powerpoint/2010/main" val="1995307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55A9B0-6034-1D7D-6C2B-69C957F6DD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2371" y="406402"/>
            <a:ext cx="8780992" cy="4945062"/>
          </a:xfrm>
          <a:prstGeom prst="rect">
            <a:avLst/>
          </a:prstGeom>
        </p:spPr>
      </p:pic>
      <p:sp>
        <p:nvSpPr>
          <p:cNvPr id="4" name="TextBox 3">
            <a:extLst>
              <a:ext uri="{FF2B5EF4-FFF2-40B4-BE49-F238E27FC236}">
                <a16:creationId xmlns:a16="http://schemas.microsoft.com/office/drawing/2014/main" id="{14C8D714-6DA3-0F2A-0B36-EE0D9406746A}"/>
              </a:ext>
            </a:extLst>
          </p:cNvPr>
          <p:cNvSpPr txBox="1"/>
          <p:nvPr/>
        </p:nvSpPr>
        <p:spPr>
          <a:xfrm>
            <a:off x="2135452" y="5621867"/>
            <a:ext cx="7921096" cy="372533"/>
          </a:xfrm>
          <a:prstGeom prst="rect">
            <a:avLst/>
          </a:prstGeom>
          <a:noFill/>
        </p:spPr>
        <p:txBody>
          <a:bodyPr wrap="square" rtlCol="0">
            <a:spAutoFit/>
          </a:bodyPr>
          <a:lstStyle/>
          <a:p>
            <a:pPr algn="ctr"/>
            <a:r>
              <a:rPr lang="en-US" dirty="0"/>
              <a:t>Mind map of the elements valued in an AR (Augmented Reality) Experience</a:t>
            </a:r>
            <a:endParaRPr lang="en-IN" dirty="0"/>
          </a:p>
        </p:txBody>
      </p:sp>
    </p:spTree>
    <p:extLst>
      <p:ext uri="{BB962C8B-B14F-4D97-AF65-F5344CB8AC3E}">
        <p14:creationId xmlns:p14="http://schemas.microsoft.com/office/powerpoint/2010/main" val="2025683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32C83C-D347-BA1B-F8CE-8F3D92A455E7}"/>
              </a:ext>
            </a:extLst>
          </p:cNvPr>
          <p:cNvPicPr>
            <a:picLocks noChangeAspect="1"/>
          </p:cNvPicPr>
          <p:nvPr/>
        </p:nvPicPr>
        <p:blipFill>
          <a:blip r:embed="rId2"/>
          <a:stretch>
            <a:fillRect/>
          </a:stretch>
        </p:blipFill>
        <p:spPr>
          <a:xfrm>
            <a:off x="1209040" y="345440"/>
            <a:ext cx="9448800" cy="5598160"/>
          </a:xfrm>
          <a:prstGeom prst="rect">
            <a:avLst/>
          </a:prstGeom>
        </p:spPr>
      </p:pic>
      <p:sp>
        <p:nvSpPr>
          <p:cNvPr id="6" name="TextBox 5">
            <a:extLst>
              <a:ext uri="{FF2B5EF4-FFF2-40B4-BE49-F238E27FC236}">
                <a16:creationId xmlns:a16="http://schemas.microsoft.com/office/drawing/2014/main" id="{F3F697F8-DD37-2682-CE6D-2301AF889E61}"/>
              </a:ext>
            </a:extLst>
          </p:cNvPr>
          <p:cNvSpPr txBox="1"/>
          <p:nvPr/>
        </p:nvSpPr>
        <p:spPr>
          <a:xfrm>
            <a:off x="2834640" y="6143228"/>
            <a:ext cx="5567680" cy="369332"/>
          </a:xfrm>
          <a:prstGeom prst="rect">
            <a:avLst/>
          </a:prstGeom>
          <a:noFill/>
        </p:spPr>
        <p:txBody>
          <a:bodyPr wrap="square" rtlCol="0">
            <a:spAutoFit/>
          </a:bodyPr>
          <a:lstStyle/>
          <a:p>
            <a:pPr algn="ctr"/>
            <a:r>
              <a:rPr lang="en-US" dirty="0"/>
              <a:t>Mind map on how to frame a presentation</a:t>
            </a:r>
            <a:endParaRPr lang="en-IN" dirty="0"/>
          </a:p>
        </p:txBody>
      </p:sp>
    </p:spTree>
    <p:extLst>
      <p:ext uri="{BB962C8B-B14F-4D97-AF65-F5344CB8AC3E}">
        <p14:creationId xmlns:p14="http://schemas.microsoft.com/office/powerpoint/2010/main" val="2254736182"/>
      </p:ext>
    </p:extLst>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 name="Shape 11"/>
        <p:cNvGrpSpPr/>
        <p:nvPr/>
      </p:nvGrpSpPr>
      <p:grpSpPr>
        <a:xfrm>
          <a:off x="0" y="0"/>
          <a:ext cx="0" cy="0"/>
          <a:chOff x="0" y="0"/>
          <a:chExt cx="0" cy="0"/>
        </a:xfrm>
      </p:grpSpPr>
      <p:sp>
        <p:nvSpPr>
          <p:cNvPr id="12" name="Google Shape;12;p1"/>
          <p:cNvSpPr txBox="1"/>
          <p:nvPr/>
        </p:nvSpPr>
        <p:spPr>
          <a:xfrm>
            <a:off x="2417527" y="1151671"/>
            <a:ext cx="8961000" cy="52104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400">
                <a:solidFill>
                  <a:schemeClr val="dk1"/>
                </a:solidFill>
                <a:latin typeface="Arial"/>
                <a:ea typeface="Arial"/>
                <a:cs typeface="Arial"/>
                <a:sym typeface="Arial"/>
              </a:rPr>
              <a:t>	Effective communication involves both verbal and non-verbal elements that work together to convey meaning clearly and accurately. Verbal communication includes the choice of words, tone, clarity of speech, and organization of ideas to express thoughts precisely. It requires active listening, an appropriate vocabulary, and courteous responses to ensure understanding. Non-verbal communication, on the other hand, consists of gestures, facial expressions, posture, eye contact, and body language, all of which can strengthen or contradict spoken words. Good communicators maintain positive body language, control their tone, and match their expressions with the message they intend to share. Together, these aspects help build trust, avoid misunderstandings, and create meaningful human interaction.</a:t>
            </a:r>
            <a:endParaRPr sz="2400">
              <a:solidFill>
                <a:schemeClr val="dk1"/>
              </a:solidFill>
              <a:latin typeface="Calibri"/>
              <a:ea typeface="Calibri"/>
              <a:cs typeface="Calibri"/>
              <a:sym typeface="Calibri"/>
            </a:endParaRPr>
          </a:p>
        </p:txBody>
      </p:sp>
      <p:sp>
        <p:nvSpPr>
          <p:cNvPr id="13" name="Google Shape;13;p1"/>
          <p:cNvSpPr txBox="1"/>
          <p:nvPr/>
        </p:nvSpPr>
        <p:spPr>
          <a:xfrm>
            <a:off x="638541" y="328165"/>
            <a:ext cx="5782800" cy="823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Read the paragraph and make a mind map based on it. </a:t>
            </a:r>
            <a:endParaRPr sz="24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 name="Shape 14"/>
        <p:cNvGrpSpPr/>
        <p:nvPr/>
      </p:nvGrpSpPr>
      <p:grpSpPr>
        <a:xfrm>
          <a:off x="0" y="0"/>
          <a:ext cx="0" cy="0"/>
          <a:chOff x="0" y="0"/>
          <a:chExt cx="0" cy="0"/>
        </a:xfrm>
      </p:grpSpPr>
      <p:sp>
        <p:nvSpPr>
          <p:cNvPr id="15" name="Google Shape;15;p2"/>
          <p:cNvSpPr txBox="1"/>
          <p:nvPr/>
        </p:nvSpPr>
        <p:spPr>
          <a:xfrm>
            <a:off x="1066800" y="568959"/>
            <a:ext cx="9692700" cy="572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Arial"/>
              <a:buNone/>
            </a:pPr>
            <a:r>
              <a:rPr b="0" i="0" lang="en-US" sz="2800">
                <a:solidFill>
                  <a:schemeClr val="dk1"/>
                </a:solidFill>
                <a:latin typeface="Arial"/>
                <a:ea typeface="Arial"/>
                <a:cs typeface="Arial"/>
                <a:sym typeface="Arial"/>
              </a:rPr>
              <a:t>Here</a:t>
            </a:r>
            <a:r>
              <a:rPr lang="en-US" sz="2800">
                <a:solidFill>
                  <a:schemeClr val="dk1"/>
                </a:solidFill>
                <a:latin typeface="Arial"/>
                <a:ea typeface="Arial"/>
                <a:cs typeface="Arial"/>
                <a:sym typeface="Arial"/>
              </a:rPr>
              <a:t> are</a:t>
            </a:r>
            <a:r>
              <a:rPr b="0" i="0" lang="en-US" sz="2800">
                <a:solidFill>
                  <a:schemeClr val="dk1"/>
                </a:solidFill>
                <a:latin typeface="Arial"/>
                <a:ea typeface="Arial"/>
                <a:cs typeface="Arial"/>
                <a:sym typeface="Arial"/>
              </a:rPr>
              <a:t> the nodes you can use to create the mind map</a:t>
            </a:r>
            <a:r>
              <a:rPr lang="en-US" sz="2800">
                <a:solidFill>
                  <a:schemeClr val="dk1"/>
                </a:solidFill>
              </a:rPr>
              <a:t>.</a:t>
            </a:r>
            <a:endParaRPr/>
          </a:p>
          <a:p>
            <a:pPr indent="0" lvl="0" marL="0" marR="0" rtl="0" algn="l">
              <a:spcBef>
                <a:spcPts val="0"/>
              </a:spcBef>
              <a:spcAft>
                <a:spcPts val="0"/>
              </a:spcAft>
              <a:buClr>
                <a:schemeClr val="dk1"/>
              </a:buClr>
              <a:buSzPts val="2800"/>
              <a:buFont typeface="Arial"/>
              <a:buNone/>
            </a:pPr>
            <a:r>
              <a:rPr b="0" i="0" lang="en-US" sz="2800">
                <a:solidFill>
                  <a:schemeClr val="dk1"/>
                </a:solidFill>
                <a:latin typeface="Arial"/>
                <a:ea typeface="Arial"/>
                <a:cs typeface="Arial"/>
                <a:sym typeface="Arial"/>
              </a:rPr>
              <a:t>Main Node: </a:t>
            </a:r>
            <a:r>
              <a:rPr b="1" i="0" lang="en-US" sz="2800">
                <a:solidFill>
                  <a:schemeClr val="dk1"/>
                </a:solidFill>
                <a:latin typeface="Arial"/>
                <a:ea typeface="Arial"/>
                <a:cs typeface="Arial"/>
                <a:sym typeface="Arial"/>
              </a:rPr>
              <a:t>Effective Communication</a:t>
            </a:r>
            <a:endParaRPr/>
          </a:p>
          <a:p>
            <a:pPr indent="0" lvl="0" marL="0" marR="0" rtl="0" algn="l">
              <a:spcBef>
                <a:spcPts val="0"/>
              </a:spcBef>
              <a:spcAft>
                <a:spcPts val="0"/>
              </a:spcAft>
              <a:buClr>
                <a:schemeClr val="dk1"/>
              </a:buClr>
              <a:buSzPts val="2800"/>
              <a:buFont typeface="Arial"/>
              <a:buNone/>
            </a:pPr>
            <a:r>
              <a:rPr b="0" i="0" lang="en-US" sz="2800">
                <a:solidFill>
                  <a:schemeClr val="dk1"/>
                </a:solidFill>
                <a:latin typeface="Arial"/>
                <a:ea typeface="Arial"/>
                <a:cs typeface="Arial"/>
                <a:sym typeface="Arial"/>
              </a:rPr>
              <a:t>Sub-Nodes:</a:t>
            </a:r>
            <a:endParaRPr/>
          </a:p>
          <a:p>
            <a:pPr indent="0" lvl="0" marL="0" marR="0" rtl="0" algn="l">
              <a:spcBef>
                <a:spcPts val="0"/>
              </a:spcBef>
              <a:spcAft>
                <a:spcPts val="0"/>
              </a:spcAft>
              <a:buNone/>
            </a:pPr>
            <a:r>
              <a:rPr b="1" i="0" lang="en-US" sz="2800">
                <a:solidFill>
                  <a:schemeClr val="dk1"/>
                </a:solidFill>
                <a:latin typeface="Arial"/>
                <a:ea typeface="Arial"/>
                <a:cs typeface="Arial"/>
                <a:sym typeface="Arial"/>
              </a:rPr>
              <a:t>Verbal Communication</a:t>
            </a:r>
            <a:r>
              <a:rPr b="1" lang="en-US" sz="2800">
                <a:solidFill>
                  <a:schemeClr val="dk1"/>
                </a:solidFill>
                <a:latin typeface="Arial"/>
                <a:ea typeface="Arial"/>
                <a:cs typeface="Arial"/>
                <a:sym typeface="Arial"/>
              </a:rPr>
              <a:t>: </a:t>
            </a:r>
            <a:r>
              <a:rPr b="1" i="0" lang="en-US" sz="2800">
                <a:solidFill>
                  <a:schemeClr val="dk1"/>
                </a:solidFill>
                <a:latin typeface="Arial"/>
                <a:ea typeface="Arial"/>
                <a:cs typeface="Arial"/>
                <a:sym typeface="Arial"/>
              </a:rPr>
              <a:t>Choice of Words, Tone</a:t>
            </a:r>
            <a:r>
              <a:rPr b="1" lang="en-US" sz="2800">
                <a:solidFill>
                  <a:schemeClr val="dk1"/>
                </a:solidFill>
                <a:latin typeface="Arial"/>
                <a:ea typeface="Arial"/>
                <a:cs typeface="Arial"/>
                <a:sym typeface="Arial"/>
              </a:rPr>
              <a:t>, </a:t>
            </a:r>
            <a:r>
              <a:rPr b="1" i="0" lang="en-US" sz="2800">
                <a:solidFill>
                  <a:schemeClr val="dk1"/>
                </a:solidFill>
                <a:latin typeface="Arial"/>
                <a:ea typeface="Arial"/>
                <a:cs typeface="Arial"/>
                <a:sym typeface="Arial"/>
              </a:rPr>
              <a:t>Clarity of Speech, Organisation of Ideas, Active Listening, Vocabulary</a:t>
            </a:r>
            <a:r>
              <a:rPr b="1" lang="en-US" sz="2800">
                <a:solidFill>
                  <a:schemeClr val="dk1"/>
                </a:solidFill>
                <a:latin typeface="Arial"/>
                <a:ea typeface="Arial"/>
                <a:cs typeface="Arial"/>
                <a:sym typeface="Arial"/>
              </a:rPr>
              <a:t>, </a:t>
            </a:r>
            <a:r>
              <a:rPr b="1" i="0" lang="en-US" sz="2800">
                <a:solidFill>
                  <a:schemeClr val="dk1"/>
                </a:solidFill>
                <a:latin typeface="Arial"/>
                <a:ea typeface="Arial"/>
                <a:cs typeface="Arial"/>
                <a:sym typeface="Arial"/>
              </a:rPr>
              <a:t>Courteous Responses</a:t>
            </a:r>
            <a:endParaRPr/>
          </a:p>
          <a:p>
            <a:pPr indent="0" lvl="0" marL="0" marR="0" rtl="0" algn="l">
              <a:spcBef>
                <a:spcPts val="0"/>
              </a:spcBef>
              <a:spcAft>
                <a:spcPts val="0"/>
              </a:spcAft>
              <a:buNone/>
            </a:pPr>
            <a:r>
              <a:rPr b="0" i="0" lang="en-US" sz="2800">
                <a:solidFill>
                  <a:schemeClr val="dk1"/>
                </a:solidFill>
                <a:latin typeface="Arial"/>
                <a:ea typeface="Arial"/>
                <a:cs typeface="Arial"/>
                <a:sym typeface="Arial"/>
              </a:rPr>
              <a:t>Non-Verbal Communication: </a:t>
            </a:r>
            <a:r>
              <a:rPr b="1" i="0" lang="en-US" sz="2800">
                <a:solidFill>
                  <a:schemeClr val="dk1"/>
                </a:solidFill>
                <a:latin typeface="Arial"/>
                <a:ea typeface="Arial"/>
                <a:cs typeface="Arial"/>
                <a:sym typeface="Arial"/>
              </a:rPr>
              <a:t>Gestures,</a:t>
            </a:r>
            <a:r>
              <a:rPr b="1" lang="en-US" sz="2800">
                <a:solidFill>
                  <a:schemeClr val="dk1"/>
                </a:solidFill>
                <a:latin typeface="Arial"/>
                <a:ea typeface="Arial"/>
                <a:cs typeface="Arial"/>
                <a:sym typeface="Arial"/>
              </a:rPr>
              <a:t> </a:t>
            </a:r>
            <a:r>
              <a:rPr b="1" i="0" lang="en-US" sz="2800">
                <a:solidFill>
                  <a:schemeClr val="dk1"/>
                </a:solidFill>
                <a:latin typeface="Arial"/>
                <a:ea typeface="Arial"/>
                <a:cs typeface="Arial"/>
                <a:sym typeface="Arial"/>
              </a:rPr>
              <a:t>Facial Expressions, Posture</a:t>
            </a:r>
            <a:r>
              <a:rPr b="1" lang="en-US" sz="2800">
                <a:solidFill>
                  <a:schemeClr val="dk1"/>
                </a:solidFill>
                <a:latin typeface="Arial"/>
                <a:ea typeface="Arial"/>
                <a:cs typeface="Arial"/>
                <a:sym typeface="Arial"/>
              </a:rPr>
              <a:t>, </a:t>
            </a:r>
            <a:r>
              <a:rPr b="1" i="0" lang="en-US" sz="2800">
                <a:solidFill>
                  <a:schemeClr val="dk1"/>
                </a:solidFill>
                <a:latin typeface="Arial"/>
                <a:ea typeface="Arial"/>
                <a:cs typeface="Arial"/>
                <a:sym typeface="Arial"/>
              </a:rPr>
              <a:t>Eye Contact</a:t>
            </a:r>
            <a:r>
              <a:rPr b="1" lang="en-US" sz="2800">
                <a:solidFill>
                  <a:schemeClr val="dk1"/>
                </a:solidFill>
                <a:latin typeface="Arial"/>
                <a:ea typeface="Arial"/>
                <a:cs typeface="Arial"/>
                <a:sym typeface="Arial"/>
              </a:rPr>
              <a:t>, </a:t>
            </a:r>
            <a:r>
              <a:rPr b="1" i="0" lang="en-US" sz="2800">
                <a:solidFill>
                  <a:schemeClr val="dk1"/>
                </a:solidFill>
                <a:latin typeface="Arial"/>
                <a:ea typeface="Arial"/>
                <a:cs typeface="Arial"/>
                <a:sym typeface="Arial"/>
              </a:rPr>
              <a:t>Body Language, Tone Control, Expressions matching messages</a:t>
            </a:r>
            <a:endParaRPr/>
          </a:p>
          <a:p>
            <a:pPr indent="0" lvl="0" marL="0" marR="0" rtl="0" algn="l">
              <a:spcBef>
                <a:spcPts val="0"/>
              </a:spcBef>
              <a:spcAft>
                <a:spcPts val="0"/>
              </a:spcAft>
              <a:buNone/>
            </a:pPr>
            <a:r>
              <a:rPr lang="en-US" sz="2800">
                <a:solidFill>
                  <a:schemeClr val="dk1"/>
                </a:solidFill>
                <a:latin typeface="Arial"/>
                <a:ea typeface="Arial"/>
                <a:cs typeface="Arial"/>
                <a:sym typeface="Arial"/>
              </a:rPr>
              <a:t>B</a:t>
            </a:r>
            <a:r>
              <a:rPr b="0" i="0" lang="en-US" sz="2800">
                <a:solidFill>
                  <a:schemeClr val="dk1"/>
                </a:solidFill>
                <a:latin typeface="Arial"/>
                <a:ea typeface="Arial"/>
                <a:cs typeface="Arial"/>
                <a:sym typeface="Arial"/>
              </a:rPr>
              <a:t>enefits:</a:t>
            </a:r>
            <a:r>
              <a:rPr lang="en-US" sz="2800">
                <a:solidFill>
                  <a:schemeClr val="dk1"/>
                </a:solidFill>
                <a:latin typeface="Arial"/>
                <a:ea typeface="Arial"/>
                <a:cs typeface="Arial"/>
                <a:sym typeface="Arial"/>
              </a:rPr>
              <a:t> </a:t>
            </a:r>
            <a:r>
              <a:rPr b="1" i="0" lang="en-US" sz="2800">
                <a:solidFill>
                  <a:schemeClr val="dk1"/>
                </a:solidFill>
                <a:latin typeface="Arial"/>
                <a:ea typeface="Arial"/>
                <a:cs typeface="Arial"/>
                <a:sym typeface="Arial"/>
              </a:rPr>
              <a:t>Builds Trust,</a:t>
            </a:r>
            <a:r>
              <a:rPr b="1" lang="en-US" sz="2800">
                <a:solidFill>
                  <a:schemeClr val="dk1"/>
                </a:solidFill>
                <a:latin typeface="Arial"/>
                <a:ea typeface="Arial"/>
                <a:cs typeface="Arial"/>
                <a:sym typeface="Arial"/>
              </a:rPr>
              <a:t> </a:t>
            </a:r>
            <a:r>
              <a:rPr b="1" i="0" lang="en-US" sz="2800">
                <a:solidFill>
                  <a:schemeClr val="dk1"/>
                </a:solidFill>
                <a:latin typeface="Arial"/>
                <a:ea typeface="Arial"/>
                <a:cs typeface="Arial"/>
                <a:sym typeface="Arial"/>
              </a:rPr>
              <a:t>Avoids Misunderstandings, Creates Meaningful Interaction</a:t>
            </a:r>
            <a:endParaRPr/>
          </a:p>
          <a:p>
            <a:pPr indent="0" lvl="0" marL="0" marR="0" rtl="0" algn="l">
              <a:spcBef>
                <a:spcPts val="0"/>
              </a:spcBef>
              <a:spcAft>
                <a:spcPts val="0"/>
              </a:spcAft>
              <a:buClr>
                <a:schemeClr val="dk1"/>
              </a:buClr>
              <a:buSzPts val="2800"/>
              <a:buFont typeface="Arial"/>
              <a:buNone/>
            </a:pPr>
            <a:r>
              <a:rPr b="0" i="0" lang="en-US" sz="2800">
                <a:solidFill>
                  <a:schemeClr val="dk1"/>
                </a:solidFill>
                <a:latin typeface="Arial"/>
                <a:ea typeface="Arial"/>
                <a:cs typeface="Arial"/>
                <a:sym typeface="Arial"/>
              </a:rPr>
              <a:t>Linking Words: </a:t>
            </a:r>
            <a:r>
              <a:rPr b="0" i="1" lang="en-US" sz="2800">
                <a:solidFill>
                  <a:schemeClr val="dk1"/>
                </a:solidFill>
                <a:latin typeface="Arial"/>
                <a:ea typeface="Arial"/>
                <a:cs typeface="Arial"/>
                <a:sym typeface="Arial"/>
              </a:rPr>
              <a:t>supports, conveys, strengthens, contradicts, complements, ensures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F0B92C-0CA5-515F-74E6-2EA929C3F331}"/>
              </a:ext>
            </a:extLst>
          </p:cNvPr>
          <p:cNvSpPr txBox="1"/>
          <p:nvPr/>
        </p:nvSpPr>
        <p:spPr>
          <a:xfrm>
            <a:off x="406400" y="985519"/>
            <a:ext cx="9479280" cy="6247864"/>
          </a:xfrm>
          <a:prstGeom prst="rect">
            <a:avLst/>
          </a:prstGeom>
          <a:noFill/>
        </p:spPr>
        <p:txBody>
          <a:bodyPr wrap="square" rtlCol="0">
            <a:spAutoFit/>
          </a:bodyPr>
          <a:lstStyle/>
          <a:p>
            <a:r>
              <a:rPr lang="en-US" sz="2800" dirty="0"/>
              <a:t>Below are a few topics that you can use to practice creating mind maps.</a:t>
            </a:r>
          </a:p>
          <a:p>
            <a:endParaRPr lang="en-US" sz="2800" dirty="0"/>
          </a:p>
          <a:p>
            <a:pPr marL="342900" indent="-342900">
              <a:buFont typeface="Arial" panose="020B0604020202020204" pitchFamily="34" charset="0"/>
              <a:buChar char="•"/>
            </a:pPr>
            <a:r>
              <a:rPr lang="en-US" sz="2800" dirty="0"/>
              <a:t>Causes and Effects of Pollution</a:t>
            </a:r>
          </a:p>
          <a:p>
            <a:pPr marL="342900" indent="-342900">
              <a:buFont typeface="Arial" panose="020B0604020202020204" pitchFamily="34" charset="0"/>
              <a:buChar char="•"/>
            </a:pPr>
            <a:r>
              <a:rPr lang="en-US" sz="2800" dirty="0"/>
              <a:t>Qualities of a Good Leader</a:t>
            </a:r>
          </a:p>
          <a:p>
            <a:pPr marL="342900" indent="-342900">
              <a:buFont typeface="Arial" panose="020B0604020202020204" pitchFamily="34" charset="0"/>
              <a:buChar char="•"/>
            </a:pPr>
            <a:r>
              <a:rPr lang="en-US" sz="2800" dirty="0"/>
              <a:t>Importance of Time Management</a:t>
            </a:r>
          </a:p>
          <a:p>
            <a:pPr marL="342900" indent="-342900">
              <a:buFont typeface="Arial" panose="020B0604020202020204" pitchFamily="34" charset="0"/>
              <a:buChar char="•"/>
            </a:pPr>
            <a:r>
              <a:rPr lang="en-US" sz="2800" dirty="0"/>
              <a:t>Career Planning in the 21st Century</a:t>
            </a:r>
          </a:p>
          <a:p>
            <a:pPr marL="342900" indent="-342900">
              <a:buFont typeface="Arial" panose="020B0604020202020204" pitchFamily="34" charset="0"/>
              <a:buChar char="•"/>
            </a:pPr>
            <a:r>
              <a:rPr lang="en-US" sz="2800" dirty="0"/>
              <a:t>Navigating stress as an engineering student</a:t>
            </a:r>
          </a:p>
          <a:p>
            <a:pPr marL="342900" indent="-342900">
              <a:buFont typeface="Arial" panose="020B0604020202020204" pitchFamily="34" charset="0"/>
              <a:buChar char="•"/>
            </a:pPr>
            <a:r>
              <a:rPr lang="en-US" sz="2800" dirty="0"/>
              <a:t>The role of teamwork in sports</a:t>
            </a:r>
          </a:p>
          <a:p>
            <a:pPr marL="342900" indent="-342900">
              <a:buFont typeface="Arial" panose="020B0604020202020204" pitchFamily="34" charset="0"/>
              <a:buChar char="•"/>
            </a:pPr>
            <a:r>
              <a:rPr lang="en-US" sz="2800" dirty="0"/>
              <a:t>Space travels: boons and banes in humanity</a:t>
            </a:r>
          </a:p>
          <a:p>
            <a:pPr marL="342900" indent="-342900">
              <a:buFont typeface="Arial" panose="020B0604020202020204" pitchFamily="34" charset="0"/>
              <a:buChar char="•"/>
            </a:pPr>
            <a:r>
              <a:rPr lang="en-US" sz="2800" dirty="0"/>
              <a:t>Urban life in the corporate era</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endParaRPr lang="en-US" sz="2800" dirty="0"/>
          </a:p>
          <a:p>
            <a:r>
              <a:rPr lang="en-US" sz="3600" dirty="0"/>
              <a:t> </a:t>
            </a:r>
            <a:endParaRPr lang="en-IN" sz="3600" dirty="0"/>
          </a:p>
        </p:txBody>
      </p:sp>
    </p:spTree>
    <p:extLst>
      <p:ext uri="{BB962C8B-B14F-4D97-AF65-F5344CB8AC3E}">
        <p14:creationId xmlns:p14="http://schemas.microsoft.com/office/powerpoint/2010/main" val="1225869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31BB81-EF44-BA83-EB76-52ACAE434BA8}"/>
              </a:ext>
            </a:extLst>
          </p:cNvPr>
          <p:cNvSpPr txBox="1"/>
          <p:nvPr/>
        </p:nvSpPr>
        <p:spPr>
          <a:xfrm>
            <a:off x="1397000" y="1032932"/>
            <a:ext cx="9533467" cy="4524315"/>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References:</a:t>
            </a:r>
          </a:p>
          <a:p>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Cañas, A. J., Novak, J. D., &amp;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Reiska</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 (2015). How good is my 	concept map? Am I a good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Cmapper</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Knowledge 	Management &amp; E-Learning an International Journal</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6–	19.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https://doi.org/10.34105/j.kmel.2015.07.002</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Rustler, F. (2012). </a:t>
            </a:r>
            <a:r>
              <a:rPr kumimoji="0" lang="en-US" altLang="en-US" sz="2800" b="0" i="1"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Mind Mapping For Dummies</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Wiley.</a:t>
            </a:r>
          </a:p>
          <a:p>
            <a:endParaRPr kumimoji="0" lang="en-US" altLang="en-US" sz="3600" b="0" i="0" u="none" strike="noStrike" cap="none" normalizeH="0" baseline="0" dirty="0">
              <a:ln>
                <a:noFill/>
              </a:ln>
              <a:solidFill>
                <a:schemeClr val="tx1"/>
              </a:solidFill>
              <a:effectLst/>
              <a:latin typeface="Arial" panose="020B0604020202020204" pitchFamily="34" charset="0"/>
            </a:endParaRPr>
          </a:p>
          <a:p>
            <a:endParaRPr lang="en-US" sz="2400" dirty="0"/>
          </a:p>
          <a:p>
            <a:endParaRPr lang="en-US" sz="2400" dirty="0"/>
          </a:p>
        </p:txBody>
      </p:sp>
    </p:spTree>
    <p:extLst>
      <p:ext uri="{BB962C8B-B14F-4D97-AF65-F5344CB8AC3E}">
        <p14:creationId xmlns:p14="http://schemas.microsoft.com/office/powerpoint/2010/main" val="2823239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