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59" r:id="rId5"/>
    <p:sldId id="260" r:id="rId6"/>
    <p:sldId id="266" r:id="rId7"/>
    <p:sldId id="261" r:id="rId8"/>
    <p:sldId id="264" r:id="rId9"/>
    <p:sldId id="262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09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2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0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7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5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7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4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8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1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9ABC2-B55C-41C5-999D-4C7A6A94552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778A6-3C3A-49C7-B512-4E17BF692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1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00665"/>
            <a:ext cx="9144000" cy="170929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BEDM0001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National Personalities and Their Contributions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–IV </a:t>
            </a:r>
          </a:p>
        </p:txBody>
      </p:sp>
    </p:spTree>
    <p:extLst>
      <p:ext uri="{BB962C8B-B14F-4D97-AF65-F5344CB8AC3E}">
        <p14:creationId xmlns:p14="http://schemas.microsoft.com/office/powerpoint/2010/main" val="352276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1055" y="324185"/>
            <a:ext cx="11125200" cy="615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Rabindranath Tagore (1861–1941)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Gurudev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Roles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Poet, philosopher, educationist, musician, nationalist thinker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Major Contributions: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🏅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Asian Nobel Laureate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Awarded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Nobel Prize in Literature in 1913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his poetry collection </a:t>
            </a:r>
            <a:r>
              <a:rPr lang="en-US" sz="24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Gitanjali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🎵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Composer of National Anthem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Wrote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“Jana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Gana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Mana”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India’s national anthem.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Also wrote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“Amar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Shonar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Bangla”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 national anthem of Bangladesh.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🏫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Educational Reformer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Founded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Visva-Bharati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Santiniketan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(1921) to promote holistic and international education.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Opposed rote learning, supported art, music, nature-based learning.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63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6437" y="430221"/>
            <a:ext cx="11085341" cy="5318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🖌️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Artist and Cultural Icon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 in life, he became a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painter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breaking traditional forms.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Advocated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Indian cultural renaissance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through arts and literature.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🕊️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Political Views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 not aligned with violent revolution, he was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critical of British imperialism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Renounced his Knighthood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protest of the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Jallianwala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Massacre (1919)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Advocated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humanism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internationalism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harmony among cultures.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54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273" y="187991"/>
            <a:ext cx="10681854" cy="674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Sarojini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Naidu (1879–1949)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Title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Nightingale of India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</a:b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Key Roles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 Poet, political leader, women’s rights activist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✅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Major Contributions: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🗳️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First Indian Woman to Lead INC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Became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President of the Indian National Congress in 1925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breaking gender barriers.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👩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‍</a:t>
            </a: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⚖️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First Female Governor in India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Appointed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Governor of United Provinces (U.P.)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independence in 1947.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✊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Freedom Struggle Involvement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 in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Civil Disobedience Movement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Salt Satyagraha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Quit India Movement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Imprisoned multiple times by the British.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Renowned Poet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 works like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Golden Threshold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reflect Indian themes, patriotism, and feminine grace.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Celebrated for lyrical poetry in English, inspired by Indian traditions.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👩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‍</a:t>
            </a:r>
            <a:r>
              <a:rPr lang="en-US" dirty="0"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Women’s Rights Pioneer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 advocate of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women’s education and empowerment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Worked with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Annie Besant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led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All India Women’s Conference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851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273" y="395344"/>
            <a:ext cx="10737272" cy="6050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Bhagat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Singh (1907–1931)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Shaheed-e-</a:t>
            </a:r>
            <a:r>
              <a:rPr lang="en-US" sz="24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Azam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(The Great Martyr)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Roles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Revolutionary freedom fighter, thinker, martyr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Major Contributions: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💣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Revolutionary Patriot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Joined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Hindustan Socialist Republican Association (HSRA)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Believed in achieving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independence through armed revolution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unlike Gandhi’s non-violence.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⚖️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Lahore Conspiracy Case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Involved in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killing of British officer Saunders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avenge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Lala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Lajpat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Rai’s death.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Threw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non-lethal bombs in the Central Assembly (1929)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protest oppressive laws.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24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9655" y="461584"/>
            <a:ext cx="10972800" cy="534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📝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Political Writings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Authored powerful essays like </a:t>
            </a:r>
            <a:r>
              <a:rPr lang="en-US" sz="32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“Why I am an Atheist”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Emphasized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socialist ideology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equality, and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freedom from exploitation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⛓️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Martyrdom at 23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Executed along with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Rajguru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Sukhdev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23rd March 1931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Became a symbol of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youthful courage and sacrifice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India’s struggle for freedom.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74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073" y="294183"/>
            <a:ext cx="10654145" cy="5655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Dadabhai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Naoroji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(1825–1917)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Grand Old Man of India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Roles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Economist, freedom fighter, educator, political leader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Major Contributions: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📚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Economic Nationalist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Propounded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‘Drain of Wealth’ Theory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exposed how the British drained India’s resources.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Wrote the influential book: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“Poverty and Un-British Rule in India”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🏛️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Indian in British Parliament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Elected as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 of British Parliament in 1892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(Liberal Party,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Finsbury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Central).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Advocated for Indian rights in the British House of Commons.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91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265" y="487801"/>
            <a:ext cx="10888393" cy="492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🧾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Congress Leader and Reformer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Co-founder of Indian National Congress (INC)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1885.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Served as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President of INC three times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(1886, 1893, 1906).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to publicly demand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Swaraj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(self-rule)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the 1906 Calcutta session.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📖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Educator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Promoted western and Indian education.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Indian professor at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Elphinstone College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Bombay.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50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218" y="146083"/>
            <a:ext cx="11416146" cy="6414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📚 5.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Bankim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Chandra Chattopadhyay (1838–1894)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Roles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Novelist, poet, nationalist, government officer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Major Contributions: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🎵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Author of “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Vande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Mataram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Composed India’s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song “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Vande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Mataram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from his novel </a:t>
            </a:r>
            <a:r>
              <a:rPr lang="en-US" sz="28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Anandamath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Became a rallying cry during the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freedom movement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especially during the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Swadeshi Movement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📖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Father of Modern Bengali Literature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Among the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Indian novelists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write in English and Bengali.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Popular novels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Anandamath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Kapalkundala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Durgeshnandini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mixing romance, nationalism, and spirituality.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0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8302" y="633187"/>
            <a:ext cx="11155680" cy="482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 Indian ICS Officer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Served as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Deputy Magistrate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under British rule.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Despite being in service, he inspired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pride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through literature.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🕊️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Cultural Nationalism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Inspired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Hindu revivalism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pride in India’s heritage and culture.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Seen as a 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forerunner to militant nationalism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19977"/>
              </p:ext>
            </p:extLst>
          </p:nvPr>
        </p:nvGraphicFramePr>
        <p:xfrm>
          <a:off x="613117" y="829993"/>
          <a:ext cx="11147476" cy="57509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4821">
                  <a:extLst>
                    <a:ext uri="{9D8B030D-6E8A-4147-A177-3AD203B41FA5}">
                      <a16:colId xmlns:a16="http://schemas.microsoft.com/office/drawing/2014/main" val="3325631994"/>
                    </a:ext>
                  </a:extLst>
                </a:gridCol>
                <a:gridCol w="1913207">
                  <a:extLst>
                    <a:ext uri="{9D8B030D-6E8A-4147-A177-3AD203B41FA5}">
                      <a16:colId xmlns:a16="http://schemas.microsoft.com/office/drawing/2014/main" val="18587450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13410138"/>
                    </a:ext>
                  </a:extLst>
                </a:gridCol>
                <a:gridCol w="3376248">
                  <a:extLst>
                    <a:ext uri="{9D8B030D-6E8A-4147-A177-3AD203B41FA5}">
                      <a16:colId xmlns:a16="http://schemas.microsoft.com/office/drawing/2014/main" val="3588572796"/>
                    </a:ext>
                  </a:extLst>
                </a:gridCol>
              </a:tblGrid>
              <a:tr h="5393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Personality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Lifespan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Area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1724272"/>
                  </a:ext>
                </a:extLst>
              </a:tr>
              <a:tr h="10513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Rabindranath Tagore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1861–1941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Literature, Education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Nobel Laureate, National Anthem, Santiniketan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7754001"/>
                  </a:ext>
                </a:extLst>
              </a:tr>
              <a:tr h="11487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Sarojini Naidu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1879–1949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Freedom Movement, Poetry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Woman INC President, Governor, Women’s Rights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4816684"/>
                  </a:ext>
                </a:extLst>
              </a:tr>
              <a:tr h="11487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Bhagat Singh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1907–1931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Revolutionary Activism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 Bombing, Martyrdom, Socialist Ideology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7280446"/>
                  </a:ext>
                </a:extLst>
              </a:tr>
              <a:tr h="10513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Dadabhai Naoroji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1825–1917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Economics, Politics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 Theory, First Indian MP,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Swaraj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Demand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3427878"/>
                  </a:ext>
                </a:extLst>
              </a:tr>
              <a:tr h="7719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Bankim Chandra Chattopadhyay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1838–1894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Literature, National Song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Vande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Mataram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Modern Bengali Novels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322475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645782" y="121304"/>
            <a:ext cx="36738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Quick Revision Table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2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877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Mangal</vt:lpstr>
      <vt:lpstr>Segoe UI Symbol</vt:lpstr>
      <vt:lpstr>Symbol</vt:lpstr>
      <vt:lpstr>Times New Roman</vt:lpstr>
      <vt:lpstr>Office Theme</vt:lpstr>
      <vt:lpstr>BEDM0001 Important National Personalities and Their Contributions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BEDM0001 </dc:title>
  <dc:creator>Admin</dc:creator>
  <cp:lastModifiedBy>Admin</cp:lastModifiedBy>
  <cp:revision>15</cp:revision>
  <dcterms:created xsi:type="dcterms:W3CDTF">2025-04-10T10:16:13Z</dcterms:created>
  <dcterms:modified xsi:type="dcterms:W3CDTF">2025-11-28T12:24:16Z</dcterms:modified>
</cp:coreProperties>
</file>