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080625" cy="7559675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gyB3UTz8XpxepTdCavlY+r/p9a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3525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5112" cy="40084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/>
          </a:p>
        </p:txBody>
      </p:sp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5112" cy="40084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/>
          </a:p>
        </p:txBody>
      </p:sp>
      <p:sp>
        <p:nvSpPr>
          <p:cNvPr id="84" name="Google Shape;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5112" cy="40084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5112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4" name="Google Shape;94;p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/>
          </a:p>
        </p:txBody>
      </p:sp>
      <p:sp>
        <p:nvSpPr>
          <p:cNvPr id="103" name="Google Shape;1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5112" cy="40084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5112" cy="40084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/>
          </a:p>
        </p:txBody>
      </p:sp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5112" cy="40084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22" name="Google Shape;122;p7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/>
          </a:p>
        </p:txBody>
      </p:sp>
      <p:sp>
        <p:nvSpPr>
          <p:cNvPr id="130" name="Google Shape;1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5112" cy="40084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903c97620f_0_4"/>
          <p:cNvSpPr txBox="1">
            <a:spLocks noGrp="1"/>
          </p:cNvSpPr>
          <p:nvPr>
            <p:ph type="ctrTitle"/>
          </p:nvPr>
        </p:nvSpPr>
        <p:spPr>
          <a:xfrm>
            <a:off x="343637" y="1094341"/>
            <a:ext cx="9393300" cy="3016800"/>
          </a:xfrm>
          <a:prstGeom prst="rect">
            <a:avLst/>
          </a:prstGeom>
        </p:spPr>
        <p:txBody>
          <a:bodyPr spcFirstLastPara="1" wrap="square" lIns="111975" tIns="111975" rIns="111975" bIns="1119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5" name="Google Shape;15;g903c97620f_0_4"/>
          <p:cNvSpPr txBox="1">
            <a:spLocks noGrp="1"/>
          </p:cNvSpPr>
          <p:nvPr>
            <p:ph type="subTitle" idx="1"/>
          </p:nvPr>
        </p:nvSpPr>
        <p:spPr>
          <a:xfrm>
            <a:off x="343628" y="4165464"/>
            <a:ext cx="9393300" cy="1164900"/>
          </a:xfrm>
          <a:prstGeom prst="rect">
            <a:avLst/>
          </a:prstGeom>
        </p:spPr>
        <p:txBody>
          <a:bodyPr spcFirstLastPara="1" wrap="square" lIns="111975" tIns="111975" rIns="111975" bIns="1119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16" name="Google Shape;16;g903c97620f_0_4"/>
          <p:cNvSpPr txBox="1">
            <a:spLocks noGrp="1"/>
          </p:cNvSpPr>
          <p:nvPr>
            <p:ph type="sldNum" idx="12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</p:spPr>
        <p:txBody>
          <a:bodyPr spcFirstLastPara="1" wrap="square" lIns="111975" tIns="111975" rIns="111975" bIns="1119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903c97620f_0_8"/>
          <p:cNvSpPr txBox="1">
            <a:spLocks noGrp="1"/>
          </p:cNvSpPr>
          <p:nvPr>
            <p:ph type="title"/>
          </p:nvPr>
        </p:nvSpPr>
        <p:spPr>
          <a:xfrm>
            <a:off x="343628" y="3161218"/>
            <a:ext cx="9393300" cy="1237200"/>
          </a:xfrm>
          <a:prstGeom prst="rect">
            <a:avLst/>
          </a:prstGeom>
        </p:spPr>
        <p:txBody>
          <a:bodyPr spcFirstLastPara="1" wrap="square" lIns="111975" tIns="111975" rIns="111975" bIns="1119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19" name="Google Shape;19;g903c97620f_0_8"/>
          <p:cNvSpPr txBox="1">
            <a:spLocks noGrp="1"/>
          </p:cNvSpPr>
          <p:nvPr>
            <p:ph type="sldNum" idx="12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</p:spPr>
        <p:txBody>
          <a:bodyPr spcFirstLastPara="1" wrap="square" lIns="111975" tIns="111975" rIns="111975" bIns="1119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903c97620f_0_11"/>
          <p:cNvSpPr txBox="1">
            <a:spLocks noGrp="1"/>
          </p:cNvSpPr>
          <p:nvPr>
            <p:ph type="title"/>
          </p:nvPr>
        </p:nvSpPr>
        <p:spPr>
          <a:xfrm>
            <a:off x="343628" y="654077"/>
            <a:ext cx="9393300" cy="841800"/>
          </a:xfrm>
          <a:prstGeom prst="rect">
            <a:avLst/>
          </a:prstGeom>
        </p:spPr>
        <p:txBody>
          <a:bodyPr spcFirstLastPara="1" wrap="square" lIns="111975" tIns="111975" rIns="111975" bIns="1119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903c97620f_0_11"/>
          <p:cNvSpPr txBox="1">
            <a:spLocks noGrp="1"/>
          </p:cNvSpPr>
          <p:nvPr>
            <p:ph type="body" idx="1"/>
          </p:nvPr>
        </p:nvSpPr>
        <p:spPr>
          <a:xfrm>
            <a:off x="343628" y="1693854"/>
            <a:ext cx="9393300" cy="5021400"/>
          </a:xfrm>
          <a:prstGeom prst="rect">
            <a:avLst/>
          </a:prstGeom>
        </p:spPr>
        <p:txBody>
          <a:bodyPr spcFirstLastPara="1" wrap="square" lIns="111975" tIns="111975" rIns="111975" bIns="11197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3655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903c97620f_0_11"/>
          <p:cNvSpPr txBox="1">
            <a:spLocks noGrp="1"/>
          </p:cNvSpPr>
          <p:nvPr>
            <p:ph type="sldNum" idx="12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</p:spPr>
        <p:txBody>
          <a:bodyPr spcFirstLastPara="1" wrap="square" lIns="111975" tIns="111975" rIns="111975" bIns="1119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903c97620f_0_15"/>
          <p:cNvSpPr txBox="1">
            <a:spLocks noGrp="1"/>
          </p:cNvSpPr>
          <p:nvPr>
            <p:ph type="title"/>
          </p:nvPr>
        </p:nvSpPr>
        <p:spPr>
          <a:xfrm>
            <a:off x="343628" y="654077"/>
            <a:ext cx="9393300" cy="841800"/>
          </a:xfrm>
          <a:prstGeom prst="rect">
            <a:avLst/>
          </a:prstGeom>
        </p:spPr>
        <p:txBody>
          <a:bodyPr spcFirstLastPara="1" wrap="square" lIns="111975" tIns="111975" rIns="111975" bIns="1119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903c97620f_0_15"/>
          <p:cNvSpPr txBox="1">
            <a:spLocks noGrp="1"/>
          </p:cNvSpPr>
          <p:nvPr>
            <p:ph type="body" idx="1"/>
          </p:nvPr>
        </p:nvSpPr>
        <p:spPr>
          <a:xfrm>
            <a:off x="343628" y="1693854"/>
            <a:ext cx="4409700" cy="5021400"/>
          </a:xfrm>
          <a:prstGeom prst="rect">
            <a:avLst/>
          </a:prstGeom>
        </p:spPr>
        <p:txBody>
          <a:bodyPr spcFirstLastPara="1" wrap="square" lIns="111975" tIns="111975" rIns="111975" bIns="11197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7" name="Google Shape;27;g903c97620f_0_15"/>
          <p:cNvSpPr txBox="1">
            <a:spLocks noGrp="1"/>
          </p:cNvSpPr>
          <p:nvPr>
            <p:ph type="body" idx="2"/>
          </p:nvPr>
        </p:nvSpPr>
        <p:spPr>
          <a:xfrm>
            <a:off x="5327385" y="1693854"/>
            <a:ext cx="4409700" cy="5021400"/>
          </a:xfrm>
          <a:prstGeom prst="rect">
            <a:avLst/>
          </a:prstGeom>
        </p:spPr>
        <p:txBody>
          <a:bodyPr spcFirstLastPara="1" wrap="square" lIns="111975" tIns="111975" rIns="111975" bIns="11197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8" name="Google Shape;28;g903c97620f_0_15"/>
          <p:cNvSpPr txBox="1">
            <a:spLocks noGrp="1"/>
          </p:cNvSpPr>
          <p:nvPr>
            <p:ph type="sldNum" idx="12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</p:spPr>
        <p:txBody>
          <a:bodyPr spcFirstLastPara="1" wrap="square" lIns="111975" tIns="111975" rIns="111975" bIns="1119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903c97620f_0_20"/>
          <p:cNvSpPr txBox="1">
            <a:spLocks noGrp="1"/>
          </p:cNvSpPr>
          <p:nvPr>
            <p:ph type="title"/>
          </p:nvPr>
        </p:nvSpPr>
        <p:spPr>
          <a:xfrm>
            <a:off x="343628" y="654077"/>
            <a:ext cx="9393300" cy="841800"/>
          </a:xfrm>
          <a:prstGeom prst="rect">
            <a:avLst/>
          </a:prstGeom>
        </p:spPr>
        <p:txBody>
          <a:bodyPr spcFirstLastPara="1" wrap="square" lIns="111975" tIns="111975" rIns="111975" bIns="1119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903c97620f_0_20"/>
          <p:cNvSpPr txBox="1">
            <a:spLocks noGrp="1"/>
          </p:cNvSpPr>
          <p:nvPr>
            <p:ph type="sldNum" idx="12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</p:spPr>
        <p:txBody>
          <a:bodyPr spcFirstLastPara="1" wrap="square" lIns="111975" tIns="111975" rIns="111975" bIns="1119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903c97620f_0_23"/>
          <p:cNvSpPr txBox="1">
            <a:spLocks noGrp="1"/>
          </p:cNvSpPr>
          <p:nvPr>
            <p:ph type="title"/>
          </p:nvPr>
        </p:nvSpPr>
        <p:spPr>
          <a:xfrm>
            <a:off x="343628" y="816595"/>
            <a:ext cx="3095700" cy="1110600"/>
          </a:xfrm>
          <a:prstGeom prst="rect">
            <a:avLst/>
          </a:prstGeom>
        </p:spPr>
        <p:txBody>
          <a:bodyPr spcFirstLastPara="1" wrap="square" lIns="111975" tIns="111975" rIns="111975" bIns="11197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/>
          </a:p>
        </p:txBody>
      </p:sp>
      <p:sp>
        <p:nvSpPr>
          <p:cNvPr id="34" name="Google Shape;34;g903c97620f_0_23"/>
          <p:cNvSpPr txBox="1">
            <a:spLocks noGrp="1"/>
          </p:cNvSpPr>
          <p:nvPr>
            <p:ph type="body" idx="1"/>
          </p:nvPr>
        </p:nvSpPr>
        <p:spPr>
          <a:xfrm>
            <a:off x="343628" y="2042369"/>
            <a:ext cx="3095700" cy="4672800"/>
          </a:xfrm>
          <a:prstGeom prst="rect">
            <a:avLst/>
          </a:prstGeom>
        </p:spPr>
        <p:txBody>
          <a:bodyPr spcFirstLastPara="1" wrap="square" lIns="111975" tIns="111975" rIns="111975" bIns="11197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35" name="Google Shape;35;g903c97620f_0_23"/>
          <p:cNvSpPr txBox="1">
            <a:spLocks noGrp="1"/>
          </p:cNvSpPr>
          <p:nvPr>
            <p:ph type="sldNum" idx="12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</p:spPr>
        <p:txBody>
          <a:bodyPr spcFirstLastPara="1" wrap="square" lIns="111975" tIns="111975" rIns="111975" bIns="1119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903c97620f_0_27"/>
          <p:cNvSpPr txBox="1">
            <a:spLocks noGrp="1"/>
          </p:cNvSpPr>
          <p:nvPr>
            <p:ph type="title"/>
          </p:nvPr>
        </p:nvSpPr>
        <p:spPr>
          <a:xfrm>
            <a:off x="540467" y="661609"/>
            <a:ext cx="7020000" cy="6012600"/>
          </a:xfrm>
          <a:prstGeom prst="rect">
            <a:avLst/>
          </a:prstGeom>
        </p:spPr>
        <p:txBody>
          <a:bodyPr spcFirstLastPara="1" wrap="square" lIns="111975" tIns="111975" rIns="111975" bIns="11197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38" name="Google Shape;38;g903c97620f_0_27"/>
          <p:cNvSpPr txBox="1">
            <a:spLocks noGrp="1"/>
          </p:cNvSpPr>
          <p:nvPr>
            <p:ph type="sldNum" idx="12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</p:spPr>
        <p:txBody>
          <a:bodyPr spcFirstLastPara="1" wrap="square" lIns="111975" tIns="111975" rIns="111975" bIns="1119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903c97620f_0_30"/>
          <p:cNvSpPr/>
          <p:nvPr/>
        </p:nvSpPr>
        <p:spPr>
          <a:xfrm>
            <a:off x="5040313" y="-184"/>
            <a:ext cx="5040300" cy="755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11975" tIns="111975" rIns="111975" bIns="1119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g903c97620f_0_30"/>
          <p:cNvSpPr txBox="1">
            <a:spLocks noGrp="1"/>
          </p:cNvSpPr>
          <p:nvPr>
            <p:ph type="title"/>
          </p:nvPr>
        </p:nvSpPr>
        <p:spPr>
          <a:xfrm>
            <a:off x="292695" y="1812463"/>
            <a:ext cx="4459500" cy="2178600"/>
          </a:xfrm>
          <a:prstGeom prst="rect">
            <a:avLst/>
          </a:prstGeom>
        </p:spPr>
        <p:txBody>
          <a:bodyPr spcFirstLastPara="1" wrap="square" lIns="111975" tIns="111975" rIns="111975" bIns="1119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42" name="Google Shape;42;g903c97620f_0_30"/>
          <p:cNvSpPr txBox="1">
            <a:spLocks noGrp="1"/>
          </p:cNvSpPr>
          <p:nvPr>
            <p:ph type="subTitle" idx="1"/>
          </p:nvPr>
        </p:nvSpPr>
        <p:spPr>
          <a:xfrm>
            <a:off x="292695" y="4119828"/>
            <a:ext cx="4459500" cy="1815300"/>
          </a:xfrm>
          <a:prstGeom prst="rect">
            <a:avLst/>
          </a:prstGeom>
        </p:spPr>
        <p:txBody>
          <a:bodyPr spcFirstLastPara="1" wrap="square" lIns="111975" tIns="111975" rIns="111975" bIns="1119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3" name="Google Shape;43;g903c97620f_0_30"/>
          <p:cNvSpPr txBox="1">
            <a:spLocks noGrp="1"/>
          </p:cNvSpPr>
          <p:nvPr>
            <p:ph type="body" idx="2"/>
          </p:nvPr>
        </p:nvSpPr>
        <p:spPr>
          <a:xfrm>
            <a:off x="5445456" y="1064211"/>
            <a:ext cx="4230000" cy="5430900"/>
          </a:xfrm>
          <a:prstGeom prst="rect">
            <a:avLst/>
          </a:prstGeom>
        </p:spPr>
        <p:txBody>
          <a:bodyPr spcFirstLastPara="1" wrap="square" lIns="111975" tIns="111975" rIns="111975" bIns="111975" anchor="ctr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3655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903c97620f_0_30"/>
          <p:cNvSpPr txBox="1">
            <a:spLocks noGrp="1"/>
          </p:cNvSpPr>
          <p:nvPr>
            <p:ph type="sldNum" idx="12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</p:spPr>
        <p:txBody>
          <a:bodyPr spcFirstLastPara="1" wrap="square" lIns="111975" tIns="111975" rIns="111975" bIns="1119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903c97620f_0_36"/>
          <p:cNvSpPr txBox="1">
            <a:spLocks noGrp="1"/>
          </p:cNvSpPr>
          <p:nvPr>
            <p:ph type="body" idx="1"/>
          </p:nvPr>
        </p:nvSpPr>
        <p:spPr>
          <a:xfrm>
            <a:off x="343628" y="6217901"/>
            <a:ext cx="6613200" cy="889200"/>
          </a:xfrm>
          <a:prstGeom prst="rect">
            <a:avLst/>
          </a:prstGeom>
        </p:spPr>
        <p:txBody>
          <a:bodyPr spcFirstLastPara="1" wrap="square" lIns="111975" tIns="111975" rIns="111975" bIns="11197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903c97620f_0_36"/>
          <p:cNvSpPr txBox="1">
            <a:spLocks noGrp="1"/>
          </p:cNvSpPr>
          <p:nvPr>
            <p:ph type="sldNum" idx="12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</p:spPr>
        <p:txBody>
          <a:bodyPr spcFirstLastPara="1" wrap="square" lIns="111975" tIns="111975" rIns="111975" bIns="1119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903c97620f_0_39"/>
          <p:cNvSpPr txBox="1">
            <a:spLocks noGrp="1"/>
          </p:cNvSpPr>
          <p:nvPr>
            <p:ph type="title" hasCustomPrompt="1"/>
          </p:nvPr>
        </p:nvSpPr>
        <p:spPr>
          <a:xfrm>
            <a:off x="343628" y="1625731"/>
            <a:ext cx="9393300" cy="2886000"/>
          </a:xfrm>
          <a:prstGeom prst="rect">
            <a:avLst/>
          </a:prstGeom>
        </p:spPr>
        <p:txBody>
          <a:bodyPr spcFirstLastPara="1" wrap="square" lIns="111975" tIns="111975" rIns="111975" bIns="1119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700"/>
              <a:buNone/>
              <a:defRPr sz="14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700"/>
              <a:buNone/>
              <a:defRPr sz="147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700"/>
              <a:buNone/>
              <a:defRPr sz="147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700"/>
              <a:buNone/>
              <a:defRPr sz="147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700"/>
              <a:buNone/>
              <a:defRPr sz="147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700"/>
              <a:buNone/>
              <a:defRPr sz="147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700"/>
              <a:buNone/>
              <a:defRPr sz="147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700"/>
              <a:buNone/>
              <a:defRPr sz="147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700"/>
              <a:buNone/>
              <a:defRPr sz="14700"/>
            </a:lvl9pPr>
          </a:lstStyle>
          <a:p>
            <a:r>
              <a:t>xx%</a:t>
            </a:r>
          </a:p>
        </p:txBody>
      </p:sp>
      <p:sp>
        <p:nvSpPr>
          <p:cNvPr id="50" name="Google Shape;50;g903c97620f_0_39"/>
          <p:cNvSpPr txBox="1">
            <a:spLocks noGrp="1"/>
          </p:cNvSpPr>
          <p:nvPr>
            <p:ph type="body" idx="1"/>
          </p:nvPr>
        </p:nvSpPr>
        <p:spPr>
          <a:xfrm>
            <a:off x="343628" y="4632992"/>
            <a:ext cx="9393300" cy="1911900"/>
          </a:xfrm>
          <a:prstGeom prst="rect">
            <a:avLst/>
          </a:prstGeom>
        </p:spPr>
        <p:txBody>
          <a:bodyPr spcFirstLastPara="1" wrap="square" lIns="111975" tIns="111975" rIns="111975" bIns="111975" anchor="t" anchorCtr="0">
            <a:noAutofit/>
          </a:bodyPr>
          <a:lstStyle>
            <a:lvl1pPr marL="457200" lvl="0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3655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 algn="ctr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 algn="ctr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 algn="ctr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algn="ctr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algn="ctr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g903c97620f_0_39"/>
          <p:cNvSpPr txBox="1">
            <a:spLocks noGrp="1"/>
          </p:cNvSpPr>
          <p:nvPr>
            <p:ph type="sldNum" idx="12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</p:spPr>
        <p:txBody>
          <a:bodyPr spcFirstLastPara="1" wrap="square" lIns="111975" tIns="111975" rIns="111975" bIns="1119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903c97620f_0_43"/>
          <p:cNvSpPr txBox="1">
            <a:spLocks noGrp="1"/>
          </p:cNvSpPr>
          <p:nvPr>
            <p:ph type="sldNum" idx="12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</p:spPr>
        <p:txBody>
          <a:bodyPr spcFirstLastPara="1" wrap="square" lIns="111975" tIns="111975" rIns="111975" bIns="1119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903c97620f_0_45"/>
          <p:cNvSpPr txBox="1">
            <a:spLocks noGrp="1"/>
          </p:cNvSpPr>
          <p:nvPr>
            <p:ph type="title"/>
          </p:nvPr>
        </p:nvSpPr>
        <p:spPr>
          <a:xfrm>
            <a:off x="503238" y="301625"/>
            <a:ext cx="90693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903c97620f_0_45"/>
          <p:cNvSpPr txBox="1">
            <a:spLocks noGrp="1"/>
          </p:cNvSpPr>
          <p:nvPr>
            <p:ph type="dt" idx="10"/>
          </p:nvPr>
        </p:nvSpPr>
        <p:spPr>
          <a:xfrm>
            <a:off x="612775" y="6562725"/>
            <a:ext cx="2346300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903c97620f_0_45"/>
          <p:cNvSpPr txBox="1">
            <a:spLocks noGrp="1"/>
          </p:cNvSpPr>
          <p:nvPr>
            <p:ph type="ftr" idx="11"/>
          </p:nvPr>
        </p:nvSpPr>
        <p:spPr>
          <a:xfrm>
            <a:off x="3556000" y="6562725"/>
            <a:ext cx="3194100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903c97620f_0_45"/>
          <p:cNvSpPr txBox="1">
            <a:spLocks noGrp="1"/>
          </p:cNvSpPr>
          <p:nvPr>
            <p:ph type="sldNum" idx="12"/>
          </p:nvPr>
        </p:nvSpPr>
        <p:spPr>
          <a:xfrm>
            <a:off x="7335837" y="6562725"/>
            <a:ext cx="2346300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903c97620f_0_50"/>
          <p:cNvSpPr txBox="1">
            <a:spLocks noGrp="1"/>
          </p:cNvSpPr>
          <p:nvPr>
            <p:ph type="title"/>
          </p:nvPr>
        </p:nvSpPr>
        <p:spPr>
          <a:xfrm>
            <a:off x="503237" y="301625"/>
            <a:ext cx="90693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903c97620f_0_50"/>
          <p:cNvSpPr txBox="1">
            <a:spLocks noGrp="1"/>
          </p:cNvSpPr>
          <p:nvPr>
            <p:ph type="body" idx="1"/>
          </p:nvPr>
        </p:nvSpPr>
        <p:spPr>
          <a:xfrm>
            <a:off x="720725" y="1979612"/>
            <a:ext cx="8853600" cy="4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200" rIns="0" bIns="0" anchor="t" anchorCtr="0">
            <a:noAutofit/>
          </a:bodyPr>
          <a:lstStyle>
            <a:lvl1pPr marL="457200" lvl="0" indent="-2286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marL="914400" lvl="1" indent="-228600" algn="l" rtl="0">
              <a:lnSpc>
                <a:spcPct val="93000"/>
              </a:lnSpc>
              <a:spcBef>
                <a:spcPts val="1425"/>
              </a:spcBef>
              <a:spcAft>
                <a:spcPts val="0"/>
              </a:spcAft>
              <a:buSzPts val="1700"/>
              <a:buNone/>
              <a:defRPr/>
            </a:lvl2pPr>
            <a:lvl3pPr marL="1371600" lvl="2" indent="-228600" algn="l" rtl="0">
              <a:lnSpc>
                <a:spcPct val="93000"/>
              </a:lnSpc>
              <a:spcBef>
                <a:spcPts val="1138"/>
              </a:spcBef>
              <a:spcAft>
                <a:spcPts val="0"/>
              </a:spcAft>
              <a:buSzPts val="1700"/>
              <a:buNone/>
              <a:defRPr/>
            </a:lvl3pPr>
            <a:lvl4pPr marL="1828800" lvl="3" indent="-228600" algn="l" rtl="0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SzPts val="1700"/>
              <a:buNone/>
              <a:defRPr/>
            </a:lvl4pPr>
            <a:lvl5pPr marL="2286000" lvl="4" indent="-228600" algn="l" rtl="0">
              <a:lnSpc>
                <a:spcPct val="93000"/>
              </a:lnSpc>
              <a:spcBef>
                <a:spcPts val="575"/>
              </a:spcBef>
              <a:spcAft>
                <a:spcPts val="0"/>
              </a:spcAft>
              <a:buSzPts val="1700"/>
              <a:buNone/>
              <a:defRPr/>
            </a:lvl5pPr>
            <a:lvl6pPr marL="2743200" lvl="5" indent="-228600" algn="l" rtl="0">
              <a:lnSpc>
                <a:spcPct val="93000"/>
              </a:lnSpc>
              <a:spcBef>
                <a:spcPts val="288"/>
              </a:spcBef>
              <a:spcAft>
                <a:spcPts val="0"/>
              </a:spcAft>
              <a:buSzPts val="1700"/>
              <a:buNone/>
              <a:defRPr/>
            </a:lvl6pPr>
            <a:lvl7pPr marL="3200400" lvl="6" indent="-228600" algn="l" rtl="0">
              <a:lnSpc>
                <a:spcPct val="93000"/>
              </a:lnSpc>
              <a:spcBef>
                <a:spcPts val="288"/>
              </a:spcBef>
              <a:spcAft>
                <a:spcPts val="0"/>
              </a:spcAft>
              <a:buSzPts val="1700"/>
              <a:buNone/>
              <a:defRPr/>
            </a:lvl7pPr>
            <a:lvl8pPr marL="3657600" lvl="7" indent="-228600" algn="l" rtl="0">
              <a:lnSpc>
                <a:spcPct val="93000"/>
              </a:lnSpc>
              <a:spcBef>
                <a:spcPts val="288"/>
              </a:spcBef>
              <a:spcAft>
                <a:spcPts val="0"/>
              </a:spcAft>
              <a:buSzPts val="1700"/>
              <a:buNone/>
              <a:defRPr/>
            </a:lvl8pPr>
            <a:lvl9pPr marL="4114800" lvl="8" indent="-228600" algn="l" rtl="0">
              <a:lnSpc>
                <a:spcPct val="93000"/>
              </a:lnSpc>
              <a:spcBef>
                <a:spcPts val="288"/>
              </a:spcBef>
              <a:spcAft>
                <a:spcPts val="288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903c97620f_0_50"/>
          <p:cNvSpPr txBox="1">
            <a:spLocks noGrp="1"/>
          </p:cNvSpPr>
          <p:nvPr>
            <p:ph type="dt" idx="10"/>
          </p:nvPr>
        </p:nvSpPr>
        <p:spPr>
          <a:xfrm>
            <a:off x="612775" y="6562725"/>
            <a:ext cx="2346300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g903c97620f_0_50"/>
          <p:cNvSpPr txBox="1">
            <a:spLocks noGrp="1"/>
          </p:cNvSpPr>
          <p:nvPr>
            <p:ph type="ftr" idx="11"/>
          </p:nvPr>
        </p:nvSpPr>
        <p:spPr>
          <a:xfrm>
            <a:off x="3556000" y="6562725"/>
            <a:ext cx="3194100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903c97620f_0_50"/>
          <p:cNvSpPr txBox="1">
            <a:spLocks noGrp="1"/>
          </p:cNvSpPr>
          <p:nvPr>
            <p:ph type="sldNum" idx="12"/>
          </p:nvPr>
        </p:nvSpPr>
        <p:spPr>
          <a:xfrm>
            <a:off x="7335837" y="6562725"/>
            <a:ext cx="2346300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903c97620f_0_0"/>
          <p:cNvSpPr txBox="1">
            <a:spLocks noGrp="1"/>
          </p:cNvSpPr>
          <p:nvPr>
            <p:ph type="title"/>
          </p:nvPr>
        </p:nvSpPr>
        <p:spPr>
          <a:xfrm>
            <a:off x="343628" y="654077"/>
            <a:ext cx="9393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975" tIns="111975" rIns="111975" bIns="1119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903c97620f_0_0"/>
          <p:cNvSpPr txBox="1">
            <a:spLocks noGrp="1"/>
          </p:cNvSpPr>
          <p:nvPr>
            <p:ph type="body" idx="1"/>
          </p:nvPr>
        </p:nvSpPr>
        <p:spPr>
          <a:xfrm>
            <a:off x="343628" y="1693854"/>
            <a:ext cx="9393300" cy="50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975" tIns="111975" rIns="111975" bIns="111975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marL="914400" lvl="1" indent="-33655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marL="1371600" lvl="2" indent="-33655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marL="1828800" lvl="3" indent="-33655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marL="2286000" lvl="4" indent="-33655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marL="2743200" lvl="5" indent="-33655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marL="3200400" lvl="6" indent="-33655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marL="3657600" lvl="7" indent="-33655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marL="4114800" lvl="8" indent="-33655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903c97620f_0_0"/>
          <p:cNvSpPr txBox="1">
            <a:spLocks noGrp="1"/>
          </p:cNvSpPr>
          <p:nvPr>
            <p:ph type="sldNum" idx="12"/>
          </p:nvPr>
        </p:nvSpPr>
        <p:spPr>
          <a:xfrm>
            <a:off x="9340296" y="6853777"/>
            <a:ext cx="6048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975" tIns="111975" rIns="111975" bIns="111975" anchor="ctr" anchorCtr="0">
            <a:no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>
            <a:spLocks noGrp="1"/>
          </p:cNvSpPr>
          <p:nvPr>
            <p:ph type="title"/>
          </p:nvPr>
        </p:nvSpPr>
        <p:spPr>
          <a:xfrm>
            <a:off x="503237" y="2894012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800" rIns="0" bIns="0" anchor="ctr" anchorCtr="0">
            <a:noAutofit/>
          </a:bodyPr>
          <a:lstStyle/>
          <a:p>
            <a:pPr marL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400" b="1" i="0" u="none">
                <a:solidFill>
                  <a:srgbClr val="280099"/>
                </a:solidFill>
              </a:rPr>
              <a:t>Final Keyword</a:t>
            </a:r>
            <a:endParaRPr b="1"/>
          </a:p>
        </p:txBody>
      </p:sp>
      <p:pic>
        <p:nvPicPr>
          <p:cNvPr id="71" name="Google Shape;71;p1" descr="Related image"/>
          <p:cNvPicPr preferRelativeResize="0"/>
          <p:nvPr/>
        </p:nvPicPr>
        <p:blipFill rotWithShape="1">
          <a:blip r:embed="rId3">
            <a:alphaModFix/>
          </a:blip>
          <a:srcRect l="3789" t="21969" r="3780" b="23459"/>
          <a:stretch/>
        </p:blipFill>
        <p:spPr>
          <a:xfrm>
            <a:off x="3514728" y="500053"/>
            <a:ext cx="3016850" cy="15084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"/>
          <p:cNvSpPr txBox="1"/>
          <p:nvPr/>
        </p:nvSpPr>
        <p:spPr>
          <a:xfrm>
            <a:off x="3124200" y="7042150"/>
            <a:ext cx="322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BCSC1002 Object Oriented Programming</a:t>
            </a: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>
            <a:spLocks noGrp="1"/>
          </p:cNvSpPr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800" rIns="0" bIns="0" anchor="ctr" anchorCtr="0">
            <a:noAutofit/>
          </a:bodyPr>
          <a:lstStyle/>
          <a:p>
            <a:pPr marL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400" b="1" i="0" u="none">
                <a:solidFill>
                  <a:srgbClr val="280099"/>
                </a:solidFill>
              </a:rPr>
              <a:t>Keyword final</a:t>
            </a:r>
            <a:endParaRPr b="1"/>
          </a:p>
        </p:txBody>
      </p:sp>
      <p:sp>
        <p:nvSpPr>
          <p:cNvPr id="79" name="Google Shape;79;p2"/>
          <p:cNvSpPr txBox="1">
            <a:spLocks noGrp="1"/>
          </p:cNvSpPr>
          <p:nvPr>
            <p:ph type="body" idx="1"/>
          </p:nvPr>
        </p:nvSpPr>
        <p:spPr>
          <a:xfrm>
            <a:off x="720725" y="1979612"/>
            <a:ext cx="8855075" cy="41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200" rIns="0" bIns="0" anchor="t" anchorCtr="0">
            <a:noAutofit/>
          </a:bodyPr>
          <a:lstStyle/>
          <a:p>
            <a:pPr marL="431800" lvl="0" indent="-3238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6633"/>
              </a:buClr>
              <a:buSzPts val="1440"/>
              <a:buFont typeface="Noto Sans Symbols"/>
              <a:buChar char="●"/>
            </a:pPr>
            <a:r>
              <a:rPr lang="en-US" sz="32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The final keyword used in context of behavioral restriction on:</a:t>
            </a:r>
            <a:endParaRPr/>
          </a:p>
          <a:p>
            <a:pPr marL="1727200" lvl="1" indent="-573087" algn="l" rtl="0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FF6633"/>
              </a:buClr>
              <a:buSzPts val="2100"/>
              <a:buFont typeface="Noto Sans Symbols"/>
              <a:buChar char="−"/>
            </a:pPr>
            <a:r>
              <a:rPr lang="en-US" sz="28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/>
          </a:p>
          <a:p>
            <a:pPr marL="1727200" lvl="1" indent="-573087" algn="l" rtl="0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Clr>
                <a:srgbClr val="FF6633"/>
              </a:buClr>
              <a:buSzPts val="2100"/>
              <a:buFont typeface="Noto Sans Symbols"/>
              <a:buChar char="−"/>
            </a:pPr>
            <a:r>
              <a:rPr lang="en-US" sz="28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Methods</a:t>
            </a:r>
            <a:endParaRPr/>
          </a:p>
          <a:p>
            <a:pPr marL="1727200" lvl="1" indent="-573087" algn="l" rtl="0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Clr>
                <a:srgbClr val="FF6633"/>
              </a:buClr>
              <a:buSzPts val="2100"/>
              <a:buFont typeface="Noto Sans Symbols"/>
              <a:buChar char="−"/>
            </a:pPr>
            <a:r>
              <a:rPr lang="en-US" sz="28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classes</a:t>
            </a:r>
            <a:endParaRPr/>
          </a:p>
        </p:txBody>
      </p:sp>
      <p:pic>
        <p:nvPicPr>
          <p:cNvPr id="80" name="Google Shape;80;p2" descr="Related image"/>
          <p:cNvPicPr preferRelativeResize="0"/>
          <p:nvPr/>
        </p:nvPicPr>
        <p:blipFill rotWithShape="1">
          <a:blip r:embed="rId3">
            <a:alphaModFix/>
          </a:blip>
          <a:srcRect l="3789" t="21969" r="3780" b="23459"/>
          <a:stretch/>
        </p:blipFill>
        <p:spPr>
          <a:xfrm>
            <a:off x="214282" y="214290"/>
            <a:ext cx="162255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"/>
          <p:cNvSpPr txBox="1"/>
          <p:nvPr/>
        </p:nvSpPr>
        <p:spPr>
          <a:xfrm>
            <a:off x="3124200" y="6965950"/>
            <a:ext cx="322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BCSC1002 Object Oriented Programming</a:t>
            </a: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 txBox="1">
            <a:spLocks noGrp="1"/>
          </p:cNvSpPr>
          <p:nvPr>
            <p:ph type="title"/>
          </p:nvPr>
        </p:nvSpPr>
        <p:spPr>
          <a:xfrm>
            <a:off x="1951025" y="225425"/>
            <a:ext cx="75048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275" rIns="0" bIns="0" anchor="ctr" anchorCtr="0">
            <a:noAutofit/>
          </a:bodyPr>
          <a:lstStyle/>
          <a:p>
            <a:pPr marL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100" b="1" i="0" u="none">
                <a:solidFill>
                  <a:srgbClr val="280099"/>
                </a:solidFill>
              </a:rPr>
              <a:t>The role of keyword final on variables</a:t>
            </a:r>
            <a:endParaRPr sz="3500" b="1"/>
          </a:p>
        </p:txBody>
      </p:sp>
      <p:sp>
        <p:nvSpPr>
          <p:cNvPr id="88" name="Google Shape;88;p3"/>
          <p:cNvSpPr txBox="1">
            <a:spLocks noGrp="1"/>
          </p:cNvSpPr>
          <p:nvPr>
            <p:ph type="body" idx="1"/>
          </p:nvPr>
        </p:nvSpPr>
        <p:spPr>
          <a:xfrm>
            <a:off x="720725" y="1979612"/>
            <a:ext cx="8855075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200" rIns="0" bIns="0" anchor="t" anchorCtr="0">
            <a:noAutofit/>
          </a:bodyPr>
          <a:lstStyle/>
          <a:p>
            <a:pPr marL="431800" lvl="0" indent="-42291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6633"/>
              </a:buClr>
              <a:buSzPts val="3000"/>
              <a:buFont typeface="Noto Sans Symbols"/>
              <a:buChar char="●"/>
            </a:pPr>
            <a:r>
              <a:rPr lang="en-US" sz="30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Using final on variable to make them behave as constants.</a:t>
            </a:r>
            <a:endParaRPr sz="3000"/>
          </a:p>
          <a:p>
            <a:pPr marL="431800" lvl="0" indent="-422910" algn="l" rtl="0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FF6633"/>
              </a:buClr>
              <a:buSzPts val="3000"/>
              <a:buFont typeface="Noto Sans Symbols"/>
              <a:buChar char="●"/>
            </a:pPr>
            <a:r>
              <a:rPr lang="en-US" sz="30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When a variable is made final- it can be initialized only once either by</a:t>
            </a:r>
            <a:endParaRPr sz="3000"/>
          </a:p>
          <a:p>
            <a:pPr marL="1727200" lvl="1" indent="-630237" algn="l" rtl="0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FF6633"/>
              </a:buClr>
              <a:buSzPts val="3000"/>
              <a:buFont typeface="Noto Sans Symbols"/>
              <a:buChar char="−"/>
            </a:pPr>
            <a:r>
              <a:rPr lang="en-US" sz="30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Declaration and initialization</a:t>
            </a:r>
            <a:endParaRPr sz="3000"/>
          </a:p>
          <a:p>
            <a:pPr marL="431800" lvl="0" indent="-323850" algn="l" rtl="0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SzPts val="3200"/>
              <a:buNone/>
            </a:pPr>
            <a:r>
              <a:rPr lang="en-US" sz="30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					f</a:t>
            </a:r>
            <a:r>
              <a:rPr lang="en-US" sz="3000" b="1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inal int x = 10;</a:t>
            </a:r>
            <a:endParaRPr sz="3000"/>
          </a:p>
          <a:p>
            <a:pPr marL="1727200" lvl="1" indent="-630237" algn="l" rtl="0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FF6633"/>
              </a:buClr>
              <a:buSzPts val="3000"/>
              <a:buFont typeface="Noto Sans Symbols"/>
              <a:buChar char="−"/>
            </a:pPr>
            <a:r>
              <a:rPr lang="en-US" sz="30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Using constructor</a:t>
            </a:r>
            <a:endParaRPr sz="3000"/>
          </a:p>
          <a:p>
            <a:pPr marL="431800" lvl="0" indent="-422910" algn="l" rtl="0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Clr>
                <a:srgbClr val="FF6633"/>
              </a:buClr>
              <a:buSzPts val="3000"/>
              <a:buFont typeface="Noto Sans Symbols"/>
              <a:buChar char="●"/>
            </a:pPr>
            <a:r>
              <a:rPr lang="en-US" sz="30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System allows you to set the value only once; after which it can't be changed.</a:t>
            </a:r>
            <a:endParaRPr sz="3000"/>
          </a:p>
        </p:txBody>
      </p:sp>
      <p:pic>
        <p:nvPicPr>
          <p:cNvPr id="89" name="Google Shape;89;p3" descr="Related image"/>
          <p:cNvPicPr preferRelativeResize="0"/>
          <p:nvPr/>
        </p:nvPicPr>
        <p:blipFill rotWithShape="1">
          <a:blip r:embed="rId3">
            <a:alphaModFix/>
          </a:blip>
          <a:srcRect l="3789" t="21969" r="3780" b="23459"/>
          <a:stretch/>
        </p:blipFill>
        <p:spPr>
          <a:xfrm>
            <a:off x="214282" y="214290"/>
            <a:ext cx="162255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 txBox="1"/>
          <p:nvPr/>
        </p:nvSpPr>
        <p:spPr>
          <a:xfrm>
            <a:off x="3124200" y="7042150"/>
            <a:ext cx="322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BCSC1002 Object Oriented Programming</a:t>
            </a: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>
            <a:spLocks noGrp="1"/>
          </p:cNvSpPr>
          <p:nvPr>
            <p:ph type="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800" rIns="0" bIns="0" anchor="ctr" anchorCtr="0">
            <a:noAutofit/>
          </a:bodyPr>
          <a:lstStyle/>
          <a:p>
            <a:pPr marL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400" b="0" i="0" u="none">
                <a:solidFill>
                  <a:srgbClr val="280099"/>
                </a:solidFill>
                <a:latin typeface="Arial"/>
                <a:ea typeface="Arial"/>
                <a:cs typeface="Arial"/>
                <a:sym typeface="Arial"/>
              </a:rPr>
              <a:t>Quiz</a:t>
            </a:r>
            <a:endParaRPr/>
          </a:p>
        </p:txBody>
      </p:sp>
      <p:sp>
        <p:nvSpPr>
          <p:cNvPr id="97" name="Google Shape;97;p4"/>
          <p:cNvSpPr txBox="1">
            <a:spLocks noGrp="1"/>
          </p:cNvSpPr>
          <p:nvPr>
            <p:ph type="body" idx="1"/>
          </p:nvPr>
        </p:nvSpPr>
        <p:spPr>
          <a:xfrm>
            <a:off x="720725" y="1692275"/>
            <a:ext cx="8855075" cy="41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200" rIns="0" bIns="0" anchor="t" anchorCtr="0">
            <a:noAutofit/>
          </a:bodyPr>
          <a:lstStyle/>
          <a:p>
            <a:pPr marL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 b="1" i="0" u="none">
                <a:solidFill>
                  <a:srgbClr val="000080"/>
                </a:solidFill>
              </a:rPr>
              <a:t>What will be the output for the below code?</a:t>
            </a:r>
            <a:endParaRPr b="1"/>
          </a:p>
          <a:p>
            <a:pPr marL="0" lvl="0" indent="0" algn="l" rtl="0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SzPts val="3200"/>
              <a:buNone/>
            </a:pPr>
            <a:endParaRPr sz="3200" b="1" i="0" u="none">
              <a:solidFill>
                <a:srgbClr val="0000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3200" b="1" i="0" u="none">
              <a:solidFill>
                <a:srgbClr val="0000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4"/>
          <p:cNvPicPr preferRelativeResize="0"/>
          <p:nvPr/>
        </p:nvPicPr>
        <p:blipFill rotWithShape="1">
          <a:blip r:embed="rId3">
            <a:alphaModFix/>
          </a:blip>
          <a:srcRect l="4405" t="25473" r="37575" b="30842"/>
          <a:stretch/>
        </p:blipFill>
        <p:spPr>
          <a:xfrm>
            <a:off x="1296988" y="2583024"/>
            <a:ext cx="8783637" cy="439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" descr="Related image"/>
          <p:cNvPicPr preferRelativeResize="0"/>
          <p:nvPr/>
        </p:nvPicPr>
        <p:blipFill rotWithShape="1">
          <a:blip r:embed="rId4">
            <a:alphaModFix/>
          </a:blip>
          <a:srcRect l="3789" t="21969" r="3780" b="23459"/>
          <a:stretch/>
        </p:blipFill>
        <p:spPr>
          <a:xfrm>
            <a:off x="214282" y="214290"/>
            <a:ext cx="162255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"/>
          <p:cNvSpPr txBox="1"/>
          <p:nvPr/>
        </p:nvSpPr>
        <p:spPr>
          <a:xfrm>
            <a:off x="3124200" y="7042150"/>
            <a:ext cx="322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BCSC1002 Object Oriented Programming</a:t>
            </a: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A3997B-EA98-525D-14C2-E827B279A57E}"/>
              </a:ext>
            </a:extLst>
          </p:cNvPr>
          <p:cNvSpPr/>
          <p:nvPr/>
        </p:nvSpPr>
        <p:spPr>
          <a:xfrm>
            <a:off x="4965257" y="6052306"/>
            <a:ext cx="48974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O/p is 22/7=3.0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>
            <a:spLocks noGrp="1"/>
          </p:cNvSpPr>
          <p:nvPr>
            <p:ph type="title"/>
          </p:nvPr>
        </p:nvSpPr>
        <p:spPr>
          <a:xfrm>
            <a:off x="1112825" y="301625"/>
            <a:ext cx="8704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275" rIns="0" bIns="0" anchor="ctr" anchorCtr="0">
            <a:noAutofit/>
          </a:bodyPr>
          <a:lstStyle/>
          <a:p>
            <a:pPr marL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000" b="1" i="0" u="none">
                <a:solidFill>
                  <a:srgbClr val="280099"/>
                </a:solidFill>
              </a:rPr>
              <a:t>The role of keyword final in inheritance</a:t>
            </a:r>
            <a:endParaRPr b="1"/>
          </a:p>
        </p:txBody>
      </p:sp>
      <p:sp>
        <p:nvSpPr>
          <p:cNvPr id="107" name="Google Shape;107;p5"/>
          <p:cNvSpPr txBox="1">
            <a:spLocks noGrp="1"/>
          </p:cNvSpPr>
          <p:nvPr>
            <p:ph type="body" idx="1"/>
          </p:nvPr>
        </p:nvSpPr>
        <p:spPr>
          <a:xfrm>
            <a:off x="720725" y="1979612"/>
            <a:ext cx="8855075" cy="5103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925" rIns="0" bIns="0" anchor="t" anchorCtr="0">
            <a:noAutofit/>
          </a:bodyPr>
          <a:lstStyle/>
          <a:p>
            <a:pPr marL="431800" lvl="0" indent="-3238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6633"/>
              </a:buClr>
              <a:buSzPts val="1170"/>
              <a:buFont typeface="Noto Sans Symbols"/>
              <a:buChar char="●"/>
            </a:pPr>
            <a:r>
              <a:rPr lang="en-US" sz="26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The final keyword has two important uses in the context of a class hierarchy. These are as follows:</a:t>
            </a:r>
            <a:endParaRPr/>
          </a:p>
          <a:p>
            <a:pPr marL="431800" lvl="0" indent="-323850" algn="l" rtl="0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FF6633"/>
              </a:buClr>
              <a:buSzPts val="1170"/>
              <a:buFont typeface="Noto Sans Symbols"/>
              <a:buChar char="●"/>
            </a:pPr>
            <a:r>
              <a:rPr lang="en-US" sz="26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Using final to prevent Overriding</a:t>
            </a:r>
            <a:endParaRPr/>
          </a:p>
          <a:p>
            <a:pPr marL="1727200" lvl="1" indent="-560387" algn="l" rtl="0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FF6633"/>
              </a:buClr>
              <a:buSzPts val="1750"/>
              <a:buFont typeface="Noto Sans Symbols"/>
              <a:buChar char="−"/>
            </a:pPr>
            <a:r>
              <a:rPr lang="en-US" sz="24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While method overriding is one of the most powerful feature of object oriented design, there may be times when you will want to prevent certain critical methods in a superclass form being overridden by its subclasses.</a:t>
            </a:r>
            <a:endParaRPr sz="1500"/>
          </a:p>
          <a:p>
            <a:pPr marL="1727200" lvl="1" indent="-560387" algn="l" rtl="0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Clr>
                <a:srgbClr val="FF6633"/>
              </a:buClr>
              <a:buSzPts val="1750"/>
              <a:buFont typeface="Noto Sans Symbols"/>
              <a:buChar char="−"/>
            </a:pPr>
            <a:r>
              <a:rPr lang="en-US" sz="24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Rather, you would want the subclasses to use the methods as they are defined in the superclass</a:t>
            </a:r>
            <a:endParaRPr sz="1500"/>
          </a:p>
          <a:p>
            <a:pPr marL="1727200" lvl="1" indent="-573087" algn="l" rtl="0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Clr>
                <a:srgbClr val="FF6633"/>
              </a:buClr>
              <a:buSzPts val="1950"/>
              <a:buFont typeface="Noto Sans Symbols"/>
              <a:buChar char="−"/>
            </a:pPr>
            <a:r>
              <a:rPr lang="en-US" sz="24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This can be achieved by declaring such critical methods as f</a:t>
            </a:r>
            <a:r>
              <a:rPr lang="en-US" sz="26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inal</a:t>
            </a:r>
            <a:endParaRPr sz="1500"/>
          </a:p>
        </p:txBody>
      </p:sp>
      <p:pic>
        <p:nvPicPr>
          <p:cNvPr id="108" name="Google Shape;108;p5" descr="Related image"/>
          <p:cNvPicPr preferRelativeResize="0"/>
          <p:nvPr/>
        </p:nvPicPr>
        <p:blipFill rotWithShape="1">
          <a:blip r:embed="rId3">
            <a:alphaModFix/>
          </a:blip>
          <a:srcRect l="3789" t="21969" r="3780" b="23459"/>
          <a:stretch/>
        </p:blipFill>
        <p:spPr>
          <a:xfrm>
            <a:off x="214282" y="214290"/>
            <a:ext cx="162255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 txBox="1"/>
          <p:nvPr/>
        </p:nvSpPr>
        <p:spPr>
          <a:xfrm>
            <a:off x="3124200" y="7118350"/>
            <a:ext cx="322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BCSC1002 Object Oriented Programming</a:t>
            </a: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1265224" y="73025"/>
            <a:ext cx="9288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275" rIns="0" bIns="0" anchor="ctr" anchorCtr="0">
            <a:noAutofit/>
          </a:bodyPr>
          <a:lstStyle/>
          <a:p>
            <a:pPr marL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b="1" i="0" u="none">
                <a:solidFill>
                  <a:srgbClr val="280099"/>
                </a:solidFill>
              </a:rPr>
              <a:t>Keyword final with methods- Example</a:t>
            </a:r>
            <a:endParaRPr sz="2800" b="1"/>
          </a:p>
        </p:txBody>
      </p:sp>
      <p:pic>
        <p:nvPicPr>
          <p:cNvPr id="116" name="Google Shape;116;p6"/>
          <p:cNvPicPr preferRelativeResize="0"/>
          <p:nvPr/>
        </p:nvPicPr>
        <p:blipFill rotWithShape="1">
          <a:blip r:embed="rId3">
            <a:alphaModFix/>
          </a:blip>
          <a:srcRect l="4648" t="26918" r="38758" b="25642"/>
          <a:stretch/>
        </p:blipFill>
        <p:spPr>
          <a:xfrm>
            <a:off x="576262" y="1295400"/>
            <a:ext cx="9215437" cy="583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6" descr="Related image"/>
          <p:cNvPicPr preferRelativeResize="0"/>
          <p:nvPr/>
        </p:nvPicPr>
        <p:blipFill rotWithShape="1">
          <a:blip r:embed="rId4">
            <a:alphaModFix/>
          </a:blip>
          <a:srcRect l="3789" t="21969" r="3780" b="23459"/>
          <a:stretch/>
        </p:blipFill>
        <p:spPr>
          <a:xfrm>
            <a:off x="214282" y="214290"/>
            <a:ext cx="162255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 txBox="1"/>
          <p:nvPr/>
        </p:nvSpPr>
        <p:spPr>
          <a:xfrm>
            <a:off x="3124200" y="7118350"/>
            <a:ext cx="322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BCSC1002 Object Oriented Programming</a:t>
            </a: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>
            <a:spLocks noGrp="1"/>
          </p:cNvSpPr>
          <p:nvPr>
            <p:ph type="title"/>
          </p:nvPr>
        </p:nvSpPr>
        <p:spPr>
          <a:xfrm>
            <a:off x="655637" y="301625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275" rIns="0" bIns="0" anchor="ctr" anchorCtr="0">
            <a:noAutofit/>
          </a:bodyPr>
          <a:lstStyle/>
          <a:p>
            <a:pPr marL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3800" b="1" i="0" u="none">
                <a:solidFill>
                  <a:srgbClr val="280099"/>
                </a:solidFill>
              </a:rPr>
              <a:t>The role of keyword final in inheritance(Contd.)</a:t>
            </a:r>
            <a:endParaRPr sz="3200" b="1"/>
          </a:p>
        </p:txBody>
      </p:sp>
      <p:sp>
        <p:nvSpPr>
          <p:cNvPr id="125" name="Google Shape;125;p7"/>
          <p:cNvSpPr txBox="1">
            <a:spLocks noGrp="1"/>
          </p:cNvSpPr>
          <p:nvPr>
            <p:ph type="body" idx="1"/>
          </p:nvPr>
        </p:nvSpPr>
        <p:spPr>
          <a:xfrm>
            <a:off x="720725" y="1692275"/>
            <a:ext cx="8855075" cy="542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200" rIns="0" bIns="0" anchor="t" anchorCtr="0">
            <a:noAutofit/>
          </a:bodyPr>
          <a:lstStyle/>
          <a:p>
            <a:pPr marL="431800" lvl="0" indent="-32385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6633"/>
              </a:buClr>
              <a:buSzPts val="1440"/>
              <a:buFont typeface="Noto Sans Symbols"/>
              <a:buChar char="●"/>
            </a:pPr>
            <a:r>
              <a:rPr lang="en-US" sz="32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Using final to prevent Inheritance</a:t>
            </a:r>
            <a:endParaRPr/>
          </a:p>
          <a:p>
            <a:pPr marL="1727200" lvl="1" indent="-560387" algn="l" rtl="0">
              <a:lnSpc>
                <a:spcPct val="93000"/>
              </a:lnSpc>
              <a:spcBef>
                <a:spcPts val="1400"/>
              </a:spcBef>
              <a:spcAft>
                <a:spcPts val="0"/>
              </a:spcAft>
              <a:buClr>
                <a:srgbClr val="FF6633"/>
              </a:buClr>
              <a:buSzPts val="1900"/>
              <a:buFont typeface="Noto Sans Symbols"/>
              <a:buChar char="−"/>
            </a:pPr>
            <a:r>
              <a:rPr lang="en-US" sz="26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Sometimes you will want to prevent a class from being inherited.</a:t>
            </a:r>
            <a:endParaRPr sz="1500"/>
          </a:p>
          <a:p>
            <a:pPr marL="1727200" lvl="1" indent="-560387" algn="l" rtl="0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Clr>
                <a:srgbClr val="FF6633"/>
              </a:buClr>
              <a:buSzPts val="1900"/>
              <a:buFont typeface="Noto Sans Symbols"/>
              <a:buChar char="−"/>
            </a:pPr>
            <a:r>
              <a:rPr lang="en-US" sz="26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This can be achieved by preceding the class declaration with final.</a:t>
            </a:r>
            <a:endParaRPr sz="1500"/>
          </a:p>
          <a:p>
            <a:pPr marL="1727200" lvl="1" indent="-560387" algn="l" rtl="0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Clr>
                <a:srgbClr val="FF6633"/>
              </a:buClr>
              <a:buSzPts val="1900"/>
              <a:buFont typeface="Noto Sans Symbols"/>
              <a:buChar char="−"/>
            </a:pPr>
            <a:r>
              <a:rPr lang="en-US" sz="26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Declaring a class as final implicitly </a:t>
            </a:r>
            <a:r>
              <a:rPr lang="en-US" sz="2600">
                <a:solidFill>
                  <a:srgbClr val="000080"/>
                </a:solidFill>
              </a:rPr>
              <a:t>declared</a:t>
            </a:r>
            <a:r>
              <a:rPr lang="en-US" sz="26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all of its methods as final too.</a:t>
            </a:r>
            <a:endParaRPr sz="1500"/>
          </a:p>
          <a:p>
            <a:pPr marL="1727200" lvl="1" indent="-560387" algn="l" rtl="0">
              <a:lnSpc>
                <a:spcPct val="93000"/>
              </a:lnSpc>
              <a:spcBef>
                <a:spcPts val="1100"/>
              </a:spcBef>
              <a:spcAft>
                <a:spcPts val="0"/>
              </a:spcAft>
              <a:buClr>
                <a:srgbClr val="FF6633"/>
              </a:buClr>
              <a:buSzPts val="1900"/>
              <a:buFont typeface="Noto Sans Symbols"/>
              <a:buChar char="−"/>
            </a:pPr>
            <a:r>
              <a:rPr lang="en-US" sz="2600" b="0" i="0" u="non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It is illegal to declare a class as both abstract and final since an abstract class is incomplete by itself and relies upon its subclasses to provide concrete and complete implementations.</a:t>
            </a:r>
            <a:endParaRPr sz="1500"/>
          </a:p>
        </p:txBody>
      </p:sp>
      <p:pic>
        <p:nvPicPr>
          <p:cNvPr id="126" name="Google Shape;126;p7" descr="Related image"/>
          <p:cNvPicPr preferRelativeResize="0"/>
          <p:nvPr/>
        </p:nvPicPr>
        <p:blipFill rotWithShape="1">
          <a:blip r:embed="rId3">
            <a:alphaModFix/>
          </a:blip>
          <a:srcRect l="3789" t="21969" r="3780" b="23459"/>
          <a:stretch/>
        </p:blipFill>
        <p:spPr>
          <a:xfrm>
            <a:off x="214282" y="214290"/>
            <a:ext cx="162255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 txBox="1"/>
          <p:nvPr/>
        </p:nvSpPr>
        <p:spPr>
          <a:xfrm>
            <a:off x="3124200" y="7118350"/>
            <a:ext cx="322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BCSC1002 Object Oriented Programming</a:t>
            </a: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>
            <a:spLocks noGrp="1"/>
          </p:cNvSpPr>
          <p:nvPr>
            <p:ph type="title"/>
          </p:nvPr>
        </p:nvSpPr>
        <p:spPr>
          <a:xfrm>
            <a:off x="1646226" y="73025"/>
            <a:ext cx="8457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275" rIns="0" bIns="0" anchor="ctr" anchorCtr="0">
            <a:noAutofit/>
          </a:bodyPr>
          <a:lstStyle/>
          <a:p>
            <a:pPr marL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b="1" i="0" u="none">
                <a:solidFill>
                  <a:srgbClr val="280099"/>
                </a:solidFill>
              </a:rPr>
              <a:t>Keyword final with methods- Example</a:t>
            </a:r>
            <a:endParaRPr sz="2800" b="1"/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3">
            <a:alphaModFix/>
          </a:blip>
          <a:srcRect l="4834" t="22753" r="38708" b="30344"/>
          <a:stretch/>
        </p:blipFill>
        <p:spPr>
          <a:xfrm>
            <a:off x="647700" y="1295400"/>
            <a:ext cx="9072562" cy="575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8" descr="Related image"/>
          <p:cNvPicPr preferRelativeResize="0"/>
          <p:nvPr/>
        </p:nvPicPr>
        <p:blipFill rotWithShape="1">
          <a:blip r:embed="rId4">
            <a:alphaModFix/>
          </a:blip>
          <a:srcRect l="3789" t="21969" r="3780" b="23459"/>
          <a:stretch/>
        </p:blipFill>
        <p:spPr>
          <a:xfrm>
            <a:off x="214282" y="214290"/>
            <a:ext cx="162255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 txBox="1"/>
          <p:nvPr/>
        </p:nvSpPr>
        <p:spPr>
          <a:xfrm>
            <a:off x="3124200" y="7118350"/>
            <a:ext cx="322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BCSC1002 Object Oriented Programming</a:t>
            </a: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Office PowerPoint</Application>
  <PresentationFormat>Custom</PresentationFormat>
  <Paragraphs>46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Noto Sans Symbols</vt:lpstr>
      <vt:lpstr>Times New Roman</vt:lpstr>
      <vt:lpstr>Simple Light</vt:lpstr>
      <vt:lpstr>Final Keyword</vt:lpstr>
      <vt:lpstr>Keyword final</vt:lpstr>
      <vt:lpstr>The role of keyword final on variables</vt:lpstr>
      <vt:lpstr>Quiz</vt:lpstr>
      <vt:lpstr>The role of keyword final in inheritance</vt:lpstr>
      <vt:lpstr>Keyword final with methods- Example</vt:lpstr>
      <vt:lpstr>The role of keyword final in inheritance(Contd.)</vt:lpstr>
      <vt:lpstr>Keyword final with methods-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Keyword</dc:title>
  <dc:creator>neeraj khanna</dc:creator>
  <cp:lastModifiedBy>Kanishk Patel</cp:lastModifiedBy>
  <cp:revision>1</cp:revision>
  <dcterms:created xsi:type="dcterms:W3CDTF">2018-11-26T06:58:55Z</dcterms:created>
  <dcterms:modified xsi:type="dcterms:W3CDTF">2022-09-30T03:17:36Z</dcterms:modified>
</cp:coreProperties>
</file>