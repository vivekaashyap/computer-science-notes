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61" r:id="rId2"/>
  </p:sldMasterIdLst>
  <p:notesMasterIdLst>
    <p:notesMasterId r:id="rId29"/>
  </p:notesMasterIdLst>
  <p:sldIdLst>
    <p:sldId id="257" r:id="rId3"/>
    <p:sldId id="265" r:id="rId4"/>
    <p:sldId id="518" r:id="rId5"/>
    <p:sldId id="530" r:id="rId6"/>
    <p:sldId id="531" r:id="rId7"/>
    <p:sldId id="532" r:id="rId8"/>
    <p:sldId id="561" r:id="rId9"/>
    <p:sldId id="562" r:id="rId10"/>
    <p:sldId id="541" r:id="rId11"/>
    <p:sldId id="542" r:id="rId12"/>
    <p:sldId id="543" r:id="rId13"/>
    <p:sldId id="549" r:id="rId14"/>
    <p:sldId id="550" r:id="rId15"/>
    <p:sldId id="563" r:id="rId16"/>
    <p:sldId id="544" r:id="rId17"/>
    <p:sldId id="551" r:id="rId18"/>
    <p:sldId id="552" r:id="rId19"/>
    <p:sldId id="553" r:id="rId20"/>
    <p:sldId id="554" r:id="rId21"/>
    <p:sldId id="558" r:id="rId22"/>
    <p:sldId id="545" r:id="rId23"/>
    <p:sldId id="559" r:id="rId24"/>
    <p:sldId id="546" r:id="rId25"/>
    <p:sldId id="560" r:id="rId26"/>
    <p:sldId id="564" r:id="rId27"/>
    <p:sldId id="457" r:id="rId28"/>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Tahoma" panose="020B0604030504040204" pitchFamily="34" charset="0"/>
        <a:ea typeface="+mn-ea"/>
        <a:cs typeface="+mn-cs"/>
      </a:defRPr>
    </a:lvl5pPr>
    <a:lvl6pPr marL="2286000" algn="l" defTabSz="914400" rtl="0" eaLnBrk="1" latinLnBrk="0" hangingPunct="1">
      <a:defRPr b="1" kern="1200">
        <a:solidFill>
          <a:schemeClr val="tx1"/>
        </a:solidFill>
        <a:latin typeface="Tahoma" panose="020B0604030504040204" pitchFamily="34" charset="0"/>
        <a:ea typeface="+mn-ea"/>
        <a:cs typeface="+mn-cs"/>
      </a:defRPr>
    </a:lvl6pPr>
    <a:lvl7pPr marL="2743200" algn="l" defTabSz="914400" rtl="0" eaLnBrk="1" latinLnBrk="0" hangingPunct="1">
      <a:defRPr b="1" kern="1200">
        <a:solidFill>
          <a:schemeClr val="tx1"/>
        </a:solidFill>
        <a:latin typeface="Tahoma" panose="020B0604030504040204" pitchFamily="34" charset="0"/>
        <a:ea typeface="+mn-ea"/>
        <a:cs typeface="+mn-cs"/>
      </a:defRPr>
    </a:lvl7pPr>
    <a:lvl8pPr marL="3200400" algn="l" defTabSz="914400" rtl="0" eaLnBrk="1" latinLnBrk="0" hangingPunct="1">
      <a:defRPr b="1" kern="1200">
        <a:solidFill>
          <a:schemeClr val="tx1"/>
        </a:solidFill>
        <a:latin typeface="Tahoma" panose="020B0604030504040204" pitchFamily="34" charset="0"/>
        <a:ea typeface="+mn-ea"/>
        <a:cs typeface="+mn-cs"/>
      </a:defRPr>
    </a:lvl8pPr>
    <a:lvl9pPr marL="3657600" algn="l" defTabSz="914400" rtl="0" eaLnBrk="1" latinLnBrk="0" hangingPunct="1">
      <a:defRPr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6AF4A5"/>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1" autoAdjust="0"/>
    <p:restoredTop sz="94707" autoAdjust="0"/>
  </p:normalViewPr>
  <p:slideViewPr>
    <p:cSldViewPr>
      <p:cViewPr varScale="1">
        <p:scale>
          <a:sx n="68" d="100"/>
          <a:sy n="68" d="100"/>
        </p:scale>
        <p:origin x="1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461"/>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ABB38103-53A5-49E2-8FD3-FD91FFB08F5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3" name="Rectangle 3">
            <a:extLst>
              <a:ext uri="{FF2B5EF4-FFF2-40B4-BE49-F238E27FC236}">
                <a16:creationId xmlns:a16="http://schemas.microsoft.com/office/drawing/2014/main" id="{64889DB9-A326-44C7-B5F6-B7C5284D7CFA}"/>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en-US"/>
          </a:p>
        </p:txBody>
      </p:sp>
      <p:sp>
        <p:nvSpPr>
          <p:cNvPr id="460804" name="Rectangle 4">
            <a:extLst>
              <a:ext uri="{FF2B5EF4-FFF2-40B4-BE49-F238E27FC236}">
                <a16:creationId xmlns:a16="http://schemas.microsoft.com/office/drawing/2014/main" id="{7CCA529D-8C80-42A1-BD92-9020F4866602}"/>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05" name="Rectangle 5">
            <a:extLst>
              <a:ext uri="{FF2B5EF4-FFF2-40B4-BE49-F238E27FC236}">
                <a16:creationId xmlns:a16="http://schemas.microsoft.com/office/drawing/2014/main" id="{8E3271CE-5391-46E8-A95E-E708724FB8B3}"/>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806" name="Rectangle 6">
            <a:extLst>
              <a:ext uri="{FF2B5EF4-FFF2-40B4-BE49-F238E27FC236}">
                <a16:creationId xmlns:a16="http://schemas.microsoft.com/office/drawing/2014/main" id="{66F7CCB9-90BA-4925-ABAC-B17F1DE335D0}"/>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7" name="Rectangle 7">
            <a:extLst>
              <a:ext uri="{FF2B5EF4-FFF2-40B4-BE49-F238E27FC236}">
                <a16:creationId xmlns:a16="http://schemas.microsoft.com/office/drawing/2014/main" id="{9D8EAC0C-A705-458C-B2F9-394220F5EA2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FE373CAE-F6EC-4085-AB1B-CE39679BBB3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6A0E1D27-AF99-476C-BBDA-F6EF7AF61FB3}"/>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663F2589-5A73-4E68-9FC1-2B1D8E3AC40B}"/>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C54C806F-D725-44B9-9F22-AA53ABF01C02}"/>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0949" name="Rectangle 5">
                <a:extLst>
                  <a:ext uri="{FF2B5EF4-FFF2-40B4-BE49-F238E27FC236}">
                    <a16:creationId xmlns:a16="http://schemas.microsoft.com/office/drawing/2014/main" id="{D8D8EF39-33D5-4034-A905-F3E3B87DD8D4}"/>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10950" name="Group 6">
              <a:extLst>
                <a:ext uri="{FF2B5EF4-FFF2-40B4-BE49-F238E27FC236}">
                  <a16:creationId xmlns:a16="http://schemas.microsoft.com/office/drawing/2014/main" id="{0E5AA7A4-2812-4B0A-81BB-99B81D9C48EA}"/>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11D00DB8-CF22-4B58-B27E-172CDCB4D70E}"/>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0952" name="Rectangle 8">
                <a:extLst>
                  <a:ext uri="{FF2B5EF4-FFF2-40B4-BE49-F238E27FC236}">
                    <a16:creationId xmlns:a16="http://schemas.microsoft.com/office/drawing/2014/main" id="{C0BD1E29-BC78-484F-A74D-3A0BD510FCAB}"/>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10953" name="Rectangle 9">
              <a:extLst>
                <a:ext uri="{FF2B5EF4-FFF2-40B4-BE49-F238E27FC236}">
                  <a16:creationId xmlns:a16="http://schemas.microsoft.com/office/drawing/2014/main" id="{0C31CE21-AF70-43B6-A604-AFC9BFC00BA5}"/>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0954" name="Rectangle 10">
              <a:extLst>
                <a:ext uri="{FF2B5EF4-FFF2-40B4-BE49-F238E27FC236}">
                  <a16:creationId xmlns:a16="http://schemas.microsoft.com/office/drawing/2014/main" id="{8344158C-4FAC-4F77-A5E7-841CC7C2D79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0955" name="Rectangle 11">
              <a:extLst>
                <a:ext uri="{FF2B5EF4-FFF2-40B4-BE49-F238E27FC236}">
                  <a16:creationId xmlns:a16="http://schemas.microsoft.com/office/drawing/2014/main" id="{62CE9C83-C955-4E9C-BCDB-FE4EE998389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10956" name="Rectangle 12">
            <a:extLst>
              <a:ext uri="{FF2B5EF4-FFF2-40B4-BE49-F238E27FC236}">
                <a16:creationId xmlns:a16="http://schemas.microsoft.com/office/drawing/2014/main" id="{3CA3F8DE-1D75-4A01-8130-9D40FBEBB23F}"/>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a:extLst>
              <a:ext uri="{FF2B5EF4-FFF2-40B4-BE49-F238E27FC236}">
                <a16:creationId xmlns:a16="http://schemas.microsoft.com/office/drawing/2014/main" id="{35B20107-F150-41B2-B454-E28F710058F6}"/>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210958" name="Rectangle 14">
            <a:extLst>
              <a:ext uri="{FF2B5EF4-FFF2-40B4-BE49-F238E27FC236}">
                <a16:creationId xmlns:a16="http://schemas.microsoft.com/office/drawing/2014/main" id="{A4B63663-8BD7-4F69-B21A-0C3D7CAFB75E}"/>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defRPr>
            </a:lvl1pPr>
          </a:lstStyle>
          <a:p>
            <a:endParaRPr lang="en-US" altLang="en-US"/>
          </a:p>
        </p:txBody>
      </p:sp>
      <p:sp>
        <p:nvSpPr>
          <p:cNvPr id="210959" name="Rectangle 15">
            <a:extLst>
              <a:ext uri="{FF2B5EF4-FFF2-40B4-BE49-F238E27FC236}">
                <a16:creationId xmlns:a16="http://schemas.microsoft.com/office/drawing/2014/main" id="{329BFBB5-4EB6-4C51-9186-79492485A789}"/>
              </a:ext>
            </a:extLst>
          </p:cNvPr>
          <p:cNvSpPr>
            <a:spLocks noGrp="1" noChangeArrowheads="1"/>
          </p:cNvSpPr>
          <p:nvPr>
            <p:ph type="ftr" sz="quarter" idx="3"/>
          </p:nvPr>
        </p:nvSpPr>
        <p:spPr>
          <a:xfrm>
            <a:off x="3429000" y="6248400"/>
            <a:ext cx="2895600" cy="457200"/>
          </a:xfrm>
        </p:spPr>
        <p:txBody>
          <a:bodyPr/>
          <a:lstStyle>
            <a:lvl1pPr algn="ctr">
              <a:defRPr sz="1400" b="0">
                <a:solidFill>
                  <a:schemeClr val="bg2"/>
                </a:solidFill>
              </a:defRPr>
            </a:lvl1pPr>
          </a:lstStyle>
          <a:p>
            <a:r>
              <a:rPr lang="en-US" altLang="en-US"/>
              <a:t>TCP/IP Protocol Suite</a:t>
            </a:r>
          </a:p>
        </p:txBody>
      </p:sp>
      <p:sp>
        <p:nvSpPr>
          <p:cNvPr id="210960" name="Rectangle 16">
            <a:extLst>
              <a:ext uri="{FF2B5EF4-FFF2-40B4-BE49-F238E27FC236}">
                <a16:creationId xmlns:a16="http://schemas.microsoft.com/office/drawing/2014/main" id="{1B3EED3A-A3EC-4890-B58F-604AF38766BB}"/>
              </a:ext>
            </a:extLst>
          </p:cNvPr>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AB45A9D3-CEEB-494B-A255-A182F5184730}" type="slidenum">
              <a:rPr lang="en-US" altLang="en-US"/>
              <a:pPr/>
              <a:t>‹#›</a:t>
            </a:fld>
            <a:endParaRPr lang="en-US" altLang="en-US"/>
          </a:p>
        </p:txBody>
      </p:sp>
      <p:sp>
        <p:nvSpPr>
          <p:cNvPr id="210961" name="Text Box 17">
            <a:extLst>
              <a:ext uri="{FF2B5EF4-FFF2-40B4-BE49-F238E27FC236}">
                <a16:creationId xmlns:a16="http://schemas.microsoft.com/office/drawing/2014/main" id="{9BB40DC3-0728-4094-B3CC-18ADCB85A96D}"/>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charset="0"/>
              </a:rPr>
              <a:t>McGraw-Hill</a:t>
            </a:r>
            <a:endParaRPr lang="en-US" altLang="en-US" sz="2400" b="0">
              <a:latin typeface="Times New Roman" panose="02020603050405020304" pitchFamily="18" charset="0"/>
            </a:endParaRPr>
          </a:p>
        </p:txBody>
      </p:sp>
      <p:sp>
        <p:nvSpPr>
          <p:cNvPr id="210962" name="Text Box 18">
            <a:extLst>
              <a:ext uri="{FF2B5EF4-FFF2-40B4-BE49-F238E27FC236}">
                <a16:creationId xmlns:a16="http://schemas.microsoft.com/office/drawing/2014/main" id="{D483FD8A-C935-4BC9-99A6-309EBF752907}"/>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charset="0"/>
              </a:rPr>
              <a:t>The McGraw-Hill Companies, Inc., 2000</a:t>
            </a:r>
            <a:endParaRPr lang="en-US" altLang="en-US" sz="2400" b="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C106-DB4A-487E-85D2-469474BD3D60}"/>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EE1DBA-A703-4C02-9B1C-8574D278A161}"/>
              </a:ext>
            </a:extLst>
          </p:cNvPr>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3">
            <a:extLst>
              <a:ext uri="{FF2B5EF4-FFF2-40B4-BE49-F238E27FC236}">
                <a16:creationId xmlns:a16="http://schemas.microsoft.com/office/drawing/2014/main" id="{28B95EC6-28E8-4FBB-812F-E1E965E39C53}"/>
              </a:ext>
            </a:extLst>
          </p:cNvPr>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a:extLst>
              <a:ext uri="{FF2B5EF4-FFF2-40B4-BE49-F238E27FC236}">
                <a16:creationId xmlns:a16="http://schemas.microsoft.com/office/drawing/2014/main" id="{7A32C54C-2F7E-4B5E-BB35-C87761C1B780}"/>
              </a:ext>
            </a:extLst>
          </p:cNvPr>
          <p:cNvSpPr>
            <a:spLocks noGrp="1"/>
          </p:cNvSpPr>
          <p:nvPr>
            <p:ph type="sldNum" sz="quarter" idx="11"/>
          </p:nvPr>
        </p:nvSpPr>
        <p:spPr/>
        <p:txBody>
          <a:bodyPr/>
          <a:lstStyle>
            <a:lvl1pPr>
              <a:defRPr/>
            </a:lvl1pPr>
          </a:lstStyle>
          <a:p>
            <a:fld id="{DA9050AA-D3DD-4F10-9DF1-BE70A60780B0}" type="slidenum">
              <a:rPr lang="en-US" altLang="en-US"/>
              <a:pPr/>
              <a:t>‹#›</a:t>
            </a:fld>
            <a:endParaRPr lang="en-US" altLang="en-US"/>
          </a:p>
        </p:txBody>
      </p:sp>
    </p:spTree>
    <p:extLst>
      <p:ext uri="{BB962C8B-B14F-4D97-AF65-F5344CB8AC3E}">
        <p14:creationId xmlns:p14="http://schemas.microsoft.com/office/powerpoint/2010/main" val="1573492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AFB4-ED28-4BB5-802C-EE30C2251150}"/>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96C164-BB0D-402E-9C02-A1CDC5F89A3D}"/>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a:extLst>
              <a:ext uri="{FF2B5EF4-FFF2-40B4-BE49-F238E27FC236}">
                <a16:creationId xmlns:a16="http://schemas.microsoft.com/office/drawing/2014/main" id="{35A3E081-D907-45B7-83BC-6E422B7F49D3}"/>
              </a:ext>
            </a:extLst>
          </p:cNvPr>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a:extLst>
              <a:ext uri="{FF2B5EF4-FFF2-40B4-BE49-F238E27FC236}">
                <a16:creationId xmlns:a16="http://schemas.microsoft.com/office/drawing/2014/main" id="{48F7F161-E556-4CF5-A170-E91B4EFBA369}"/>
              </a:ext>
            </a:extLst>
          </p:cNvPr>
          <p:cNvSpPr>
            <a:spLocks noGrp="1"/>
          </p:cNvSpPr>
          <p:nvPr>
            <p:ph type="sldNum" sz="quarter" idx="11"/>
          </p:nvPr>
        </p:nvSpPr>
        <p:spPr/>
        <p:txBody>
          <a:bodyPr/>
          <a:lstStyle>
            <a:lvl1pPr>
              <a:defRPr/>
            </a:lvl1pPr>
          </a:lstStyle>
          <a:p>
            <a:fld id="{A236D11F-B306-4899-8A8B-C25D12993807}" type="slidenum">
              <a:rPr lang="en-US" altLang="en-US"/>
              <a:pPr/>
              <a:t>‹#›</a:t>
            </a:fld>
            <a:endParaRPr lang="en-US" altLang="en-US"/>
          </a:p>
        </p:txBody>
      </p:sp>
    </p:spTree>
    <p:extLst>
      <p:ext uri="{BB962C8B-B14F-4D97-AF65-F5344CB8AC3E}">
        <p14:creationId xmlns:p14="http://schemas.microsoft.com/office/powerpoint/2010/main" val="241665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4CCD5-A13C-4857-93D3-27179E0430E5}"/>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82D95C-2126-4656-A178-B8F6D1735DFB}"/>
              </a:ext>
            </a:extLst>
          </p:cNvPr>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88F1ABA-DF32-46FE-88CC-D108CABBCF82}"/>
              </a:ext>
            </a:extLst>
          </p:cNvPr>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39DB491F-F099-4868-B031-EFFD6C961EC3}"/>
              </a:ext>
            </a:extLst>
          </p:cNvPr>
          <p:cNvSpPr>
            <a:spLocks noGrp="1"/>
          </p:cNvSpPr>
          <p:nvPr>
            <p:ph type="ftr" sz="quarter" idx="10"/>
          </p:nvPr>
        </p:nvSpPr>
        <p:spPr/>
        <p:txBody>
          <a:bodyPr/>
          <a:lstStyle>
            <a:lvl1pPr>
              <a:defRPr/>
            </a:lvl1pPr>
          </a:lstStyle>
          <a:p>
            <a:r>
              <a:rPr lang="en-US" altLang="en-US"/>
              <a:t>TCP/IP Protocol Suite</a:t>
            </a:r>
          </a:p>
        </p:txBody>
      </p:sp>
      <p:sp>
        <p:nvSpPr>
          <p:cNvPr id="6" name="Slide Number Placeholder 5">
            <a:extLst>
              <a:ext uri="{FF2B5EF4-FFF2-40B4-BE49-F238E27FC236}">
                <a16:creationId xmlns:a16="http://schemas.microsoft.com/office/drawing/2014/main" id="{12A994B7-A825-48A1-9A94-55A1E3B027B4}"/>
              </a:ext>
            </a:extLst>
          </p:cNvPr>
          <p:cNvSpPr>
            <a:spLocks noGrp="1"/>
          </p:cNvSpPr>
          <p:nvPr>
            <p:ph type="sldNum" sz="quarter" idx="11"/>
          </p:nvPr>
        </p:nvSpPr>
        <p:spPr/>
        <p:txBody>
          <a:bodyPr/>
          <a:lstStyle>
            <a:lvl1pPr>
              <a:defRPr/>
            </a:lvl1pPr>
          </a:lstStyle>
          <a:p>
            <a:fld id="{D7B3A08E-1285-47AE-A7D2-ACB201A31A70}" type="slidenum">
              <a:rPr lang="en-US" altLang="en-US"/>
              <a:pPr/>
              <a:t>‹#›</a:t>
            </a:fld>
            <a:endParaRPr lang="en-US" altLang="en-US"/>
          </a:p>
        </p:txBody>
      </p:sp>
    </p:spTree>
    <p:extLst>
      <p:ext uri="{BB962C8B-B14F-4D97-AF65-F5344CB8AC3E}">
        <p14:creationId xmlns:p14="http://schemas.microsoft.com/office/powerpoint/2010/main" val="4232910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E6D7-D4A0-47DE-9DAF-7916A0A8E3E9}"/>
              </a:ext>
            </a:extLst>
          </p:cNvPr>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267048-74EC-4A39-82D4-B27704F7A143}"/>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623D0E-6329-4FBB-82A8-C16B0401C7CE}"/>
              </a:ext>
            </a:extLst>
          </p:cNvPr>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F16C2D-AB95-47BA-AE1B-37C94050885F}"/>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B4BF0-6E36-4749-9848-339D58254B30}"/>
              </a:ext>
            </a:extLst>
          </p:cNvPr>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6">
            <a:extLst>
              <a:ext uri="{FF2B5EF4-FFF2-40B4-BE49-F238E27FC236}">
                <a16:creationId xmlns:a16="http://schemas.microsoft.com/office/drawing/2014/main" id="{2A7FD824-C531-41AB-8C00-3FD24FFE9DF6}"/>
              </a:ext>
            </a:extLst>
          </p:cNvPr>
          <p:cNvSpPr>
            <a:spLocks noGrp="1"/>
          </p:cNvSpPr>
          <p:nvPr>
            <p:ph type="ftr" sz="quarter" idx="10"/>
          </p:nvPr>
        </p:nvSpPr>
        <p:spPr/>
        <p:txBody>
          <a:bodyPr/>
          <a:lstStyle>
            <a:lvl1pPr>
              <a:defRPr/>
            </a:lvl1pPr>
          </a:lstStyle>
          <a:p>
            <a:r>
              <a:rPr lang="en-US" altLang="en-US"/>
              <a:t>TCP/IP Protocol Suite</a:t>
            </a:r>
          </a:p>
        </p:txBody>
      </p:sp>
      <p:sp>
        <p:nvSpPr>
          <p:cNvPr id="8" name="Slide Number Placeholder 7">
            <a:extLst>
              <a:ext uri="{FF2B5EF4-FFF2-40B4-BE49-F238E27FC236}">
                <a16:creationId xmlns:a16="http://schemas.microsoft.com/office/drawing/2014/main" id="{18E056F8-D8F8-46C0-BFD7-0F1E37FC8149}"/>
              </a:ext>
            </a:extLst>
          </p:cNvPr>
          <p:cNvSpPr>
            <a:spLocks noGrp="1"/>
          </p:cNvSpPr>
          <p:nvPr>
            <p:ph type="sldNum" sz="quarter" idx="11"/>
          </p:nvPr>
        </p:nvSpPr>
        <p:spPr/>
        <p:txBody>
          <a:bodyPr/>
          <a:lstStyle>
            <a:lvl1pPr>
              <a:defRPr/>
            </a:lvl1pPr>
          </a:lstStyle>
          <a:p>
            <a:fld id="{7E71F5B4-CE22-4106-B861-ABC959CFF9EB}" type="slidenum">
              <a:rPr lang="en-US" altLang="en-US"/>
              <a:pPr/>
              <a:t>‹#›</a:t>
            </a:fld>
            <a:endParaRPr lang="en-US" altLang="en-US"/>
          </a:p>
        </p:txBody>
      </p:sp>
    </p:spTree>
    <p:extLst>
      <p:ext uri="{BB962C8B-B14F-4D97-AF65-F5344CB8AC3E}">
        <p14:creationId xmlns:p14="http://schemas.microsoft.com/office/powerpoint/2010/main" val="277245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07F2-B902-4E28-B8ED-839D2EF358F8}"/>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Footer Placeholder 2">
            <a:extLst>
              <a:ext uri="{FF2B5EF4-FFF2-40B4-BE49-F238E27FC236}">
                <a16:creationId xmlns:a16="http://schemas.microsoft.com/office/drawing/2014/main" id="{9692A201-DC08-40BA-BE4A-ABD8D28B6B87}"/>
              </a:ext>
            </a:extLst>
          </p:cNvPr>
          <p:cNvSpPr>
            <a:spLocks noGrp="1"/>
          </p:cNvSpPr>
          <p:nvPr>
            <p:ph type="ftr" sz="quarter" idx="10"/>
          </p:nvPr>
        </p:nvSpPr>
        <p:spPr/>
        <p:txBody>
          <a:bodyPr/>
          <a:lstStyle>
            <a:lvl1pPr>
              <a:defRPr/>
            </a:lvl1pPr>
          </a:lstStyle>
          <a:p>
            <a:r>
              <a:rPr lang="en-US" altLang="en-US"/>
              <a:t>TCP/IP Protocol Suite</a:t>
            </a:r>
          </a:p>
        </p:txBody>
      </p:sp>
      <p:sp>
        <p:nvSpPr>
          <p:cNvPr id="4" name="Slide Number Placeholder 3">
            <a:extLst>
              <a:ext uri="{FF2B5EF4-FFF2-40B4-BE49-F238E27FC236}">
                <a16:creationId xmlns:a16="http://schemas.microsoft.com/office/drawing/2014/main" id="{BF9EA116-8934-4BEC-8B5D-FDD531C5AB92}"/>
              </a:ext>
            </a:extLst>
          </p:cNvPr>
          <p:cNvSpPr>
            <a:spLocks noGrp="1"/>
          </p:cNvSpPr>
          <p:nvPr>
            <p:ph type="sldNum" sz="quarter" idx="11"/>
          </p:nvPr>
        </p:nvSpPr>
        <p:spPr/>
        <p:txBody>
          <a:bodyPr/>
          <a:lstStyle>
            <a:lvl1pPr>
              <a:defRPr/>
            </a:lvl1pPr>
          </a:lstStyle>
          <a:p>
            <a:fld id="{16699EA9-1CA3-4435-B62E-724672D468B3}" type="slidenum">
              <a:rPr lang="en-US" altLang="en-US"/>
              <a:pPr/>
              <a:t>‹#›</a:t>
            </a:fld>
            <a:endParaRPr lang="en-US" altLang="en-US"/>
          </a:p>
        </p:txBody>
      </p:sp>
    </p:spTree>
    <p:extLst>
      <p:ext uri="{BB962C8B-B14F-4D97-AF65-F5344CB8AC3E}">
        <p14:creationId xmlns:p14="http://schemas.microsoft.com/office/powerpoint/2010/main" val="635444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5FC4F8-6B6E-4EE7-8C70-ED36C64FFC34}"/>
              </a:ext>
            </a:extLst>
          </p:cNvPr>
          <p:cNvSpPr>
            <a:spLocks noGrp="1"/>
          </p:cNvSpPr>
          <p:nvPr>
            <p:ph type="ftr" sz="quarter" idx="10"/>
          </p:nvPr>
        </p:nvSpPr>
        <p:spPr/>
        <p:txBody>
          <a:bodyPr/>
          <a:lstStyle>
            <a:lvl1pPr>
              <a:defRPr/>
            </a:lvl1pPr>
          </a:lstStyle>
          <a:p>
            <a:r>
              <a:rPr lang="en-US" altLang="en-US"/>
              <a:t>TCP/IP Protocol Suite</a:t>
            </a:r>
          </a:p>
        </p:txBody>
      </p:sp>
      <p:sp>
        <p:nvSpPr>
          <p:cNvPr id="3" name="Slide Number Placeholder 2">
            <a:extLst>
              <a:ext uri="{FF2B5EF4-FFF2-40B4-BE49-F238E27FC236}">
                <a16:creationId xmlns:a16="http://schemas.microsoft.com/office/drawing/2014/main" id="{D5EFE92A-1A19-4408-9829-3BFB3D62F50E}"/>
              </a:ext>
            </a:extLst>
          </p:cNvPr>
          <p:cNvSpPr>
            <a:spLocks noGrp="1"/>
          </p:cNvSpPr>
          <p:nvPr>
            <p:ph type="sldNum" sz="quarter" idx="11"/>
          </p:nvPr>
        </p:nvSpPr>
        <p:spPr/>
        <p:txBody>
          <a:bodyPr/>
          <a:lstStyle>
            <a:lvl1pPr>
              <a:defRPr/>
            </a:lvl1pPr>
          </a:lstStyle>
          <a:p>
            <a:fld id="{F13AF141-0B9F-406A-BF7F-BC6E1A42A076}" type="slidenum">
              <a:rPr lang="en-US" altLang="en-US"/>
              <a:pPr/>
              <a:t>‹#›</a:t>
            </a:fld>
            <a:endParaRPr lang="en-US" altLang="en-US"/>
          </a:p>
        </p:txBody>
      </p:sp>
    </p:spTree>
    <p:extLst>
      <p:ext uri="{BB962C8B-B14F-4D97-AF65-F5344CB8AC3E}">
        <p14:creationId xmlns:p14="http://schemas.microsoft.com/office/powerpoint/2010/main" val="1534694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1E3E3-5414-431C-9F01-3E89DF49B472}"/>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41BC66-D8FE-4DAA-93F8-BCC6865EA205}"/>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DDE9BC-1F59-4EEB-8FF4-1225DE4B22D7}"/>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AA3A9532-A4B6-4D03-A5B0-F6D2DCE52B42}"/>
              </a:ext>
            </a:extLst>
          </p:cNvPr>
          <p:cNvSpPr>
            <a:spLocks noGrp="1"/>
          </p:cNvSpPr>
          <p:nvPr>
            <p:ph type="ftr" sz="quarter" idx="10"/>
          </p:nvPr>
        </p:nvSpPr>
        <p:spPr/>
        <p:txBody>
          <a:bodyPr/>
          <a:lstStyle>
            <a:lvl1pPr>
              <a:defRPr/>
            </a:lvl1pPr>
          </a:lstStyle>
          <a:p>
            <a:r>
              <a:rPr lang="en-US" altLang="en-US"/>
              <a:t>TCP/IP Protocol Suite</a:t>
            </a:r>
          </a:p>
        </p:txBody>
      </p:sp>
      <p:sp>
        <p:nvSpPr>
          <p:cNvPr id="6" name="Slide Number Placeholder 5">
            <a:extLst>
              <a:ext uri="{FF2B5EF4-FFF2-40B4-BE49-F238E27FC236}">
                <a16:creationId xmlns:a16="http://schemas.microsoft.com/office/drawing/2014/main" id="{1FC07916-6FA2-4529-A327-5E47448C0DA8}"/>
              </a:ext>
            </a:extLst>
          </p:cNvPr>
          <p:cNvSpPr>
            <a:spLocks noGrp="1"/>
          </p:cNvSpPr>
          <p:nvPr>
            <p:ph type="sldNum" sz="quarter" idx="11"/>
          </p:nvPr>
        </p:nvSpPr>
        <p:spPr/>
        <p:txBody>
          <a:bodyPr/>
          <a:lstStyle>
            <a:lvl1pPr>
              <a:defRPr/>
            </a:lvl1pPr>
          </a:lstStyle>
          <a:p>
            <a:fld id="{B3DCA7C9-95DC-45D0-B77A-EE7ABCC05D39}" type="slidenum">
              <a:rPr lang="en-US" altLang="en-US"/>
              <a:pPr/>
              <a:t>‹#›</a:t>
            </a:fld>
            <a:endParaRPr lang="en-US" altLang="en-US"/>
          </a:p>
        </p:txBody>
      </p:sp>
    </p:spTree>
    <p:extLst>
      <p:ext uri="{BB962C8B-B14F-4D97-AF65-F5344CB8AC3E}">
        <p14:creationId xmlns:p14="http://schemas.microsoft.com/office/powerpoint/2010/main" val="2451830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0B21-9AB3-439C-8BB5-232DFA422951}"/>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BEEBFE-F88F-4CF3-AADC-03CC6158171F}"/>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8070A8-3B39-4824-ACA4-1EE053C074E3}"/>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741DB59A-BC03-4F44-A7ED-2CC256277470}"/>
              </a:ext>
            </a:extLst>
          </p:cNvPr>
          <p:cNvSpPr>
            <a:spLocks noGrp="1"/>
          </p:cNvSpPr>
          <p:nvPr>
            <p:ph type="ftr" sz="quarter" idx="10"/>
          </p:nvPr>
        </p:nvSpPr>
        <p:spPr/>
        <p:txBody>
          <a:bodyPr/>
          <a:lstStyle>
            <a:lvl1pPr>
              <a:defRPr/>
            </a:lvl1pPr>
          </a:lstStyle>
          <a:p>
            <a:r>
              <a:rPr lang="en-US" altLang="en-US"/>
              <a:t>TCP/IP Protocol Suite</a:t>
            </a:r>
          </a:p>
        </p:txBody>
      </p:sp>
      <p:sp>
        <p:nvSpPr>
          <p:cNvPr id="6" name="Slide Number Placeholder 5">
            <a:extLst>
              <a:ext uri="{FF2B5EF4-FFF2-40B4-BE49-F238E27FC236}">
                <a16:creationId xmlns:a16="http://schemas.microsoft.com/office/drawing/2014/main" id="{EE9A233D-B622-4EE7-9765-0BCF9B827477}"/>
              </a:ext>
            </a:extLst>
          </p:cNvPr>
          <p:cNvSpPr>
            <a:spLocks noGrp="1"/>
          </p:cNvSpPr>
          <p:nvPr>
            <p:ph type="sldNum" sz="quarter" idx="11"/>
          </p:nvPr>
        </p:nvSpPr>
        <p:spPr/>
        <p:txBody>
          <a:bodyPr/>
          <a:lstStyle>
            <a:lvl1pPr>
              <a:defRPr/>
            </a:lvl1pPr>
          </a:lstStyle>
          <a:p>
            <a:fld id="{60F2DEBA-A882-4F2E-A369-5C339D06BBB7}" type="slidenum">
              <a:rPr lang="en-US" altLang="en-US"/>
              <a:pPr/>
              <a:t>‹#›</a:t>
            </a:fld>
            <a:endParaRPr lang="en-US" altLang="en-US"/>
          </a:p>
        </p:txBody>
      </p:sp>
    </p:spTree>
    <p:extLst>
      <p:ext uri="{BB962C8B-B14F-4D97-AF65-F5344CB8AC3E}">
        <p14:creationId xmlns:p14="http://schemas.microsoft.com/office/powerpoint/2010/main" val="322329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E7782-8FD4-480C-B0EE-4B99BF43A906}"/>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51A62-3B07-4D67-B041-8D84E5FB9A98}"/>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3">
            <a:extLst>
              <a:ext uri="{FF2B5EF4-FFF2-40B4-BE49-F238E27FC236}">
                <a16:creationId xmlns:a16="http://schemas.microsoft.com/office/drawing/2014/main" id="{EFFD5A97-5134-4881-AB61-7A400F8575E4}"/>
              </a:ext>
            </a:extLst>
          </p:cNvPr>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a:extLst>
              <a:ext uri="{FF2B5EF4-FFF2-40B4-BE49-F238E27FC236}">
                <a16:creationId xmlns:a16="http://schemas.microsoft.com/office/drawing/2014/main" id="{626008FF-BB72-4898-9A61-92BEEA921CBE}"/>
              </a:ext>
            </a:extLst>
          </p:cNvPr>
          <p:cNvSpPr>
            <a:spLocks noGrp="1"/>
          </p:cNvSpPr>
          <p:nvPr>
            <p:ph type="sldNum" sz="quarter" idx="11"/>
          </p:nvPr>
        </p:nvSpPr>
        <p:spPr/>
        <p:txBody>
          <a:bodyPr/>
          <a:lstStyle>
            <a:lvl1pPr>
              <a:defRPr/>
            </a:lvl1pPr>
          </a:lstStyle>
          <a:p>
            <a:fld id="{3132E9C8-BA7A-4423-B144-2D646227ED1F}" type="slidenum">
              <a:rPr lang="en-US" altLang="en-US"/>
              <a:pPr/>
              <a:t>‹#›</a:t>
            </a:fld>
            <a:endParaRPr lang="en-US" altLang="en-US"/>
          </a:p>
        </p:txBody>
      </p:sp>
    </p:spTree>
    <p:extLst>
      <p:ext uri="{BB962C8B-B14F-4D97-AF65-F5344CB8AC3E}">
        <p14:creationId xmlns:p14="http://schemas.microsoft.com/office/powerpoint/2010/main" val="1755762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08D502-8F2D-48F0-B6F3-4CACA4B3381E}"/>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6E6C76-DFF1-4686-AC3E-1546C7762D37}"/>
              </a:ext>
            </a:extLst>
          </p:cNvPr>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3">
            <a:extLst>
              <a:ext uri="{FF2B5EF4-FFF2-40B4-BE49-F238E27FC236}">
                <a16:creationId xmlns:a16="http://schemas.microsoft.com/office/drawing/2014/main" id="{769C91C9-91EE-4305-AFC3-F6E136454EA5}"/>
              </a:ext>
            </a:extLst>
          </p:cNvPr>
          <p:cNvSpPr>
            <a:spLocks noGrp="1"/>
          </p:cNvSpPr>
          <p:nvPr>
            <p:ph type="ftr" sz="quarter" idx="10"/>
          </p:nvPr>
        </p:nvSpPr>
        <p:spPr/>
        <p:txBody>
          <a:bodyPr/>
          <a:lstStyle>
            <a:lvl1pPr>
              <a:defRPr/>
            </a:lvl1pPr>
          </a:lstStyle>
          <a:p>
            <a:r>
              <a:rPr lang="en-US" altLang="en-US"/>
              <a:t>TCP/IP Protocol Suite</a:t>
            </a:r>
          </a:p>
        </p:txBody>
      </p:sp>
      <p:sp>
        <p:nvSpPr>
          <p:cNvPr id="5" name="Slide Number Placeholder 4">
            <a:extLst>
              <a:ext uri="{FF2B5EF4-FFF2-40B4-BE49-F238E27FC236}">
                <a16:creationId xmlns:a16="http://schemas.microsoft.com/office/drawing/2014/main" id="{00111737-AE8B-4667-8991-A2B82E5E9D2F}"/>
              </a:ext>
            </a:extLst>
          </p:cNvPr>
          <p:cNvSpPr>
            <a:spLocks noGrp="1"/>
          </p:cNvSpPr>
          <p:nvPr>
            <p:ph type="sldNum" sz="quarter" idx="11"/>
          </p:nvPr>
        </p:nvSpPr>
        <p:spPr/>
        <p:txBody>
          <a:bodyPr/>
          <a:lstStyle>
            <a:lvl1pPr>
              <a:defRPr/>
            </a:lvl1pPr>
          </a:lstStyle>
          <a:p>
            <a:fld id="{BD89D0BB-2664-40BA-8AD3-81D81CF81C36}" type="slidenum">
              <a:rPr lang="en-US" altLang="en-US"/>
              <a:pPr/>
              <a:t>‹#›</a:t>
            </a:fld>
            <a:endParaRPr lang="en-US" altLang="en-US"/>
          </a:p>
        </p:txBody>
      </p:sp>
    </p:spTree>
    <p:extLst>
      <p:ext uri="{BB962C8B-B14F-4D97-AF65-F5344CB8AC3E}">
        <p14:creationId xmlns:p14="http://schemas.microsoft.com/office/powerpoint/2010/main" val="3208619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Text Box 17">
            <a:extLst>
              <a:ext uri="{FF2B5EF4-FFF2-40B4-BE49-F238E27FC236}">
                <a16:creationId xmlns:a16="http://schemas.microsoft.com/office/drawing/2014/main" id="{8DD9D0A3-F29E-4F39-95DC-5618734847A9}"/>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charset="0"/>
              </a:rPr>
              <a:t>McGraw-Hill</a:t>
            </a:r>
            <a:endParaRPr lang="en-US" altLang="en-US" sz="2400" b="0">
              <a:latin typeface="Times New Roman" panose="02020603050405020304" pitchFamily="18" charset="0"/>
            </a:endParaRPr>
          </a:p>
        </p:txBody>
      </p:sp>
      <p:sp>
        <p:nvSpPr>
          <p:cNvPr id="7" name="Text Box 18">
            <a:extLst>
              <a:ext uri="{FF2B5EF4-FFF2-40B4-BE49-F238E27FC236}">
                <a16:creationId xmlns:a16="http://schemas.microsoft.com/office/drawing/2014/main" id="{3ADA0DC1-394D-483C-B0A8-7F0BE7C31B9E}"/>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charset="0"/>
              </a:rPr>
              <a:t>The McGraw-Hill Companies, Inc., 2000</a:t>
            </a:r>
            <a:endParaRPr lang="en-US" altLang="en-US" sz="2400" b="0">
              <a:latin typeface="Times New Roman" panose="02020603050405020304" pitchFamily="18" charset="0"/>
            </a:endParaRPr>
          </a:p>
        </p:txBody>
      </p:sp>
    </p:spTree>
    <p:extLst>
      <p:ext uri="{BB962C8B-B14F-4D97-AF65-F5344CB8AC3E}">
        <p14:creationId xmlns:p14="http://schemas.microsoft.com/office/powerpoint/2010/main" val="41812266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79E90ED7-7A4A-406C-B8EF-B773AF324456}" type="datetime1">
              <a:rPr lang="en-US" smtClean="0"/>
              <a:t>12/10/2020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8001000" y="6356350"/>
            <a:ext cx="685800" cy="365125"/>
          </a:xfrm>
          <a:prstGeom prst="rect">
            <a:avLst/>
          </a:prstGeom>
        </p:spPr>
        <p:txBody>
          <a:bodyPr/>
          <a:lstStyle>
            <a:lvl1pPr algn="r" fontAlgn="auto">
              <a:spcBef>
                <a:spcPts val="0"/>
              </a:spcBef>
              <a:spcAft>
                <a:spcPts val="0"/>
              </a:spcAft>
              <a:defRPr>
                <a:latin typeface="+mn-lt"/>
              </a:defRPr>
            </a:lvl1pPr>
          </a:lstStyle>
          <a:p>
            <a:fld id="{DA9050AA-D3DD-4F10-9DF1-BE70A60780B0}" type="slidenum">
              <a:rPr lang="en-US" altLang="en-US" smtClean="0"/>
              <a:pPr/>
              <a:t>‹#›</a:t>
            </a:fld>
            <a:endParaRPr lang="en-US" altLang="en-US"/>
          </a:p>
        </p:txBody>
      </p:sp>
    </p:spTree>
    <p:extLst>
      <p:ext uri="{BB962C8B-B14F-4D97-AF65-F5344CB8AC3E}">
        <p14:creationId xmlns:p14="http://schemas.microsoft.com/office/powerpoint/2010/main" val="3966401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CEB4306F-AB1E-4001-A6FD-01DEFADAAD63}" type="datetime1">
              <a:rPr lang="en-US" smtClean="0"/>
              <a:t>12/10/2020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A236D11F-B306-4899-8A8B-C25D12993807}" type="slidenum">
              <a:rPr lang="en-US" altLang="en-US" smtClean="0"/>
              <a:pPr/>
              <a:t>‹#›</a:t>
            </a:fld>
            <a:endParaRPr lang="en-US" altLang="en-US"/>
          </a:p>
        </p:txBody>
      </p:sp>
    </p:spTree>
    <p:extLst>
      <p:ext uri="{BB962C8B-B14F-4D97-AF65-F5344CB8AC3E}">
        <p14:creationId xmlns:p14="http://schemas.microsoft.com/office/powerpoint/2010/main" val="563241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D45508A0-3BB6-4411-8E23-977FF464C9B9}" type="datetime1">
              <a:rPr lang="en-US" smtClean="0"/>
              <a:t>12/10/2020</a:t>
            </a:fld>
            <a:endParaRPr lang="en-US" dirty="0"/>
          </a:p>
        </p:txBody>
      </p:sp>
      <p:sp>
        <p:nvSpPr>
          <p:cNvPr id="6" name="Footer Placeholder 5"/>
          <p:cNvSpPr>
            <a:spLocks noGrp="1"/>
          </p:cNvSpPr>
          <p:nvPr>
            <p:ph type="ftr" sz="quarter" idx="11"/>
          </p:nvPr>
        </p:nvSpPr>
        <p:spPr/>
        <p:txBody>
          <a:bodyPr/>
          <a:lstStyle>
            <a:lvl1pPr>
              <a:defRPr/>
            </a:lvl1pPr>
          </a:lstStyle>
          <a:p>
            <a:r>
              <a:rPr lang="en-US" altLang="en-US"/>
              <a:t>TCP/IP Protocol Suite</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D7B3A08E-1285-47AE-A7D2-ACB201A31A70}" type="slidenum">
              <a:rPr lang="en-US" altLang="en-US" smtClean="0"/>
              <a:pPr/>
              <a:t>‹#›</a:t>
            </a:fld>
            <a:endParaRPr lang="en-US" altLang="en-US"/>
          </a:p>
        </p:txBody>
      </p:sp>
    </p:spTree>
    <p:extLst>
      <p:ext uri="{BB962C8B-B14F-4D97-AF65-F5344CB8AC3E}">
        <p14:creationId xmlns:p14="http://schemas.microsoft.com/office/powerpoint/2010/main" val="3008625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3266F857-55E3-4EE6-A5D2-D4AF092EFA25}" type="datetime1">
              <a:rPr lang="en-US" smtClean="0"/>
              <a:t>12/10/2020</a:t>
            </a:fld>
            <a:endParaRPr lang="en-US" dirty="0"/>
          </a:p>
        </p:txBody>
      </p:sp>
      <p:sp>
        <p:nvSpPr>
          <p:cNvPr id="8" name="Footer Placeholder 7"/>
          <p:cNvSpPr>
            <a:spLocks noGrp="1"/>
          </p:cNvSpPr>
          <p:nvPr>
            <p:ph type="ftr" sz="quarter" idx="11"/>
          </p:nvPr>
        </p:nvSpPr>
        <p:spPr/>
        <p:txBody>
          <a:bodyPr/>
          <a:lstStyle>
            <a:lvl1pPr>
              <a:defRPr/>
            </a:lvl1pPr>
          </a:lstStyle>
          <a:p>
            <a:r>
              <a:rPr lang="en-US" altLang="en-US"/>
              <a:t>TCP/IP Protocol Suite</a:t>
            </a: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7E71F5B4-CE22-4106-B861-ABC959CFF9EB}" type="slidenum">
              <a:rPr lang="en-US" altLang="en-US" smtClean="0"/>
              <a:pPr/>
              <a:t>‹#›</a:t>
            </a:fld>
            <a:endParaRPr lang="en-US" altLang="en-US"/>
          </a:p>
        </p:txBody>
      </p:sp>
    </p:spTree>
    <p:extLst>
      <p:ext uri="{BB962C8B-B14F-4D97-AF65-F5344CB8AC3E}">
        <p14:creationId xmlns:p14="http://schemas.microsoft.com/office/powerpoint/2010/main" val="4159359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F68CF0EA-F8D4-4D7F-B910-DC160F762970}" type="datetime1">
              <a:rPr lang="en-US" smtClean="0"/>
              <a:t>12/10/2020</a:t>
            </a:fld>
            <a:endParaRPr lang="en-US" dirty="0"/>
          </a:p>
        </p:txBody>
      </p:sp>
      <p:sp>
        <p:nvSpPr>
          <p:cNvPr id="4" name="Footer Placeholder 3"/>
          <p:cNvSpPr>
            <a:spLocks noGrp="1"/>
          </p:cNvSpPr>
          <p:nvPr>
            <p:ph type="ftr" sz="quarter" idx="11"/>
          </p:nvPr>
        </p:nvSpPr>
        <p:spPr/>
        <p:txBody>
          <a:bodyPr/>
          <a:lstStyle>
            <a:lvl1pPr>
              <a:defRPr/>
            </a:lvl1pPr>
          </a:lstStyle>
          <a:p>
            <a:r>
              <a:rPr lang="en-US" altLang="en-US"/>
              <a:t>TCP/IP Protocol Suite</a:t>
            </a: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16699EA9-1CA3-4435-B62E-724672D468B3}" type="slidenum">
              <a:rPr lang="en-US" altLang="en-US" smtClean="0"/>
              <a:pPr/>
              <a:t>‹#›</a:t>
            </a:fld>
            <a:endParaRPr lang="en-US" altLang="en-US"/>
          </a:p>
        </p:txBody>
      </p:sp>
    </p:spTree>
    <p:extLst>
      <p:ext uri="{BB962C8B-B14F-4D97-AF65-F5344CB8AC3E}">
        <p14:creationId xmlns:p14="http://schemas.microsoft.com/office/powerpoint/2010/main" val="11302752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08CC7B25-5299-4234-A3DD-1E7AC5B9DBEA}" type="datetime1">
              <a:rPr lang="en-US" smtClean="0"/>
              <a:t>12/10/2020</a:t>
            </a:fld>
            <a:endParaRPr lang="en-US" dirty="0"/>
          </a:p>
        </p:txBody>
      </p:sp>
      <p:sp>
        <p:nvSpPr>
          <p:cNvPr id="3" name="Footer Placeholder 2"/>
          <p:cNvSpPr>
            <a:spLocks noGrp="1"/>
          </p:cNvSpPr>
          <p:nvPr>
            <p:ph type="ftr" sz="quarter" idx="11"/>
          </p:nvPr>
        </p:nvSpPr>
        <p:spPr/>
        <p:txBody>
          <a:bodyPr/>
          <a:lstStyle>
            <a:lvl1pPr>
              <a:defRPr/>
            </a:lvl1pPr>
          </a:lstStyle>
          <a:p>
            <a:r>
              <a:rPr lang="en-US" altLang="en-US"/>
              <a:t>TCP/IP Protocol Suite</a:t>
            </a: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F13AF141-0B9F-406A-BF7F-BC6E1A42A076}" type="slidenum">
              <a:rPr lang="en-US" altLang="en-US" smtClean="0"/>
              <a:pPr/>
              <a:t>‹#›</a:t>
            </a:fld>
            <a:endParaRPr lang="en-US" altLang="en-US"/>
          </a:p>
        </p:txBody>
      </p:sp>
    </p:spTree>
    <p:extLst>
      <p:ext uri="{BB962C8B-B14F-4D97-AF65-F5344CB8AC3E}">
        <p14:creationId xmlns:p14="http://schemas.microsoft.com/office/powerpoint/2010/main" val="10044465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EBAC0492-E389-4F6F-9E62-AC7AFB82CE16}" type="datetime1">
              <a:rPr lang="en-US" smtClean="0"/>
              <a:t>12/10/2020</a:t>
            </a:fld>
            <a:endParaRPr lang="en-US" dirty="0"/>
          </a:p>
        </p:txBody>
      </p:sp>
      <p:sp>
        <p:nvSpPr>
          <p:cNvPr id="6" name="Footer Placeholder 5"/>
          <p:cNvSpPr>
            <a:spLocks noGrp="1"/>
          </p:cNvSpPr>
          <p:nvPr>
            <p:ph type="ftr" sz="quarter" idx="11"/>
          </p:nvPr>
        </p:nvSpPr>
        <p:spPr/>
        <p:txBody>
          <a:bodyPr/>
          <a:lstStyle>
            <a:lvl1pPr>
              <a:defRPr/>
            </a:lvl1pPr>
          </a:lstStyle>
          <a:p>
            <a:r>
              <a:rPr lang="en-US" altLang="en-US"/>
              <a:t>TCP/IP Protocol Suite</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B3DCA7C9-95DC-45D0-B77A-EE7ABCC05D39}" type="slidenum">
              <a:rPr lang="en-US" altLang="en-US" smtClean="0"/>
              <a:pPr/>
              <a:t>‹#›</a:t>
            </a:fld>
            <a:endParaRPr lang="en-US" altLang="en-US"/>
          </a:p>
        </p:txBody>
      </p:sp>
    </p:spTree>
    <p:extLst>
      <p:ext uri="{BB962C8B-B14F-4D97-AF65-F5344CB8AC3E}">
        <p14:creationId xmlns:p14="http://schemas.microsoft.com/office/powerpoint/2010/main" val="4260820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67E014B2-3027-4A2A-9ADB-87D0DA130076}" type="datetime1">
              <a:rPr lang="en-US" smtClean="0"/>
              <a:t>12/10/2020</a:t>
            </a:fld>
            <a:endParaRPr lang="en-US" dirty="0"/>
          </a:p>
        </p:txBody>
      </p:sp>
      <p:sp>
        <p:nvSpPr>
          <p:cNvPr id="6" name="Footer Placeholder 5"/>
          <p:cNvSpPr>
            <a:spLocks noGrp="1"/>
          </p:cNvSpPr>
          <p:nvPr>
            <p:ph type="ftr" sz="quarter" idx="11"/>
          </p:nvPr>
        </p:nvSpPr>
        <p:spPr/>
        <p:txBody>
          <a:bodyPr/>
          <a:lstStyle>
            <a:lvl1pPr>
              <a:defRPr/>
            </a:lvl1pPr>
          </a:lstStyle>
          <a:p>
            <a:r>
              <a:rPr lang="en-US" altLang="en-US"/>
              <a:t>TCP/IP Protocol Suite</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60F2DEBA-A882-4F2E-A369-5C339D06BBB7}" type="slidenum">
              <a:rPr lang="en-US" altLang="en-US" smtClean="0"/>
              <a:pPr/>
              <a:t>‹#›</a:t>
            </a:fld>
            <a:endParaRPr lang="en-US" altLang="en-US"/>
          </a:p>
        </p:txBody>
      </p:sp>
    </p:spTree>
    <p:extLst>
      <p:ext uri="{BB962C8B-B14F-4D97-AF65-F5344CB8AC3E}">
        <p14:creationId xmlns:p14="http://schemas.microsoft.com/office/powerpoint/2010/main" val="424364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E17F7C91-E1C1-4BED-BED4-94795DAED711}" type="datetime1">
              <a:rPr lang="en-US" smtClean="0"/>
              <a:t>12/10/2020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3132E9C8-BA7A-4423-B144-2D646227ED1F}" type="slidenum">
              <a:rPr lang="en-US" altLang="en-US" smtClean="0"/>
              <a:pPr/>
              <a:t>‹#›</a:t>
            </a:fld>
            <a:endParaRPr lang="en-US" altLang="en-US"/>
          </a:p>
        </p:txBody>
      </p:sp>
    </p:spTree>
    <p:extLst>
      <p:ext uri="{BB962C8B-B14F-4D97-AF65-F5344CB8AC3E}">
        <p14:creationId xmlns:p14="http://schemas.microsoft.com/office/powerpoint/2010/main" val="4523398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4D70749C-FFAB-4D13-9AA2-363D487B8CDB}" type="datetime1">
              <a:rPr lang="en-US" smtClean="0"/>
              <a:t>12/10/2020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BD89D0BB-2664-40BA-8AD3-81D81CF81C36}" type="slidenum">
              <a:rPr lang="en-US" altLang="en-US" smtClean="0"/>
              <a:pPr/>
              <a:t>‹#›</a:t>
            </a:fld>
            <a:endParaRPr lang="en-US" altLang="en-US"/>
          </a:p>
        </p:txBody>
      </p:sp>
    </p:spTree>
    <p:extLst>
      <p:ext uri="{BB962C8B-B14F-4D97-AF65-F5344CB8AC3E}">
        <p14:creationId xmlns:p14="http://schemas.microsoft.com/office/powerpoint/2010/main" val="3435816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2" name="Rectangle 12">
            <a:extLst>
              <a:ext uri="{FF2B5EF4-FFF2-40B4-BE49-F238E27FC236}">
                <a16:creationId xmlns:a16="http://schemas.microsoft.com/office/drawing/2014/main" id="{1D554689-D9FC-4872-BA35-75A5FA8BA4CB}"/>
              </a:ext>
            </a:extLst>
          </p:cNvPr>
          <p:cNvSpPr>
            <a:spLocks noGrp="1" noChangeArrowheads="1"/>
          </p:cNvSpPr>
          <p:nvPr>
            <p:ph type="ftr" sz="quarter" idx="3"/>
          </p:nvPr>
        </p:nvSpPr>
        <p:spPr bwMode="auto">
          <a:xfrm>
            <a:off x="76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r>
              <a:rPr lang="en-US" altLang="en-US"/>
              <a:t>TCP/IP Protocol Suite</a:t>
            </a:r>
          </a:p>
        </p:txBody>
      </p:sp>
      <p:sp>
        <p:nvSpPr>
          <p:cNvPr id="209933" name="Rectangle 13">
            <a:extLst>
              <a:ext uri="{FF2B5EF4-FFF2-40B4-BE49-F238E27FC236}">
                <a16:creationId xmlns:a16="http://schemas.microsoft.com/office/drawing/2014/main" id="{96159FB2-BCEF-431C-BC32-E5550C5E4E94}"/>
              </a:ext>
            </a:extLst>
          </p:cNvPr>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a:lvl1pPr>
          </a:lstStyle>
          <a:p>
            <a:fld id="{4F27B1D1-3B7D-4E58-909C-0AC27CC536B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31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2"/>
                </a:solidFill>
                <a:latin typeface="+mn-lt"/>
              </a:defRPr>
            </a:lvl1pPr>
          </a:lstStyle>
          <a:p>
            <a:r>
              <a:rPr lang="en-US" altLang="en-US"/>
              <a:t>TCP/IP Protocol Suite</a:t>
            </a:r>
          </a:p>
        </p:txBody>
      </p:sp>
      <p:cxnSp>
        <p:nvCxnSpPr>
          <p:cNvPr id="11" name="Straight Connector 10"/>
          <p:cNvCxnSpPr/>
          <p:nvPr/>
        </p:nvCxnSpPr>
        <p:spPr>
          <a:xfrm>
            <a:off x="533400" y="1295400"/>
            <a:ext cx="8153400"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78564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Calibri" pitchFamily="34" charset="0"/>
        </a:defRPr>
      </a:lvl2pPr>
      <a:lvl3pPr algn="l" rtl="0" eaLnBrk="1" fontAlgn="base" hangingPunct="1">
        <a:spcBef>
          <a:spcPct val="0"/>
        </a:spcBef>
        <a:spcAft>
          <a:spcPct val="0"/>
        </a:spcAft>
        <a:defRPr sz="4400">
          <a:solidFill>
            <a:schemeClr val="tx2"/>
          </a:solidFill>
          <a:latin typeface="Calibri" pitchFamily="34" charset="0"/>
        </a:defRPr>
      </a:lvl3pPr>
      <a:lvl4pPr algn="l" rtl="0" eaLnBrk="1" fontAlgn="base" hangingPunct="1">
        <a:spcBef>
          <a:spcPct val="0"/>
        </a:spcBef>
        <a:spcAft>
          <a:spcPct val="0"/>
        </a:spcAft>
        <a:defRPr sz="4400">
          <a:solidFill>
            <a:schemeClr val="tx2"/>
          </a:solidFill>
          <a:latin typeface="Calibri" pitchFamily="34" charset="0"/>
        </a:defRPr>
      </a:lvl4pPr>
      <a:lvl5pPr algn="l" rtl="0" eaLnBrk="1" fontAlgn="base" hangingPunct="1">
        <a:spcBef>
          <a:spcPct val="0"/>
        </a:spcBef>
        <a:spcAft>
          <a:spcPct val="0"/>
        </a:spcAft>
        <a:defRPr sz="4400">
          <a:solidFill>
            <a:schemeClr val="tx2"/>
          </a:solidFill>
          <a:latin typeface="Calibri" pitchFamily="34" charset="0"/>
        </a:defRPr>
      </a:lvl5pPr>
      <a:lvl6pPr marL="457200" algn="l" rtl="0" eaLnBrk="1" fontAlgn="base" hangingPunct="1">
        <a:spcBef>
          <a:spcPct val="0"/>
        </a:spcBef>
        <a:spcAft>
          <a:spcPct val="0"/>
        </a:spcAft>
        <a:defRPr sz="4400">
          <a:solidFill>
            <a:schemeClr val="tx2"/>
          </a:solidFill>
          <a:latin typeface="Calibri" pitchFamily="34" charset="0"/>
        </a:defRPr>
      </a:lvl6pPr>
      <a:lvl7pPr marL="914400" algn="l" rtl="0" eaLnBrk="1" fontAlgn="base" hangingPunct="1">
        <a:spcBef>
          <a:spcPct val="0"/>
        </a:spcBef>
        <a:spcAft>
          <a:spcPct val="0"/>
        </a:spcAft>
        <a:defRPr sz="4400">
          <a:solidFill>
            <a:schemeClr val="tx2"/>
          </a:solidFill>
          <a:latin typeface="Calibri" pitchFamily="34" charset="0"/>
        </a:defRPr>
      </a:lvl7pPr>
      <a:lvl8pPr marL="1371600" algn="l" rtl="0" eaLnBrk="1" fontAlgn="base" hangingPunct="1">
        <a:spcBef>
          <a:spcPct val="0"/>
        </a:spcBef>
        <a:spcAft>
          <a:spcPct val="0"/>
        </a:spcAft>
        <a:defRPr sz="4400">
          <a:solidFill>
            <a:schemeClr val="tx2"/>
          </a:solidFill>
          <a:latin typeface="Calibri" pitchFamily="34" charset="0"/>
        </a:defRPr>
      </a:lvl8pPr>
      <a:lvl9pPr marL="1828800" algn="l" rtl="0" eaLnBrk="1" fontAlgn="base" hangingPunct="1">
        <a:spcBef>
          <a:spcPct val="0"/>
        </a:spcBef>
        <a:spcAft>
          <a:spcPct val="0"/>
        </a:spcAft>
        <a:defRPr sz="4400">
          <a:solidFill>
            <a:schemeClr val="tx2"/>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2"/>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2"/>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2"/>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2"/>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3120628"/>
            <a:ext cx="5829300" cy="1257300"/>
          </a:xfrm>
        </p:spPr>
        <p:txBody>
          <a:bodyPr>
            <a:normAutofit fontScale="90000"/>
          </a:bodyPr>
          <a:lstStyle/>
          <a:p>
            <a:pPr algn="ctr"/>
            <a:r>
              <a:rPr lang="en-US" b="1" u="none" dirty="0"/>
              <a:t>COMPUTER NETWORKS</a:t>
            </a:r>
            <a:br>
              <a:rPr lang="en-US" b="1" u="none" dirty="0"/>
            </a:br>
            <a:r>
              <a:rPr lang="en-US" b="1" u="none" dirty="0"/>
              <a:t>(</a:t>
            </a:r>
            <a:r>
              <a:rPr lang="en-US" b="1" dirty="0"/>
              <a:t>BCSC 0008)</a:t>
            </a:r>
            <a:br>
              <a:rPr lang="en-US" b="1" dirty="0"/>
            </a:br>
            <a:r>
              <a:rPr lang="en-US" b="1" dirty="0"/>
              <a:t>HTTP</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3797272" y="1133062"/>
            <a:ext cx="1549457" cy="1614620"/>
          </a:xfrm>
          <a:prstGeom prst="rect">
            <a:avLst/>
          </a:prstGeom>
          <a:noFill/>
          <a:ln w="9525">
            <a:noFill/>
            <a:miter lim="800000"/>
            <a:headEnd/>
            <a:tailEnd/>
          </a:ln>
        </p:spPr>
      </p:pic>
      <p:sp>
        <p:nvSpPr>
          <p:cNvPr id="10" name="Footer Placeholder 5"/>
          <p:cNvSpPr txBox="1">
            <a:spLocks/>
          </p:cNvSpPr>
          <p:nvPr/>
        </p:nvSpPr>
        <p:spPr>
          <a:xfrm>
            <a:off x="2028825" y="4750875"/>
            <a:ext cx="5086350" cy="273844"/>
          </a:xfrm>
          <a:prstGeom prst="rect">
            <a:avLst/>
          </a:prstGeom>
        </p:spPr>
        <p:txBody>
          <a:bodyPr vert="horz" lIns="68580" tIns="34290" rIns="68580" bIns="34290" rtlCol="0" anchor="ctr"/>
          <a:lstStyle/>
          <a:p>
            <a:pPr algn="ctr">
              <a:defRPr/>
            </a:pPr>
            <a:r>
              <a:rPr lang="en-US" sz="900" dirty="0">
                <a:latin typeface="Times New Roman"/>
                <a:ea typeface="Calibri"/>
                <a:cs typeface="Times New Roman"/>
              </a:rPr>
              <a:t>Copyright content, use only with the written permission of presenter mentioned</a:t>
            </a:r>
            <a:endParaRPr lang="en-US" altLang="zh-TW" sz="900"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a:bodyPr>
          <a:lstStyle/>
          <a:p>
            <a:pPr algn="just">
              <a:buNone/>
            </a:pPr>
            <a:r>
              <a:rPr lang="en-US" sz="1800" dirty="0">
                <a:solidFill>
                  <a:srgbClr val="FF0000"/>
                </a:solidFill>
              </a:rPr>
              <a:t>Text Books:</a:t>
            </a:r>
          </a:p>
          <a:p>
            <a:pPr algn="just">
              <a:buFont typeface="+mj-lt"/>
              <a:buAutoNum type="arabicPeriod"/>
            </a:pPr>
            <a:r>
              <a:rPr lang="en-US" dirty="0"/>
              <a:t>Fourouzan B. A. (2004), “Data Communication and Networking”, 4th Edition, McGraw-Hill.</a:t>
            </a:r>
          </a:p>
          <a:p>
            <a:pPr algn="just"/>
            <a:endParaRPr lang="en-US" sz="1800" dirty="0"/>
          </a:p>
          <a:p>
            <a:pPr algn="just">
              <a:buNone/>
            </a:pPr>
            <a:r>
              <a:rPr lang="en-US" sz="1800" dirty="0">
                <a:solidFill>
                  <a:srgbClr val="FF0000"/>
                </a:solidFill>
              </a:rPr>
              <a:t>References:</a:t>
            </a:r>
          </a:p>
          <a:p>
            <a:pPr algn="just">
              <a:buFont typeface="+mj-lt"/>
              <a:buAutoNum type="arabicPeriod"/>
            </a:pPr>
            <a:r>
              <a:rPr lang="en-US" dirty="0"/>
              <a:t>Kurose, J. F. and Ross K. W. (2005), “Computer Networking: A Top-Down Approach Featuring the Internet”, 3rd Edition, Addison-Wesley.</a:t>
            </a:r>
          </a:p>
          <a:p>
            <a:pPr algn="just">
              <a:buFont typeface="+mj-lt"/>
              <a:buAutoNum type="arabicPeriod"/>
            </a:pPr>
            <a:r>
              <a:rPr lang="en-US" dirty="0"/>
              <a:t>A. S. Tanenbaum (2006), “Computer Networks”, 2nd Edition, Prentice Hall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F307DA7B-B412-4DFE-B622-30CDB3DF6812}"/>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D6293870-BE2C-4D9B-9CED-5EEEDA0D0025}"/>
              </a:ext>
            </a:extLst>
          </p:cNvPr>
          <p:cNvSpPr>
            <a:spLocks noGrp="1"/>
          </p:cNvSpPr>
          <p:nvPr>
            <p:ph type="sldNum" sz="quarter" idx="11"/>
          </p:nvPr>
        </p:nvSpPr>
        <p:spPr/>
        <p:txBody>
          <a:bodyPr/>
          <a:lstStyle/>
          <a:p>
            <a:fld id="{1D8961CE-3583-4D4A-AB9D-FDF94B852842}" type="slidenum">
              <a:rPr lang="en-US" altLang="en-US"/>
              <a:pPr/>
              <a:t>3</a:t>
            </a:fld>
            <a:endParaRPr lang="en-US" altLang="en-US"/>
          </a:p>
        </p:txBody>
      </p:sp>
      <p:grpSp>
        <p:nvGrpSpPr>
          <p:cNvPr id="450562" name="Group 2">
            <a:extLst>
              <a:ext uri="{FF2B5EF4-FFF2-40B4-BE49-F238E27FC236}">
                <a16:creationId xmlns:a16="http://schemas.microsoft.com/office/drawing/2014/main" id="{46F97DF9-CE00-47F4-AEF2-497C200A54BF}"/>
              </a:ext>
            </a:extLst>
          </p:cNvPr>
          <p:cNvGrpSpPr>
            <a:grpSpLocks/>
          </p:cNvGrpSpPr>
          <p:nvPr/>
        </p:nvGrpSpPr>
        <p:grpSpPr bwMode="auto">
          <a:xfrm>
            <a:off x="0" y="0"/>
            <a:ext cx="8686800" cy="6400800"/>
            <a:chOff x="0" y="96"/>
            <a:chExt cx="5472" cy="3840"/>
          </a:xfrm>
        </p:grpSpPr>
        <p:sp>
          <p:nvSpPr>
            <p:cNvPr id="450563" name="AutoShape 3">
              <a:extLst>
                <a:ext uri="{FF2B5EF4-FFF2-40B4-BE49-F238E27FC236}">
                  <a16:creationId xmlns:a16="http://schemas.microsoft.com/office/drawing/2014/main" id="{21F847A2-7261-4E87-9F49-7B15DE5CF5D3}"/>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50564" name="AutoShape 4">
              <a:extLst>
                <a:ext uri="{FF2B5EF4-FFF2-40B4-BE49-F238E27FC236}">
                  <a16:creationId xmlns:a16="http://schemas.microsoft.com/office/drawing/2014/main" id="{D3E55FB7-09EE-4188-9D71-F29C77DD51E6}"/>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50565" name="Line 5">
              <a:extLst>
                <a:ext uri="{FF2B5EF4-FFF2-40B4-BE49-F238E27FC236}">
                  <a16:creationId xmlns:a16="http://schemas.microsoft.com/office/drawing/2014/main" id="{2831B327-23BD-4640-A257-0A247FC24DD3}"/>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50566" name="Text Box 6">
            <a:extLst>
              <a:ext uri="{FF2B5EF4-FFF2-40B4-BE49-F238E27FC236}">
                <a16:creationId xmlns:a16="http://schemas.microsoft.com/office/drawing/2014/main" id="{64D54F98-BC27-4CB0-9C95-DF2182B259B2}"/>
              </a:ext>
            </a:extLst>
          </p:cNvPr>
          <p:cNvSpPr txBox="1">
            <a:spLocks noChangeArrowheads="1"/>
          </p:cNvSpPr>
          <p:nvPr/>
        </p:nvSpPr>
        <p:spPr bwMode="auto">
          <a:xfrm>
            <a:off x="228600" y="354013"/>
            <a:ext cx="506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22.1   ARCHITECTURE</a:t>
            </a:r>
          </a:p>
        </p:txBody>
      </p:sp>
      <p:sp>
        <p:nvSpPr>
          <p:cNvPr id="450568" name="Rectangle 8">
            <a:extLst>
              <a:ext uri="{FF2B5EF4-FFF2-40B4-BE49-F238E27FC236}">
                <a16:creationId xmlns:a16="http://schemas.microsoft.com/office/drawing/2014/main" id="{607BF9A5-8881-420F-ADBC-3B18C69DA77F}"/>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WWW is a distributed client-server service, in which a client using a browser can access a service using a server. The service provided is distributed over many locations called sites.</a:t>
            </a:r>
          </a:p>
        </p:txBody>
      </p:sp>
      <p:sp>
        <p:nvSpPr>
          <p:cNvPr id="450569" name="Rectangle 9">
            <a:extLst>
              <a:ext uri="{FF2B5EF4-FFF2-40B4-BE49-F238E27FC236}">
                <a16:creationId xmlns:a16="http://schemas.microsoft.com/office/drawing/2014/main" id="{EC8C3038-55DA-46CA-A31A-9A1A2057943E}"/>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50570" name="Rectangle 10">
            <a:extLst>
              <a:ext uri="{FF2B5EF4-FFF2-40B4-BE49-F238E27FC236}">
                <a16:creationId xmlns:a16="http://schemas.microsoft.com/office/drawing/2014/main" id="{1C2529F8-8B8E-4B0B-9472-FF77E8ED1082}"/>
              </a:ext>
            </a:extLst>
          </p:cNvPr>
          <p:cNvSpPr>
            <a:spLocks noChangeArrowheads="1"/>
          </p:cNvSpPr>
          <p:nvPr/>
        </p:nvSpPr>
        <p:spPr bwMode="auto">
          <a:xfrm>
            <a:off x="685800" y="4403725"/>
            <a:ext cx="7315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Client (Browser) </a:t>
            </a:r>
          </a:p>
          <a:p>
            <a:r>
              <a:rPr lang="en-US" altLang="en-US" sz="2000" i="1">
                <a:effectLst>
                  <a:outerShdw blurRad="38100" dist="38100" dir="2700000" algn="tl">
                    <a:srgbClr val="C0C0C0"/>
                  </a:outerShdw>
                </a:effectLst>
                <a:latin typeface="Times New Roman" panose="02020603050405020304" pitchFamily="18" charset="0"/>
              </a:rPr>
              <a:t>Server </a:t>
            </a:r>
          </a:p>
          <a:p>
            <a:r>
              <a:rPr lang="en-US" altLang="en-US" sz="2000" i="1">
                <a:effectLst>
                  <a:outerShdw blurRad="38100" dist="38100" dir="2700000" algn="tl">
                    <a:srgbClr val="C0C0C0"/>
                  </a:outerShdw>
                </a:effectLst>
                <a:latin typeface="Times New Roman" panose="02020603050405020304" pitchFamily="18" charset="0"/>
              </a:rPr>
              <a:t>Uniform Resource Locator (URL) </a:t>
            </a:r>
          </a:p>
          <a:p>
            <a:r>
              <a:rPr lang="en-US" altLang="en-US" sz="2000" i="1">
                <a:effectLst>
                  <a:outerShdw blurRad="38100" dist="38100" dir="2700000" algn="tl">
                    <a:srgbClr val="C0C0C0"/>
                  </a:outerShdw>
                </a:effectLst>
                <a:latin typeface="Times New Roman" panose="02020603050405020304" pitchFamily="18" charset="0"/>
              </a:rPr>
              <a:t>Cookies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1CF64DAB-B9E8-4E42-A3DC-CBC5F8E4AF94}"/>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86FAE59B-CF1E-4F27-AF19-F8D2EBA161BF}"/>
              </a:ext>
            </a:extLst>
          </p:cNvPr>
          <p:cNvSpPr>
            <a:spLocks noGrp="1"/>
          </p:cNvSpPr>
          <p:nvPr>
            <p:ph type="sldNum" sz="quarter" idx="11"/>
          </p:nvPr>
        </p:nvSpPr>
        <p:spPr/>
        <p:txBody>
          <a:bodyPr/>
          <a:lstStyle/>
          <a:p>
            <a:fld id="{3F140120-7141-4C76-BC57-7C7DCDADC097}" type="slidenum">
              <a:rPr lang="en-US" altLang="en-US"/>
              <a:pPr/>
              <a:t>4</a:t>
            </a:fld>
            <a:endParaRPr lang="en-US" altLang="en-US"/>
          </a:p>
        </p:txBody>
      </p:sp>
      <p:sp>
        <p:nvSpPr>
          <p:cNvPr id="478210" name="Text Box 2">
            <a:extLst>
              <a:ext uri="{FF2B5EF4-FFF2-40B4-BE49-F238E27FC236}">
                <a16:creationId xmlns:a16="http://schemas.microsoft.com/office/drawing/2014/main" id="{87D824B9-1B97-43E5-B929-88EE56B39880}"/>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Architecture of WWW</a:t>
            </a:r>
          </a:p>
        </p:txBody>
      </p:sp>
      <p:sp>
        <p:nvSpPr>
          <p:cNvPr id="478211" name="Rectangle 3">
            <a:extLst>
              <a:ext uri="{FF2B5EF4-FFF2-40B4-BE49-F238E27FC236}">
                <a16:creationId xmlns:a16="http://schemas.microsoft.com/office/drawing/2014/main" id="{2A95FAEC-BC3A-486D-BC71-8EE1FB46D2D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8212" name="Rectangle 4">
            <a:extLst>
              <a:ext uri="{FF2B5EF4-FFF2-40B4-BE49-F238E27FC236}">
                <a16:creationId xmlns:a16="http://schemas.microsoft.com/office/drawing/2014/main" id="{CE10A2F3-0FAF-422D-9D3B-D24F8984B05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8213" name="Rectangle 5">
            <a:extLst>
              <a:ext uri="{FF2B5EF4-FFF2-40B4-BE49-F238E27FC236}">
                <a16:creationId xmlns:a16="http://schemas.microsoft.com/office/drawing/2014/main" id="{C3325A93-DF9D-44ED-8436-E8D90BCA9D6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8214" name="Rectangle 6">
            <a:extLst>
              <a:ext uri="{FF2B5EF4-FFF2-40B4-BE49-F238E27FC236}">
                <a16:creationId xmlns:a16="http://schemas.microsoft.com/office/drawing/2014/main" id="{DF9C1E89-F676-4FA0-828E-84C47E2996C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8215" name="Rectangle 7">
            <a:extLst>
              <a:ext uri="{FF2B5EF4-FFF2-40B4-BE49-F238E27FC236}">
                <a16:creationId xmlns:a16="http://schemas.microsoft.com/office/drawing/2014/main" id="{22F6ABEA-3779-4923-9D6B-C49326AA4AB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8216" name="Rectangle 8">
            <a:extLst>
              <a:ext uri="{FF2B5EF4-FFF2-40B4-BE49-F238E27FC236}">
                <a16:creationId xmlns:a16="http://schemas.microsoft.com/office/drawing/2014/main" id="{982367AA-D3D3-42EA-B406-CDC509C5F45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8217" name="Rectangle 9">
            <a:extLst>
              <a:ext uri="{FF2B5EF4-FFF2-40B4-BE49-F238E27FC236}">
                <a16:creationId xmlns:a16="http://schemas.microsoft.com/office/drawing/2014/main" id="{616A1375-38CA-444F-AED9-2D550766544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78218" name="Picture 10">
            <a:extLst>
              <a:ext uri="{FF2B5EF4-FFF2-40B4-BE49-F238E27FC236}">
                <a16:creationId xmlns:a16="http://schemas.microsoft.com/office/drawing/2014/main" id="{050D164F-0EF8-45E7-AF8F-B080B99B07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31925"/>
            <a:ext cx="8226425" cy="428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5FA06267-675B-48E3-AEEA-7DE4164DAC02}"/>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66BFCE93-8B32-45BD-8F2E-7BE6999BD781}"/>
              </a:ext>
            </a:extLst>
          </p:cNvPr>
          <p:cNvSpPr>
            <a:spLocks noGrp="1"/>
          </p:cNvSpPr>
          <p:nvPr>
            <p:ph type="sldNum" sz="quarter" idx="11"/>
          </p:nvPr>
        </p:nvSpPr>
        <p:spPr/>
        <p:txBody>
          <a:bodyPr/>
          <a:lstStyle/>
          <a:p>
            <a:fld id="{D87D278E-F952-437C-A888-2CDE047E1384}" type="slidenum">
              <a:rPr lang="en-US" altLang="en-US"/>
              <a:pPr/>
              <a:t>5</a:t>
            </a:fld>
            <a:endParaRPr lang="en-US" altLang="en-US"/>
          </a:p>
        </p:txBody>
      </p:sp>
      <p:sp>
        <p:nvSpPr>
          <p:cNvPr id="479234" name="Text Box 2">
            <a:extLst>
              <a:ext uri="{FF2B5EF4-FFF2-40B4-BE49-F238E27FC236}">
                <a16:creationId xmlns:a16="http://schemas.microsoft.com/office/drawing/2014/main" id="{5487E830-8401-471A-9FFA-55E28B8D61EA}"/>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Browser</a:t>
            </a:r>
          </a:p>
        </p:txBody>
      </p:sp>
      <p:sp>
        <p:nvSpPr>
          <p:cNvPr id="479235" name="Rectangle 3">
            <a:extLst>
              <a:ext uri="{FF2B5EF4-FFF2-40B4-BE49-F238E27FC236}">
                <a16:creationId xmlns:a16="http://schemas.microsoft.com/office/drawing/2014/main" id="{967116FC-B46E-4B8B-AB13-C973D59E27E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9236" name="Rectangle 4">
            <a:extLst>
              <a:ext uri="{FF2B5EF4-FFF2-40B4-BE49-F238E27FC236}">
                <a16:creationId xmlns:a16="http://schemas.microsoft.com/office/drawing/2014/main" id="{2288C947-35F3-4D61-9BDD-BFED9CAC5DA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9237" name="Rectangle 5">
            <a:extLst>
              <a:ext uri="{FF2B5EF4-FFF2-40B4-BE49-F238E27FC236}">
                <a16:creationId xmlns:a16="http://schemas.microsoft.com/office/drawing/2014/main" id="{FB9D0056-9FEF-49A1-BFA9-32840FC260A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9238" name="Rectangle 6">
            <a:extLst>
              <a:ext uri="{FF2B5EF4-FFF2-40B4-BE49-F238E27FC236}">
                <a16:creationId xmlns:a16="http://schemas.microsoft.com/office/drawing/2014/main" id="{C6C39721-7FC9-426D-B7BD-2003B4C7162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9239" name="Rectangle 7">
            <a:extLst>
              <a:ext uri="{FF2B5EF4-FFF2-40B4-BE49-F238E27FC236}">
                <a16:creationId xmlns:a16="http://schemas.microsoft.com/office/drawing/2014/main" id="{FBBB9F04-2B03-48D6-B985-14389C8ABBB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9240" name="Rectangle 8">
            <a:extLst>
              <a:ext uri="{FF2B5EF4-FFF2-40B4-BE49-F238E27FC236}">
                <a16:creationId xmlns:a16="http://schemas.microsoft.com/office/drawing/2014/main" id="{5B304544-FE7F-4877-9A8D-2C770CCE474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79241" name="Rectangle 9">
            <a:extLst>
              <a:ext uri="{FF2B5EF4-FFF2-40B4-BE49-F238E27FC236}">
                <a16:creationId xmlns:a16="http://schemas.microsoft.com/office/drawing/2014/main" id="{AFB3AA7A-410C-4BD3-B17B-BA7BEAC9284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79242" name="Picture 10">
            <a:extLst>
              <a:ext uri="{FF2B5EF4-FFF2-40B4-BE49-F238E27FC236}">
                <a16:creationId xmlns:a16="http://schemas.microsoft.com/office/drawing/2014/main" id="{49CE58D0-9B46-40D4-B586-553B328EE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1946275"/>
            <a:ext cx="8255000"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046B0621-6AA9-478B-ACFD-2C9DB3CDEF6A}"/>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4E9E73ED-8E0F-41F0-956E-050D40CDF5AC}"/>
              </a:ext>
            </a:extLst>
          </p:cNvPr>
          <p:cNvSpPr>
            <a:spLocks noGrp="1"/>
          </p:cNvSpPr>
          <p:nvPr>
            <p:ph type="sldNum" sz="quarter" idx="11"/>
          </p:nvPr>
        </p:nvSpPr>
        <p:spPr/>
        <p:txBody>
          <a:bodyPr/>
          <a:lstStyle/>
          <a:p>
            <a:fld id="{EFAD9C71-DBF6-4D80-98A7-8E428D08C4A4}" type="slidenum">
              <a:rPr lang="en-US" altLang="en-US"/>
              <a:pPr/>
              <a:t>6</a:t>
            </a:fld>
            <a:endParaRPr lang="en-US" altLang="en-US"/>
          </a:p>
        </p:txBody>
      </p:sp>
      <p:sp>
        <p:nvSpPr>
          <p:cNvPr id="480258" name="Text Box 2">
            <a:extLst>
              <a:ext uri="{FF2B5EF4-FFF2-40B4-BE49-F238E27FC236}">
                <a16:creationId xmlns:a16="http://schemas.microsoft.com/office/drawing/2014/main" id="{CBB5FBB5-24E7-4E6E-9265-3C5467481A03}"/>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URL</a:t>
            </a:r>
          </a:p>
        </p:txBody>
      </p:sp>
      <p:sp>
        <p:nvSpPr>
          <p:cNvPr id="480259" name="Rectangle 3">
            <a:extLst>
              <a:ext uri="{FF2B5EF4-FFF2-40B4-BE49-F238E27FC236}">
                <a16:creationId xmlns:a16="http://schemas.microsoft.com/office/drawing/2014/main" id="{B67488D6-3FB3-49F2-80DA-2AF05DEB856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0260" name="Rectangle 4">
            <a:extLst>
              <a:ext uri="{FF2B5EF4-FFF2-40B4-BE49-F238E27FC236}">
                <a16:creationId xmlns:a16="http://schemas.microsoft.com/office/drawing/2014/main" id="{CE2A93CF-955A-4236-86E9-9F4C5F2EF0A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0261" name="Rectangle 5">
            <a:extLst>
              <a:ext uri="{FF2B5EF4-FFF2-40B4-BE49-F238E27FC236}">
                <a16:creationId xmlns:a16="http://schemas.microsoft.com/office/drawing/2014/main" id="{5BEDA85A-28FF-48AD-9166-2ABE0EFEF33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0262" name="Rectangle 6">
            <a:extLst>
              <a:ext uri="{FF2B5EF4-FFF2-40B4-BE49-F238E27FC236}">
                <a16:creationId xmlns:a16="http://schemas.microsoft.com/office/drawing/2014/main" id="{F5FB37DF-0296-45FD-B670-B35BDB366D2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0263" name="Rectangle 7">
            <a:extLst>
              <a:ext uri="{FF2B5EF4-FFF2-40B4-BE49-F238E27FC236}">
                <a16:creationId xmlns:a16="http://schemas.microsoft.com/office/drawing/2014/main" id="{84324AFE-5F05-467E-B426-8533B26B641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0264" name="Rectangle 8">
            <a:extLst>
              <a:ext uri="{FF2B5EF4-FFF2-40B4-BE49-F238E27FC236}">
                <a16:creationId xmlns:a16="http://schemas.microsoft.com/office/drawing/2014/main" id="{4A31FD66-7A9E-4EAF-AB25-1F9668B3CD0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0265" name="Rectangle 9">
            <a:extLst>
              <a:ext uri="{FF2B5EF4-FFF2-40B4-BE49-F238E27FC236}">
                <a16:creationId xmlns:a16="http://schemas.microsoft.com/office/drawing/2014/main" id="{F2CDBDF8-C72B-41D4-BB73-8B323FE3E3A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0266" name="Picture 10">
            <a:extLst>
              <a:ext uri="{FF2B5EF4-FFF2-40B4-BE49-F238E27FC236}">
                <a16:creationId xmlns:a16="http://schemas.microsoft.com/office/drawing/2014/main" id="{2795CFB8-6CAE-4477-A58D-42E454B16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88" y="3090863"/>
            <a:ext cx="7818437" cy="67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582AFB9E-88DC-4B9A-B4A5-52649CEB2440}"/>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B082173A-9C92-443D-87D5-75050C8FF4CC}"/>
              </a:ext>
            </a:extLst>
          </p:cNvPr>
          <p:cNvSpPr>
            <a:spLocks noGrp="1"/>
          </p:cNvSpPr>
          <p:nvPr>
            <p:ph type="sldNum" sz="quarter" idx="11"/>
          </p:nvPr>
        </p:nvSpPr>
        <p:spPr/>
        <p:txBody>
          <a:bodyPr/>
          <a:lstStyle/>
          <a:p>
            <a:fld id="{45987A50-D540-4B08-A0FE-5F205283A0AE}" type="slidenum">
              <a:rPr lang="en-US" altLang="en-US"/>
              <a:pPr/>
              <a:t>7</a:t>
            </a:fld>
            <a:endParaRPr lang="en-US" altLang="en-US"/>
          </a:p>
        </p:txBody>
      </p:sp>
      <p:grpSp>
        <p:nvGrpSpPr>
          <p:cNvPr id="509954" name="Group 2">
            <a:extLst>
              <a:ext uri="{FF2B5EF4-FFF2-40B4-BE49-F238E27FC236}">
                <a16:creationId xmlns:a16="http://schemas.microsoft.com/office/drawing/2014/main" id="{4DFC2142-3CA9-4B18-A30F-424D6E446DA3}"/>
              </a:ext>
            </a:extLst>
          </p:cNvPr>
          <p:cNvGrpSpPr>
            <a:grpSpLocks/>
          </p:cNvGrpSpPr>
          <p:nvPr/>
        </p:nvGrpSpPr>
        <p:grpSpPr bwMode="auto">
          <a:xfrm>
            <a:off x="0" y="0"/>
            <a:ext cx="8686800" cy="6400800"/>
            <a:chOff x="0" y="96"/>
            <a:chExt cx="5472" cy="3840"/>
          </a:xfrm>
        </p:grpSpPr>
        <p:sp>
          <p:nvSpPr>
            <p:cNvPr id="509955" name="AutoShape 3">
              <a:extLst>
                <a:ext uri="{FF2B5EF4-FFF2-40B4-BE49-F238E27FC236}">
                  <a16:creationId xmlns:a16="http://schemas.microsoft.com/office/drawing/2014/main" id="{5BD2116E-1592-4F52-AC35-4F88D361CB6B}"/>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509956" name="AutoShape 4">
              <a:extLst>
                <a:ext uri="{FF2B5EF4-FFF2-40B4-BE49-F238E27FC236}">
                  <a16:creationId xmlns:a16="http://schemas.microsoft.com/office/drawing/2014/main" id="{D790FC1B-6B3C-45E3-A870-B12932543B42}"/>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509957" name="Line 5">
              <a:extLst>
                <a:ext uri="{FF2B5EF4-FFF2-40B4-BE49-F238E27FC236}">
                  <a16:creationId xmlns:a16="http://schemas.microsoft.com/office/drawing/2014/main" id="{9D1EC7A9-98F0-429D-92B1-2DB981CA2372}"/>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509958" name="Text Box 6">
            <a:extLst>
              <a:ext uri="{FF2B5EF4-FFF2-40B4-BE49-F238E27FC236}">
                <a16:creationId xmlns:a16="http://schemas.microsoft.com/office/drawing/2014/main" id="{FFF546C4-5AFD-4A93-A9CC-935319176138}"/>
              </a:ext>
            </a:extLst>
          </p:cNvPr>
          <p:cNvSpPr txBox="1">
            <a:spLocks noChangeArrowheads="1"/>
          </p:cNvSpPr>
          <p:nvPr/>
        </p:nvSpPr>
        <p:spPr bwMode="auto">
          <a:xfrm>
            <a:off x="228600" y="354013"/>
            <a:ext cx="2647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22.3   HTTP</a:t>
            </a:r>
          </a:p>
        </p:txBody>
      </p:sp>
      <p:sp>
        <p:nvSpPr>
          <p:cNvPr id="509959" name="Rectangle 7">
            <a:extLst>
              <a:ext uri="{FF2B5EF4-FFF2-40B4-BE49-F238E27FC236}">
                <a16:creationId xmlns:a16="http://schemas.microsoft.com/office/drawing/2014/main" id="{FFE96164-A79B-48EA-81A4-DE9A8865E68A}"/>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Hypertext Transfer Protocol (HTTP) is a protocol used mainly to access data on the World Wide Web. HTTP functions like a combination of FTP and SMTP. </a:t>
            </a:r>
          </a:p>
        </p:txBody>
      </p:sp>
      <p:sp>
        <p:nvSpPr>
          <p:cNvPr id="509960" name="Rectangle 8">
            <a:extLst>
              <a:ext uri="{FF2B5EF4-FFF2-40B4-BE49-F238E27FC236}">
                <a16:creationId xmlns:a16="http://schemas.microsoft.com/office/drawing/2014/main" id="{3B3A7BD1-BAD1-4DF7-8859-6C78E93EFFDD}"/>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509961" name="Rectangle 9">
            <a:extLst>
              <a:ext uri="{FF2B5EF4-FFF2-40B4-BE49-F238E27FC236}">
                <a16:creationId xmlns:a16="http://schemas.microsoft.com/office/drawing/2014/main" id="{8371DF4E-CF51-467A-9635-EB1819E23FC3}"/>
              </a:ext>
            </a:extLst>
          </p:cNvPr>
          <p:cNvSpPr>
            <a:spLocks noChangeArrowheads="1"/>
          </p:cNvSpPr>
          <p:nvPr/>
        </p:nvSpPr>
        <p:spPr bwMode="auto">
          <a:xfrm>
            <a:off x="685800" y="4403725"/>
            <a:ext cx="7315200" cy="10064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FR" altLang="en-US" sz="2000" i="1">
                <a:effectLst>
                  <a:outerShdw blurRad="38100" dist="38100" dir="2700000" algn="tl">
                    <a:srgbClr val="C0C0C0"/>
                  </a:outerShdw>
                </a:effectLst>
                <a:latin typeface="Times New Roman" panose="02020603050405020304" pitchFamily="18" charset="0"/>
              </a:rPr>
              <a:t>HTTP Transaction </a:t>
            </a:r>
          </a:p>
          <a:p>
            <a:r>
              <a:rPr lang="fr-FR" altLang="en-US" sz="2000" i="1">
                <a:effectLst>
                  <a:outerShdw blurRad="38100" dist="38100" dir="2700000" algn="tl">
                    <a:srgbClr val="C0C0C0"/>
                  </a:outerShdw>
                </a:effectLst>
                <a:latin typeface="Times New Roman" panose="02020603050405020304" pitchFamily="18" charset="0"/>
              </a:rPr>
              <a:t>Persistent versus Nonpersistent Connection </a:t>
            </a:r>
          </a:p>
          <a:p>
            <a:r>
              <a:rPr lang="fr-FR" altLang="en-US" sz="2000" i="1">
                <a:effectLst>
                  <a:outerShdw blurRad="38100" dist="38100" dir="2700000" algn="tl">
                    <a:srgbClr val="C0C0C0"/>
                  </a:outerShdw>
                </a:effectLst>
                <a:latin typeface="Times New Roman" panose="02020603050405020304" pitchFamily="18" charset="0"/>
              </a:rPr>
              <a:t>Proxy Server </a:t>
            </a:r>
            <a:endParaRPr lang="en-US" altLang="en-US" sz="2000" i="1">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shadeToTitle="1">
        <a:gradFill rotWithShape="0">
          <a:gsLst>
            <a:gs pos="0">
              <a:schemeClr val="bg1"/>
            </a:gs>
            <a:gs pos="100000">
              <a:srgbClr val="3366FF"/>
            </a:gs>
          </a:gsLst>
          <a:path path="shape">
            <a:fillToRect l="50000" t="50000" r="50000" b="50000"/>
          </a:path>
        </a:gradFill>
        <a:effectLst/>
      </p:bgPr>
    </p:bg>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D6CAA7FA-C7F4-4AF4-924D-03E100F9A103}"/>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3F3DE0D5-04DA-44BA-B0A2-0008C583CA65}"/>
              </a:ext>
            </a:extLst>
          </p:cNvPr>
          <p:cNvSpPr>
            <a:spLocks noGrp="1"/>
          </p:cNvSpPr>
          <p:nvPr>
            <p:ph type="sldNum" sz="quarter" idx="11"/>
          </p:nvPr>
        </p:nvSpPr>
        <p:spPr/>
        <p:txBody>
          <a:bodyPr/>
          <a:lstStyle/>
          <a:p>
            <a:fld id="{362050B3-677C-4731-9CB2-A1AB14351345}" type="slidenum">
              <a:rPr lang="en-US" altLang="en-US"/>
              <a:pPr/>
              <a:t>8</a:t>
            </a:fld>
            <a:endParaRPr lang="en-US" altLang="en-US"/>
          </a:p>
        </p:txBody>
      </p:sp>
      <p:sp>
        <p:nvSpPr>
          <p:cNvPr id="510978" name="Rectangle 2">
            <a:extLst>
              <a:ext uri="{FF2B5EF4-FFF2-40B4-BE49-F238E27FC236}">
                <a16:creationId xmlns:a16="http://schemas.microsoft.com/office/drawing/2014/main" id="{D6EABC82-059B-4F5B-9910-ED9F048961F4}"/>
              </a:ext>
            </a:extLst>
          </p:cNvPr>
          <p:cNvSpPr>
            <a:spLocks noChangeArrowheads="1"/>
          </p:cNvSpPr>
          <p:nvPr/>
        </p:nvSpPr>
        <p:spPr bwMode="auto">
          <a:xfrm>
            <a:off x="838200" y="3095625"/>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latin typeface="Times New Roman" panose="02020603050405020304" pitchFamily="18" charset="0"/>
              </a:rPr>
              <a:t>HTTP uses the services of TCP on well-known port 80.</a:t>
            </a:r>
          </a:p>
        </p:txBody>
      </p:sp>
      <p:sp>
        <p:nvSpPr>
          <p:cNvPr id="510979" name="PubRRectCallout">
            <a:extLst>
              <a:ext uri="{FF2B5EF4-FFF2-40B4-BE49-F238E27FC236}">
                <a16:creationId xmlns:a16="http://schemas.microsoft.com/office/drawing/2014/main" id="{3F198F23-59FE-4E56-ACED-E967243E08F3}"/>
              </a:ext>
            </a:extLst>
          </p:cNvPr>
          <p:cNvSpPr>
            <a:spLocks noEditPoints="1" noChangeArrowheads="1"/>
          </p:cNvSpPr>
          <p:nvPr/>
        </p:nvSpPr>
        <p:spPr bwMode="auto">
          <a:xfrm>
            <a:off x="838200" y="1890713"/>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10980" name="Picture 4">
            <a:extLst>
              <a:ext uri="{FF2B5EF4-FFF2-40B4-BE49-F238E27FC236}">
                <a16:creationId xmlns:a16="http://schemas.microsoft.com/office/drawing/2014/main" id="{3474945D-318E-49A1-A411-690A2645E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90713"/>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0981" name="Text Box 5">
            <a:extLst>
              <a:ext uri="{FF2B5EF4-FFF2-40B4-BE49-F238E27FC236}">
                <a16:creationId xmlns:a16="http://schemas.microsoft.com/office/drawing/2014/main" id="{2A0D5770-245F-4468-A716-A70D70954363}"/>
              </a:ext>
            </a:extLst>
          </p:cNvPr>
          <p:cNvSpPr txBox="1">
            <a:spLocks noChangeArrowheads="1"/>
          </p:cNvSpPr>
          <p:nvPr/>
        </p:nvSpPr>
        <p:spPr bwMode="auto">
          <a:xfrm>
            <a:off x="2133600" y="2043113"/>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b="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3E9FFFA4-EE6D-49A8-BE3A-D92C16F59A30}"/>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9DBCDFE2-4A54-463C-9DDE-426DEDE0466F}"/>
              </a:ext>
            </a:extLst>
          </p:cNvPr>
          <p:cNvSpPr>
            <a:spLocks noGrp="1"/>
          </p:cNvSpPr>
          <p:nvPr>
            <p:ph type="sldNum" sz="quarter" idx="11"/>
          </p:nvPr>
        </p:nvSpPr>
        <p:spPr/>
        <p:txBody>
          <a:bodyPr/>
          <a:lstStyle/>
          <a:p>
            <a:fld id="{173E3462-A45B-48A4-9579-E463C0862A89}" type="slidenum">
              <a:rPr lang="en-US" altLang="en-US"/>
              <a:pPr/>
              <a:t>9</a:t>
            </a:fld>
            <a:endParaRPr lang="en-US" altLang="en-US"/>
          </a:p>
        </p:txBody>
      </p:sp>
      <p:sp>
        <p:nvSpPr>
          <p:cNvPr id="489474" name="Text Box 2">
            <a:extLst>
              <a:ext uri="{FF2B5EF4-FFF2-40B4-BE49-F238E27FC236}">
                <a16:creationId xmlns:a16="http://schemas.microsoft.com/office/drawing/2014/main" id="{1DA800A9-6889-4903-8A20-D42CA27030AB}"/>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HTTP transaction</a:t>
            </a:r>
          </a:p>
        </p:txBody>
      </p:sp>
      <p:sp>
        <p:nvSpPr>
          <p:cNvPr id="489475" name="Rectangle 3">
            <a:extLst>
              <a:ext uri="{FF2B5EF4-FFF2-40B4-BE49-F238E27FC236}">
                <a16:creationId xmlns:a16="http://schemas.microsoft.com/office/drawing/2014/main" id="{32F74BF1-03CF-431E-BEB0-E54C6C295B5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6" name="Rectangle 4">
            <a:extLst>
              <a:ext uri="{FF2B5EF4-FFF2-40B4-BE49-F238E27FC236}">
                <a16:creationId xmlns:a16="http://schemas.microsoft.com/office/drawing/2014/main" id="{8735114C-2082-407E-9BD5-26CBD2577F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7" name="Rectangle 5">
            <a:extLst>
              <a:ext uri="{FF2B5EF4-FFF2-40B4-BE49-F238E27FC236}">
                <a16:creationId xmlns:a16="http://schemas.microsoft.com/office/drawing/2014/main" id="{D08B2188-F8DC-439A-92BB-3735816B38F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8" name="Rectangle 6">
            <a:extLst>
              <a:ext uri="{FF2B5EF4-FFF2-40B4-BE49-F238E27FC236}">
                <a16:creationId xmlns:a16="http://schemas.microsoft.com/office/drawing/2014/main" id="{8848059D-FABF-4B66-8463-4B38646A4D1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9" name="Rectangle 7">
            <a:extLst>
              <a:ext uri="{FF2B5EF4-FFF2-40B4-BE49-F238E27FC236}">
                <a16:creationId xmlns:a16="http://schemas.microsoft.com/office/drawing/2014/main" id="{74E13769-B15B-44D9-A5F6-C7122F6B291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80" name="Rectangle 8">
            <a:extLst>
              <a:ext uri="{FF2B5EF4-FFF2-40B4-BE49-F238E27FC236}">
                <a16:creationId xmlns:a16="http://schemas.microsoft.com/office/drawing/2014/main" id="{88E90695-74D8-4FCD-A317-08D8744847A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81" name="Rectangle 9">
            <a:extLst>
              <a:ext uri="{FF2B5EF4-FFF2-40B4-BE49-F238E27FC236}">
                <a16:creationId xmlns:a16="http://schemas.microsoft.com/office/drawing/2014/main" id="{91E45E41-36AB-4CC4-A5BA-21ADF9C0657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9482" name="Picture 10">
            <a:extLst>
              <a:ext uri="{FF2B5EF4-FFF2-40B4-BE49-F238E27FC236}">
                <a16:creationId xmlns:a16="http://schemas.microsoft.com/office/drawing/2014/main" id="{D3A38E27-ECB1-432A-8413-98B32C6F0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350" y="1985963"/>
            <a:ext cx="8299450"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FAE13C75-D4EF-45F0-983E-12169046ECA0}"/>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50DB456C-81E3-4643-AAB0-D925B19B34EF}"/>
              </a:ext>
            </a:extLst>
          </p:cNvPr>
          <p:cNvSpPr>
            <a:spLocks noGrp="1"/>
          </p:cNvSpPr>
          <p:nvPr>
            <p:ph type="sldNum" sz="quarter" idx="11"/>
          </p:nvPr>
        </p:nvSpPr>
        <p:spPr/>
        <p:txBody>
          <a:bodyPr/>
          <a:lstStyle/>
          <a:p>
            <a:fld id="{DDE0591B-B80A-4A02-9785-7AF9BB9A693E}" type="slidenum">
              <a:rPr lang="en-US" altLang="en-US"/>
              <a:pPr/>
              <a:t>10</a:t>
            </a:fld>
            <a:endParaRPr lang="en-US" altLang="en-US"/>
          </a:p>
        </p:txBody>
      </p:sp>
      <p:sp>
        <p:nvSpPr>
          <p:cNvPr id="490498" name="Text Box 2">
            <a:extLst>
              <a:ext uri="{FF2B5EF4-FFF2-40B4-BE49-F238E27FC236}">
                <a16:creationId xmlns:a16="http://schemas.microsoft.com/office/drawing/2014/main" id="{18654DF8-EB5C-4198-91C7-931910661D60}"/>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Request and response messages</a:t>
            </a:r>
          </a:p>
        </p:txBody>
      </p:sp>
      <p:sp>
        <p:nvSpPr>
          <p:cNvPr id="490499" name="Rectangle 3">
            <a:extLst>
              <a:ext uri="{FF2B5EF4-FFF2-40B4-BE49-F238E27FC236}">
                <a16:creationId xmlns:a16="http://schemas.microsoft.com/office/drawing/2014/main" id="{96D994EC-1D88-4C1C-B4A9-70CA4406305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0" name="Rectangle 4">
            <a:extLst>
              <a:ext uri="{FF2B5EF4-FFF2-40B4-BE49-F238E27FC236}">
                <a16:creationId xmlns:a16="http://schemas.microsoft.com/office/drawing/2014/main" id="{D6653474-B84B-4B1A-A5B9-D594B6F25BF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1" name="Rectangle 5">
            <a:extLst>
              <a:ext uri="{FF2B5EF4-FFF2-40B4-BE49-F238E27FC236}">
                <a16:creationId xmlns:a16="http://schemas.microsoft.com/office/drawing/2014/main" id="{63FEE4BF-191D-47C6-8F01-45C1B5FA7C5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2" name="Rectangle 6">
            <a:extLst>
              <a:ext uri="{FF2B5EF4-FFF2-40B4-BE49-F238E27FC236}">
                <a16:creationId xmlns:a16="http://schemas.microsoft.com/office/drawing/2014/main" id="{02C92635-683F-475D-97B5-3EB9449B10F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3" name="Rectangle 7">
            <a:extLst>
              <a:ext uri="{FF2B5EF4-FFF2-40B4-BE49-F238E27FC236}">
                <a16:creationId xmlns:a16="http://schemas.microsoft.com/office/drawing/2014/main" id="{60F0674B-B525-465C-B074-3F12B827A5C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4" name="Rectangle 8">
            <a:extLst>
              <a:ext uri="{FF2B5EF4-FFF2-40B4-BE49-F238E27FC236}">
                <a16:creationId xmlns:a16="http://schemas.microsoft.com/office/drawing/2014/main" id="{1C480A00-9ADA-48EE-B434-12EAE879680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5" name="Rectangle 9">
            <a:extLst>
              <a:ext uri="{FF2B5EF4-FFF2-40B4-BE49-F238E27FC236}">
                <a16:creationId xmlns:a16="http://schemas.microsoft.com/office/drawing/2014/main" id="{E5C514A2-F8E1-4B8C-B6EA-BA0875A1BA2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0506" name="Picture 10">
            <a:extLst>
              <a:ext uri="{FF2B5EF4-FFF2-40B4-BE49-F238E27FC236}">
                <a16:creationId xmlns:a16="http://schemas.microsoft.com/office/drawing/2014/main" id="{369A3A6D-ED4C-4878-ADFC-72A5A092E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47838"/>
            <a:ext cx="8070850" cy="396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ED7A3EE5-DB92-4647-9180-B2F9AC9C8E4A}"/>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191620C5-77E8-4B89-9C93-5D03C0A8A682}"/>
              </a:ext>
            </a:extLst>
          </p:cNvPr>
          <p:cNvSpPr>
            <a:spLocks noGrp="1"/>
          </p:cNvSpPr>
          <p:nvPr>
            <p:ph type="sldNum" sz="quarter" idx="11"/>
          </p:nvPr>
        </p:nvSpPr>
        <p:spPr/>
        <p:txBody>
          <a:bodyPr/>
          <a:lstStyle/>
          <a:p>
            <a:fld id="{EA40ACF5-D948-4FD5-AE60-1C22B5028ACA}" type="slidenum">
              <a:rPr lang="en-US" altLang="en-US"/>
              <a:pPr/>
              <a:t>11</a:t>
            </a:fld>
            <a:endParaRPr lang="en-US" altLang="en-US"/>
          </a:p>
        </p:txBody>
      </p:sp>
      <p:sp>
        <p:nvSpPr>
          <p:cNvPr id="491522" name="Text Box 2">
            <a:extLst>
              <a:ext uri="{FF2B5EF4-FFF2-40B4-BE49-F238E27FC236}">
                <a16:creationId xmlns:a16="http://schemas.microsoft.com/office/drawing/2014/main" id="{DD203630-F76F-4364-9FAA-BEEEF81082FB}"/>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Request and status lines</a:t>
            </a:r>
          </a:p>
        </p:txBody>
      </p:sp>
      <p:sp>
        <p:nvSpPr>
          <p:cNvPr id="491523" name="Rectangle 3">
            <a:extLst>
              <a:ext uri="{FF2B5EF4-FFF2-40B4-BE49-F238E27FC236}">
                <a16:creationId xmlns:a16="http://schemas.microsoft.com/office/drawing/2014/main" id="{1B3A5C1B-B4C7-4B4D-892B-1B443E6F1A3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4" name="Rectangle 4">
            <a:extLst>
              <a:ext uri="{FF2B5EF4-FFF2-40B4-BE49-F238E27FC236}">
                <a16:creationId xmlns:a16="http://schemas.microsoft.com/office/drawing/2014/main" id="{F1760757-6102-4D11-AD2A-24CEB37B52F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5" name="Rectangle 5">
            <a:extLst>
              <a:ext uri="{FF2B5EF4-FFF2-40B4-BE49-F238E27FC236}">
                <a16:creationId xmlns:a16="http://schemas.microsoft.com/office/drawing/2014/main" id="{23D301BE-858C-4864-8A5E-6D4E32F1952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6" name="Rectangle 6">
            <a:extLst>
              <a:ext uri="{FF2B5EF4-FFF2-40B4-BE49-F238E27FC236}">
                <a16:creationId xmlns:a16="http://schemas.microsoft.com/office/drawing/2014/main" id="{7B72514D-7622-4E43-856A-B30FD2E4DB8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7" name="Rectangle 7">
            <a:extLst>
              <a:ext uri="{FF2B5EF4-FFF2-40B4-BE49-F238E27FC236}">
                <a16:creationId xmlns:a16="http://schemas.microsoft.com/office/drawing/2014/main" id="{A9D3FCE4-1CBD-4121-BEE5-F27EF9EFBF1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8" name="Rectangle 8">
            <a:extLst>
              <a:ext uri="{FF2B5EF4-FFF2-40B4-BE49-F238E27FC236}">
                <a16:creationId xmlns:a16="http://schemas.microsoft.com/office/drawing/2014/main" id="{1E9862F2-475A-4BBE-BCD4-46682EAD511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9" name="Rectangle 9">
            <a:extLst>
              <a:ext uri="{FF2B5EF4-FFF2-40B4-BE49-F238E27FC236}">
                <a16:creationId xmlns:a16="http://schemas.microsoft.com/office/drawing/2014/main" id="{68104844-1B50-42CE-9E0F-C10DE57A27C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1530" name="Picture 10">
            <a:extLst>
              <a:ext uri="{FF2B5EF4-FFF2-40B4-BE49-F238E27FC236}">
                <a16:creationId xmlns:a16="http://schemas.microsoft.com/office/drawing/2014/main" id="{0B30B944-8A40-4FE7-8E25-C8DC4AFD2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874838"/>
            <a:ext cx="8070850" cy="338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DF8E99AD-EB1F-40CF-8E57-AF735BA4710D}"/>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74B66461-F96F-464C-B1A8-89399A815D73}"/>
              </a:ext>
            </a:extLst>
          </p:cNvPr>
          <p:cNvSpPr>
            <a:spLocks noGrp="1"/>
          </p:cNvSpPr>
          <p:nvPr>
            <p:ph type="sldNum" sz="quarter" idx="11"/>
          </p:nvPr>
        </p:nvSpPr>
        <p:spPr/>
        <p:txBody>
          <a:bodyPr/>
          <a:lstStyle/>
          <a:p>
            <a:fld id="{63B3ADDF-7847-4746-B49B-34C4F3C92477}" type="slidenum">
              <a:rPr lang="en-US" altLang="en-US"/>
              <a:pPr/>
              <a:t>12</a:t>
            </a:fld>
            <a:endParaRPr lang="en-US" altLang="en-US"/>
          </a:p>
        </p:txBody>
      </p:sp>
      <p:sp>
        <p:nvSpPr>
          <p:cNvPr id="497667" name="Text Box 3">
            <a:extLst>
              <a:ext uri="{FF2B5EF4-FFF2-40B4-BE49-F238E27FC236}">
                <a16:creationId xmlns:a16="http://schemas.microsoft.com/office/drawing/2014/main" id="{05E274AE-FA99-4FE4-B49F-AE4821D6F4AB}"/>
              </a:ext>
            </a:extLst>
          </p:cNvPr>
          <p:cNvSpPr txBox="1">
            <a:spLocks noChangeArrowheads="1"/>
          </p:cNvSpPr>
          <p:nvPr/>
        </p:nvSpPr>
        <p:spPr bwMode="auto">
          <a:xfrm>
            <a:off x="533400" y="1676400"/>
            <a:ext cx="2740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22.1  </a:t>
            </a:r>
            <a:r>
              <a:rPr lang="en-US" altLang="en-US" sz="2400" i="1">
                <a:effectLst>
                  <a:outerShdw blurRad="38100" dist="38100" dir="2700000" algn="tl">
                    <a:srgbClr val="C0C0C0"/>
                  </a:outerShdw>
                </a:effectLst>
                <a:latin typeface="Times New Roman" panose="02020603050405020304" pitchFamily="18" charset="0"/>
              </a:rPr>
              <a:t>Methods</a:t>
            </a:r>
          </a:p>
        </p:txBody>
      </p:sp>
      <p:pic>
        <p:nvPicPr>
          <p:cNvPr id="497705" name="Picture 41">
            <a:extLst>
              <a:ext uri="{FF2B5EF4-FFF2-40B4-BE49-F238E27FC236}">
                <a16:creationId xmlns:a16="http://schemas.microsoft.com/office/drawing/2014/main" id="{5F295E31-E002-46FA-A2CF-6F55B6865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95513"/>
            <a:ext cx="8281988" cy="336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BD2DE71-3483-44ED-9E17-D8688C0FF94E}"/>
              </a:ext>
            </a:extLst>
          </p:cNvPr>
          <p:cNvSpPr>
            <a:spLocks noGrp="1"/>
          </p:cNvSpPr>
          <p:nvPr>
            <p:ph type="ftr" sz="quarter" idx="10"/>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7C25B2A4-AA9E-4EDB-979C-4B70BE98E923}"/>
              </a:ext>
            </a:extLst>
          </p:cNvPr>
          <p:cNvSpPr>
            <a:spLocks noGrp="1"/>
          </p:cNvSpPr>
          <p:nvPr>
            <p:ph type="sldNum" sz="quarter" idx="11"/>
          </p:nvPr>
        </p:nvSpPr>
        <p:spPr/>
        <p:txBody>
          <a:bodyPr/>
          <a:lstStyle/>
          <a:p>
            <a:fld id="{999CEFF3-6E94-432D-9E8C-195D9D0B8F6F}" type="slidenum">
              <a:rPr lang="en-US" altLang="en-US"/>
              <a:pPr/>
              <a:t>13</a:t>
            </a:fld>
            <a:endParaRPr lang="en-US" altLang="en-US"/>
          </a:p>
        </p:txBody>
      </p:sp>
      <p:sp>
        <p:nvSpPr>
          <p:cNvPr id="498691" name="Text Box 3">
            <a:extLst>
              <a:ext uri="{FF2B5EF4-FFF2-40B4-BE49-F238E27FC236}">
                <a16:creationId xmlns:a16="http://schemas.microsoft.com/office/drawing/2014/main" id="{C98AB3C1-5778-4719-812B-7D353B04E613}"/>
              </a:ext>
            </a:extLst>
          </p:cNvPr>
          <p:cNvSpPr txBox="1">
            <a:spLocks noChangeArrowheads="1"/>
          </p:cNvSpPr>
          <p:nvPr/>
        </p:nvSpPr>
        <p:spPr bwMode="auto">
          <a:xfrm>
            <a:off x="685800" y="793750"/>
            <a:ext cx="3205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22.2  </a:t>
            </a:r>
            <a:r>
              <a:rPr lang="en-US" altLang="en-US" sz="2400" i="1">
                <a:effectLst>
                  <a:outerShdw blurRad="38100" dist="38100" dir="2700000" algn="tl">
                    <a:srgbClr val="C0C0C0"/>
                  </a:outerShdw>
                </a:effectLst>
                <a:latin typeface="Times New Roman" panose="02020603050405020304" pitchFamily="18" charset="0"/>
              </a:rPr>
              <a:t>Status codes</a:t>
            </a:r>
          </a:p>
        </p:txBody>
      </p:sp>
      <p:pic>
        <p:nvPicPr>
          <p:cNvPr id="498729" name="Picture 41">
            <a:extLst>
              <a:ext uri="{FF2B5EF4-FFF2-40B4-BE49-F238E27FC236}">
                <a16:creationId xmlns:a16="http://schemas.microsoft.com/office/drawing/2014/main" id="{486C0189-3D01-45E1-AF0C-DA47421D2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308100"/>
            <a:ext cx="7916863" cy="209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8732" name="Picture 44">
            <a:extLst>
              <a:ext uri="{FF2B5EF4-FFF2-40B4-BE49-F238E27FC236}">
                <a16:creationId xmlns:a16="http://schemas.microsoft.com/office/drawing/2014/main" id="{02DB18F0-4E5B-474D-831D-495A40459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3308350"/>
            <a:ext cx="7989887" cy="217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FAC37E7-3739-4F2D-A536-4A62C57BBB85}"/>
              </a:ext>
            </a:extLst>
          </p:cNvPr>
          <p:cNvSpPr>
            <a:spLocks noGrp="1"/>
          </p:cNvSpPr>
          <p:nvPr>
            <p:ph type="ftr" sz="quarter" idx="10"/>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90CD6551-92F8-4B8A-9404-612645D5046C}"/>
              </a:ext>
            </a:extLst>
          </p:cNvPr>
          <p:cNvSpPr>
            <a:spLocks noGrp="1"/>
          </p:cNvSpPr>
          <p:nvPr>
            <p:ph type="sldNum" sz="quarter" idx="11"/>
          </p:nvPr>
        </p:nvSpPr>
        <p:spPr/>
        <p:txBody>
          <a:bodyPr/>
          <a:lstStyle/>
          <a:p>
            <a:fld id="{841B75C8-E6B5-472C-81B3-7592A0810DAD}" type="slidenum">
              <a:rPr lang="en-US" altLang="en-US"/>
              <a:pPr/>
              <a:t>14</a:t>
            </a:fld>
            <a:endParaRPr lang="en-US" altLang="en-US"/>
          </a:p>
        </p:txBody>
      </p:sp>
      <p:sp>
        <p:nvSpPr>
          <p:cNvPr id="512002" name="Text Box 2">
            <a:extLst>
              <a:ext uri="{FF2B5EF4-FFF2-40B4-BE49-F238E27FC236}">
                <a16:creationId xmlns:a16="http://schemas.microsoft.com/office/drawing/2014/main" id="{FB8F2311-6370-40C5-9057-A763A4C7CA4D}"/>
              </a:ext>
            </a:extLst>
          </p:cNvPr>
          <p:cNvSpPr txBox="1">
            <a:spLocks noChangeArrowheads="1"/>
          </p:cNvSpPr>
          <p:nvPr/>
        </p:nvSpPr>
        <p:spPr bwMode="auto">
          <a:xfrm>
            <a:off x="757238" y="152400"/>
            <a:ext cx="473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22.2  </a:t>
            </a:r>
            <a:r>
              <a:rPr lang="en-US" altLang="en-US" sz="2400" i="1">
                <a:effectLst>
                  <a:outerShdw blurRad="38100" dist="38100" dir="2700000" algn="tl">
                    <a:srgbClr val="C0C0C0"/>
                  </a:outerShdw>
                </a:effectLst>
                <a:latin typeface="Times New Roman" panose="02020603050405020304" pitchFamily="18" charset="0"/>
              </a:rPr>
              <a:t>Status codes (continued)</a:t>
            </a:r>
          </a:p>
        </p:txBody>
      </p:sp>
      <p:pic>
        <p:nvPicPr>
          <p:cNvPr id="512005" name="Picture 5">
            <a:extLst>
              <a:ext uri="{FF2B5EF4-FFF2-40B4-BE49-F238E27FC236}">
                <a16:creationId xmlns:a16="http://schemas.microsoft.com/office/drawing/2014/main" id="{B0161344-3D55-464B-9290-BB91BF6907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113" y="1008063"/>
            <a:ext cx="7486650" cy="546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06" name="Picture 6">
            <a:extLst>
              <a:ext uri="{FF2B5EF4-FFF2-40B4-BE49-F238E27FC236}">
                <a16:creationId xmlns:a16="http://schemas.microsoft.com/office/drawing/2014/main" id="{07B58A54-4985-490D-8822-5CEF8D82A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74675"/>
            <a:ext cx="7486650"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5C3FBDF5-6AD2-45D0-AF87-F1AFCFA9627E}"/>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4BE4553B-53F2-448F-BF72-73912FADCD03}"/>
              </a:ext>
            </a:extLst>
          </p:cNvPr>
          <p:cNvSpPr>
            <a:spLocks noGrp="1"/>
          </p:cNvSpPr>
          <p:nvPr>
            <p:ph type="sldNum" sz="quarter" idx="11"/>
          </p:nvPr>
        </p:nvSpPr>
        <p:spPr/>
        <p:txBody>
          <a:bodyPr/>
          <a:lstStyle/>
          <a:p>
            <a:fld id="{787E6974-97B8-4005-9630-36EC90023911}" type="slidenum">
              <a:rPr lang="en-US" altLang="en-US"/>
              <a:pPr/>
              <a:t>15</a:t>
            </a:fld>
            <a:endParaRPr lang="en-US" altLang="en-US"/>
          </a:p>
        </p:txBody>
      </p:sp>
      <p:sp>
        <p:nvSpPr>
          <p:cNvPr id="492546" name="Text Box 2">
            <a:extLst>
              <a:ext uri="{FF2B5EF4-FFF2-40B4-BE49-F238E27FC236}">
                <a16:creationId xmlns:a16="http://schemas.microsoft.com/office/drawing/2014/main" id="{F0A22DBE-B370-468C-B803-5F7974A08208}"/>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Header format</a:t>
            </a:r>
          </a:p>
        </p:txBody>
      </p:sp>
      <p:sp>
        <p:nvSpPr>
          <p:cNvPr id="492547" name="Rectangle 3">
            <a:extLst>
              <a:ext uri="{FF2B5EF4-FFF2-40B4-BE49-F238E27FC236}">
                <a16:creationId xmlns:a16="http://schemas.microsoft.com/office/drawing/2014/main" id="{25155585-12C8-4382-B918-50C7A2B85F9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8" name="Rectangle 4">
            <a:extLst>
              <a:ext uri="{FF2B5EF4-FFF2-40B4-BE49-F238E27FC236}">
                <a16:creationId xmlns:a16="http://schemas.microsoft.com/office/drawing/2014/main" id="{20BFDCF9-6923-4C53-A84A-E943D2235C5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9" name="Rectangle 5">
            <a:extLst>
              <a:ext uri="{FF2B5EF4-FFF2-40B4-BE49-F238E27FC236}">
                <a16:creationId xmlns:a16="http://schemas.microsoft.com/office/drawing/2014/main" id="{D0EEB709-C2FE-4814-BDC0-5FD7D9E67F2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0" name="Rectangle 6">
            <a:extLst>
              <a:ext uri="{FF2B5EF4-FFF2-40B4-BE49-F238E27FC236}">
                <a16:creationId xmlns:a16="http://schemas.microsoft.com/office/drawing/2014/main" id="{BC751133-0222-4BAA-8D62-0B3EA377D86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1" name="Rectangle 7">
            <a:extLst>
              <a:ext uri="{FF2B5EF4-FFF2-40B4-BE49-F238E27FC236}">
                <a16:creationId xmlns:a16="http://schemas.microsoft.com/office/drawing/2014/main" id="{C6469906-7767-476D-A601-0B09A118EC3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2" name="Rectangle 8">
            <a:extLst>
              <a:ext uri="{FF2B5EF4-FFF2-40B4-BE49-F238E27FC236}">
                <a16:creationId xmlns:a16="http://schemas.microsoft.com/office/drawing/2014/main" id="{28FC0579-7891-4E2C-98D2-81C12838709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3" name="Rectangle 9">
            <a:extLst>
              <a:ext uri="{FF2B5EF4-FFF2-40B4-BE49-F238E27FC236}">
                <a16:creationId xmlns:a16="http://schemas.microsoft.com/office/drawing/2014/main" id="{89924042-EDDD-48E2-B433-38F33D1D2E0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2554" name="Picture 10">
            <a:extLst>
              <a:ext uri="{FF2B5EF4-FFF2-40B4-BE49-F238E27FC236}">
                <a16:creationId xmlns:a16="http://schemas.microsoft.com/office/drawing/2014/main" id="{F2DB027F-CCBB-4559-9EEA-0CC4B75751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2801938"/>
            <a:ext cx="5016500"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E86B789B-517D-4BA8-83B8-858D46EAF7EB}"/>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37DD27D6-9719-4B98-9237-C5D6843938DA}"/>
              </a:ext>
            </a:extLst>
          </p:cNvPr>
          <p:cNvSpPr>
            <a:spLocks noGrp="1"/>
          </p:cNvSpPr>
          <p:nvPr>
            <p:ph type="sldNum" sz="quarter" idx="11"/>
          </p:nvPr>
        </p:nvSpPr>
        <p:spPr/>
        <p:txBody>
          <a:bodyPr/>
          <a:lstStyle/>
          <a:p>
            <a:fld id="{0BEFC025-80FE-4729-8955-6ED5DF8A2CCA}" type="slidenum">
              <a:rPr lang="en-US" altLang="en-US"/>
              <a:pPr/>
              <a:t>16</a:t>
            </a:fld>
            <a:endParaRPr lang="en-US" altLang="en-US"/>
          </a:p>
        </p:txBody>
      </p:sp>
      <p:sp>
        <p:nvSpPr>
          <p:cNvPr id="499715" name="Text Box 3">
            <a:extLst>
              <a:ext uri="{FF2B5EF4-FFF2-40B4-BE49-F238E27FC236}">
                <a16:creationId xmlns:a16="http://schemas.microsoft.com/office/drawing/2014/main" id="{0AF89692-0DA1-4432-A0A9-0845DE9DA8A4}"/>
              </a:ext>
            </a:extLst>
          </p:cNvPr>
          <p:cNvSpPr txBox="1">
            <a:spLocks noChangeArrowheads="1"/>
          </p:cNvSpPr>
          <p:nvPr/>
        </p:nvSpPr>
        <p:spPr bwMode="auto">
          <a:xfrm>
            <a:off x="533400" y="1447800"/>
            <a:ext cx="373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22.3  </a:t>
            </a:r>
            <a:r>
              <a:rPr lang="en-US" altLang="en-US" sz="2400" i="1">
                <a:effectLst>
                  <a:outerShdw blurRad="38100" dist="38100" dir="2700000" algn="tl">
                    <a:srgbClr val="C0C0C0"/>
                  </a:outerShdw>
                </a:effectLst>
                <a:latin typeface="Times New Roman" panose="02020603050405020304" pitchFamily="18" charset="0"/>
              </a:rPr>
              <a:t>General headers</a:t>
            </a:r>
          </a:p>
        </p:txBody>
      </p:sp>
      <p:pic>
        <p:nvPicPr>
          <p:cNvPr id="499753" name="Picture 41">
            <a:extLst>
              <a:ext uri="{FF2B5EF4-FFF2-40B4-BE49-F238E27FC236}">
                <a16:creationId xmlns:a16="http://schemas.microsoft.com/office/drawing/2014/main" id="{DFD055EF-40C9-4E37-A6C7-8A4043C2C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38" y="1943100"/>
            <a:ext cx="8518525"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EAB8E419-C572-4DDF-BEED-17036F7BF252}"/>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0F16F6EB-EDCF-4A1F-95E8-EA8C3E61D6B1}"/>
              </a:ext>
            </a:extLst>
          </p:cNvPr>
          <p:cNvSpPr>
            <a:spLocks noGrp="1"/>
          </p:cNvSpPr>
          <p:nvPr>
            <p:ph type="sldNum" sz="quarter" idx="11"/>
          </p:nvPr>
        </p:nvSpPr>
        <p:spPr/>
        <p:txBody>
          <a:bodyPr/>
          <a:lstStyle/>
          <a:p>
            <a:fld id="{60741B1D-F0F4-4E82-B5F6-3C8068E631B5}" type="slidenum">
              <a:rPr lang="en-US" altLang="en-US"/>
              <a:pPr/>
              <a:t>17</a:t>
            </a:fld>
            <a:endParaRPr lang="en-US" altLang="en-US"/>
          </a:p>
        </p:txBody>
      </p:sp>
      <p:sp>
        <p:nvSpPr>
          <p:cNvPr id="500739" name="Text Box 3">
            <a:extLst>
              <a:ext uri="{FF2B5EF4-FFF2-40B4-BE49-F238E27FC236}">
                <a16:creationId xmlns:a16="http://schemas.microsoft.com/office/drawing/2014/main" id="{15F66492-67A4-42B5-83F3-B351D63B506D}"/>
              </a:ext>
            </a:extLst>
          </p:cNvPr>
          <p:cNvSpPr txBox="1">
            <a:spLocks noChangeArrowheads="1"/>
          </p:cNvSpPr>
          <p:nvPr/>
        </p:nvSpPr>
        <p:spPr bwMode="auto">
          <a:xfrm>
            <a:off x="706438" y="228600"/>
            <a:ext cx="3713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22.4  </a:t>
            </a:r>
            <a:r>
              <a:rPr lang="en-US" altLang="en-US" sz="2400" i="1">
                <a:effectLst>
                  <a:outerShdw blurRad="38100" dist="38100" dir="2700000" algn="tl">
                    <a:srgbClr val="C0C0C0"/>
                  </a:outerShdw>
                </a:effectLst>
                <a:latin typeface="Times New Roman" panose="02020603050405020304" pitchFamily="18" charset="0"/>
              </a:rPr>
              <a:t>Request headers</a:t>
            </a:r>
          </a:p>
        </p:txBody>
      </p:sp>
      <p:pic>
        <p:nvPicPr>
          <p:cNvPr id="500777" name="Picture 41">
            <a:extLst>
              <a:ext uri="{FF2B5EF4-FFF2-40B4-BE49-F238E27FC236}">
                <a16:creationId xmlns:a16="http://schemas.microsoft.com/office/drawing/2014/main" id="{91EAE627-DB32-4E5F-8C9B-73F961041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88" y="685800"/>
            <a:ext cx="7450137" cy="560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C54758A5-F7E7-450D-9296-02263805FDE5}"/>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0F3EA581-D08B-4A36-AEF2-0A73087EB5B5}"/>
              </a:ext>
            </a:extLst>
          </p:cNvPr>
          <p:cNvSpPr>
            <a:spLocks noGrp="1"/>
          </p:cNvSpPr>
          <p:nvPr>
            <p:ph type="sldNum" sz="quarter" idx="11"/>
          </p:nvPr>
        </p:nvSpPr>
        <p:spPr/>
        <p:txBody>
          <a:bodyPr/>
          <a:lstStyle/>
          <a:p>
            <a:fld id="{42D951ED-27C0-4015-9669-3FA19C339BA5}" type="slidenum">
              <a:rPr lang="en-US" altLang="en-US"/>
              <a:pPr/>
              <a:t>18</a:t>
            </a:fld>
            <a:endParaRPr lang="en-US" altLang="en-US"/>
          </a:p>
        </p:txBody>
      </p:sp>
      <p:sp>
        <p:nvSpPr>
          <p:cNvPr id="501763" name="Text Box 3">
            <a:extLst>
              <a:ext uri="{FF2B5EF4-FFF2-40B4-BE49-F238E27FC236}">
                <a16:creationId xmlns:a16="http://schemas.microsoft.com/office/drawing/2014/main" id="{15163D1C-BBA3-4E68-B2E7-ED966E775AC6}"/>
              </a:ext>
            </a:extLst>
          </p:cNvPr>
          <p:cNvSpPr txBox="1">
            <a:spLocks noChangeArrowheads="1"/>
          </p:cNvSpPr>
          <p:nvPr/>
        </p:nvSpPr>
        <p:spPr bwMode="auto">
          <a:xfrm>
            <a:off x="533400" y="1447800"/>
            <a:ext cx="3900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22.5  </a:t>
            </a:r>
            <a:r>
              <a:rPr lang="en-US" altLang="en-US" sz="2400" i="1">
                <a:effectLst>
                  <a:outerShdw blurRad="38100" dist="38100" dir="2700000" algn="tl">
                    <a:srgbClr val="C0C0C0"/>
                  </a:outerShdw>
                </a:effectLst>
                <a:latin typeface="Times New Roman" panose="02020603050405020304" pitchFamily="18" charset="0"/>
              </a:rPr>
              <a:t>Response headers</a:t>
            </a:r>
          </a:p>
        </p:txBody>
      </p:sp>
      <p:pic>
        <p:nvPicPr>
          <p:cNvPr id="501801" name="Picture 41">
            <a:extLst>
              <a:ext uri="{FF2B5EF4-FFF2-40B4-BE49-F238E27FC236}">
                <a16:creationId xmlns:a16="http://schemas.microsoft.com/office/drawing/2014/main" id="{20230B14-5B4F-444E-A45F-A55B3D301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38" y="1966913"/>
            <a:ext cx="8289925" cy="292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FFC8890C-454E-4F67-BEB3-1B151AC0701F}"/>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28A5E53C-EFD3-41A3-9ADD-2391A9CBEEF0}"/>
              </a:ext>
            </a:extLst>
          </p:cNvPr>
          <p:cNvSpPr>
            <a:spLocks noGrp="1"/>
          </p:cNvSpPr>
          <p:nvPr>
            <p:ph type="sldNum" sz="quarter" idx="11"/>
          </p:nvPr>
        </p:nvSpPr>
        <p:spPr/>
        <p:txBody>
          <a:bodyPr/>
          <a:lstStyle/>
          <a:p>
            <a:fld id="{95E7545D-2567-4B6B-8DC7-32D4FA6752D5}" type="slidenum">
              <a:rPr lang="en-US" altLang="en-US"/>
              <a:pPr/>
              <a:t>19</a:t>
            </a:fld>
            <a:endParaRPr lang="en-US" altLang="en-US"/>
          </a:p>
        </p:txBody>
      </p:sp>
      <p:sp>
        <p:nvSpPr>
          <p:cNvPr id="502787" name="Text Box 3">
            <a:extLst>
              <a:ext uri="{FF2B5EF4-FFF2-40B4-BE49-F238E27FC236}">
                <a16:creationId xmlns:a16="http://schemas.microsoft.com/office/drawing/2014/main" id="{83B6FBDB-444D-471C-9413-200FA6828D37}"/>
              </a:ext>
            </a:extLst>
          </p:cNvPr>
          <p:cNvSpPr txBox="1">
            <a:spLocks noChangeArrowheads="1"/>
          </p:cNvSpPr>
          <p:nvPr/>
        </p:nvSpPr>
        <p:spPr bwMode="auto">
          <a:xfrm>
            <a:off x="533400" y="685800"/>
            <a:ext cx="3475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22.6  </a:t>
            </a:r>
            <a:r>
              <a:rPr lang="en-US" altLang="en-US" sz="2400" i="1">
                <a:effectLst>
                  <a:outerShdw blurRad="38100" dist="38100" dir="2700000" algn="tl">
                    <a:srgbClr val="C0C0C0"/>
                  </a:outerShdw>
                </a:effectLst>
                <a:latin typeface="Times New Roman" panose="02020603050405020304" pitchFamily="18" charset="0"/>
              </a:rPr>
              <a:t>Entity headers</a:t>
            </a:r>
          </a:p>
        </p:txBody>
      </p:sp>
      <p:pic>
        <p:nvPicPr>
          <p:cNvPr id="502825" name="Picture 41">
            <a:extLst>
              <a:ext uri="{FF2B5EF4-FFF2-40B4-BE49-F238E27FC236}">
                <a16:creationId xmlns:a16="http://schemas.microsoft.com/office/drawing/2014/main" id="{EE5FD0F1-F099-4ACB-9760-33749ECE6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113" y="1216025"/>
            <a:ext cx="8218487"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EA6416EC-7190-451B-8A18-7F76326BD77A}"/>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BF718E88-449D-491E-A8CE-67FABB0C03A9}"/>
              </a:ext>
            </a:extLst>
          </p:cNvPr>
          <p:cNvSpPr>
            <a:spLocks noGrp="1"/>
          </p:cNvSpPr>
          <p:nvPr>
            <p:ph type="sldNum" sz="quarter" idx="11"/>
          </p:nvPr>
        </p:nvSpPr>
        <p:spPr/>
        <p:txBody>
          <a:bodyPr/>
          <a:lstStyle/>
          <a:p>
            <a:fld id="{1847CA25-20E0-4163-A663-EBCB571A05C6}" type="slidenum">
              <a:rPr lang="en-US" altLang="en-US"/>
              <a:pPr/>
              <a:t>20</a:t>
            </a:fld>
            <a:endParaRPr lang="en-US" altLang="en-US"/>
          </a:p>
        </p:txBody>
      </p:sp>
      <p:sp>
        <p:nvSpPr>
          <p:cNvPr id="506882" name="Rectangle 2">
            <a:extLst>
              <a:ext uri="{FF2B5EF4-FFF2-40B4-BE49-F238E27FC236}">
                <a16:creationId xmlns:a16="http://schemas.microsoft.com/office/drawing/2014/main" id="{7AF5D5B6-F9F2-4C13-904F-E7EC4FAB84E8}"/>
              </a:ext>
            </a:extLst>
          </p:cNvPr>
          <p:cNvSpPr>
            <a:spLocks noChangeArrowheads="1"/>
          </p:cNvSpPr>
          <p:nvPr/>
        </p:nvSpPr>
        <p:spPr bwMode="auto">
          <a:xfrm>
            <a:off x="304800" y="1597025"/>
            <a:ext cx="81534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i="1">
                <a:latin typeface="Times New Roman" panose="02020603050405020304" pitchFamily="18" charset="0"/>
              </a:rPr>
              <a:t>This example retrieves a document. We use the GET method to retrieve an image with the path /usr/bin/image1. The request line shows the method (GET), the URL, and the HTTP version (1.1). The header has two lines that show that the client can accept images in the GIF or JPEG format. The request does not have a body. The response message contains the status line</a:t>
            </a:r>
            <a:br>
              <a:rPr lang="en-US" altLang="en-US" sz="2400" i="1">
                <a:latin typeface="Times New Roman" panose="02020603050405020304" pitchFamily="18" charset="0"/>
              </a:rPr>
            </a:br>
            <a:r>
              <a:rPr lang="en-US" altLang="en-US" sz="2400" i="1">
                <a:latin typeface="Times New Roman" panose="02020603050405020304" pitchFamily="18" charset="0"/>
              </a:rPr>
              <a:t>and four lines of header. The header lines define the date, server, MIME version, and length of the document. The body of the document follows the header (see Figure 22.16).</a:t>
            </a:r>
          </a:p>
        </p:txBody>
      </p:sp>
      <p:sp>
        <p:nvSpPr>
          <p:cNvPr id="506883" name="Text Box 3">
            <a:extLst>
              <a:ext uri="{FF2B5EF4-FFF2-40B4-BE49-F238E27FC236}">
                <a16:creationId xmlns:a16="http://schemas.microsoft.com/office/drawing/2014/main" id="{10BDE85E-ABCF-49AD-B622-8DB82E213612}"/>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a:t>
            </a:r>
          </a:p>
        </p:txBody>
      </p:sp>
      <p:sp>
        <p:nvSpPr>
          <p:cNvPr id="506885" name="Rectangle 5">
            <a:extLst>
              <a:ext uri="{FF2B5EF4-FFF2-40B4-BE49-F238E27FC236}">
                <a16:creationId xmlns:a16="http://schemas.microsoft.com/office/drawing/2014/main" id="{8393D009-BD09-4BCD-AC82-83D95DF306D0}"/>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80F6A69-5E96-4789-BEAE-B07452052216}"/>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82031751-3382-49D7-9E44-1B3CF0762CE1}"/>
              </a:ext>
            </a:extLst>
          </p:cNvPr>
          <p:cNvSpPr>
            <a:spLocks noGrp="1"/>
          </p:cNvSpPr>
          <p:nvPr>
            <p:ph type="sldNum" sz="quarter" idx="11"/>
          </p:nvPr>
        </p:nvSpPr>
        <p:spPr/>
        <p:txBody>
          <a:bodyPr/>
          <a:lstStyle/>
          <a:p>
            <a:fld id="{B99F8EE4-DB6E-447D-95ED-CC78C1C5AC54}" type="slidenum">
              <a:rPr lang="en-US" altLang="en-US"/>
              <a:pPr/>
              <a:t>21</a:t>
            </a:fld>
            <a:endParaRPr lang="en-US" altLang="en-US"/>
          </a:p>
        </p:txBody>
      </p:sp>
      <p:sp>
        <p:nvSpPr>
          <p:cNvPr id="493570" name="Text Box 2">
            <a:extLst>
              <a:ext uri="{FF2B5EF4-FFF2-40B4-BE49-F238E27FC236}">
                <a16:creationId xmlns:a16="http://schemas.microsoft.com/office/drawing/2014/main" id="{EDDAF9A8-39E0-4251-A120-E60460FB6244}"/>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1</a:t>
            </a:r>
          </a:p>
        </p:txBody>
      </p:sp>
      <p:sp>
        <p:nvSpPr>
          <p:cNvPr id="493571" name="Rectangle 3">
            <a:extLst>
              <a:ext uri="{FF2B5EF4-FFF2-40B4-BE49-F238E27FC236}">
                <a16:creationId xmlns:a16="http://schemas.microsoft.com/office/drawing/2014/main" id="{398518C9-7E7A-455D-B5FF-F23E1649E0D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2" name="Rectangle 4">
            <a:extLst>
              <a:ext uri="{FF2B5EF4-FFF2-40B4-BE49-F238E27FC236}">
                <a16:creationId xmlns:a16="http://schemas.microsoft.com/office/drawing/2014/main" id="{C45BEEE3-5DAE-4668-91A0-F1CA53240B0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3" name="Rectangle 5">
            <a:extLst>
              <a:ext uri="{FF2B5EF4-FFF2-40B4-BE49-F238E27FC236}">
                <a16:creationId xmlns:a16="http://schemas.microsoft.com/office/drawing/2014/main" id="{3C9CECC0-F597-4AE9-8E55-3617705308A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4" name="Rectangle 6">
            <a:extLst>
              <a:ext uri="{FF2B5EF4-FFF2-40B4-BE49-F238E27FC236}">
                <a16:creationId xmlns:a16="http://schemas.microsoft.com/office/drawing/2014/main" id="{97E930BD-C54A-4006-A7FA-84FE8625493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5" name="Rectangle 7">
            <a:extLst>
              <a:ext uri="{FF2B5EF4-FFF2-40B4-BE49-F238E27FC236}">
                <a16:creationId xmlns:a16="http://schemas.microsoft.com/office/drawing/2014/main" id="{CBB52050-0573-415A-8853-AAF92D712D4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6" name="Rectangle 8">
            <a:extLst>
              <a:ext uri="{FF2B5EF4-FFF2-40B4-BE49-F238E27FC236}">
                <a16:creationId xmlns:a16="http://schemas.microsoft.com/office/drawing/2014/main" id="{DEB19D59-AFA4-4174-AF78-BF4AC84BDC3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7" name="Rectangle 9">
            <a:extLst>
              <a:ext uri="{FF2B5EF4-FFF2-40B4-BE49-F238E27FC236}">
                <a16:creationId xmlns:a16="http://schemas.microsoft.com/office/drawing/2014/main" id="{F8E6583C-F753-4E62-846C-CCF2C4FF2AC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3578" name="Picture 10">
            <a:extLst>
              <a:ext uri="{FF2B5EF4-FFF2-40B4-BE49-F238E27FC236}">
                <a16:creationId xmlns:a16="http://schemas.microsoft.com/office/drawing/2014/main" id="{F93B40C3-F61B-4656-9FA8-448A1E541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288" y="1262063"/>
            <a:ext cx="7504112" cy="506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6ED7A091-6E3B-48EA-9E74-716961ACF5E2}"/>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E18D2F03-CD1D-453B-98D0-DCD0477EC62E}"/>
              </a:ext>
            </a:extLst>
          </p:cNvPr>
          <p:cNvSpPr>
            <a:spLocks noGrp="1"/>
          </p:cNvSpPr>
          <p:nvPr>
            <p:ph type="sldNum" sz="quarter" idx="11"/>
          </p:nvPr>
        </p:nvSpPr>
        <p:spPr/>
        <p:txBody>
          <a:bodyPr/>
          <a:lstStyle/>
          <a:p>
            <a:fld id="{EA367A07-F68D-4450-B5E5-2F89F1608AA8}" type="slidenum">
              <a:rPr lang="en-US" altLang="en-US"/>
              <a:pPr/>
              <a:t>22</a:t>
            </a:fld>
            <a:endParaRPr lang="en-US" altLang="en-US"/>
          </a:p>
        </p:txBody>
      </p:sp>
      <p:sp>
        <p:nvSpPr>
          <p:cNvPr id="507906" name="Rectangle 2">
            <a:extLst>
              <a:ext uri="{FF2B5EF4-FFF2-40B4-BE49-F238E27FC236}">
                <a16:creationId xmlns:a16="http://schemas.microsoft.com/office/drawing/2014/main" id="{21AF53F0-FE78-473D-9BB9-34BE91BEB430}"/>
              </a:ext>
            </a:extLst>
          </p:cNvPr>
          <p:cNvSpPr>
            <a:spLocks noChangeArrowheads="1"/>
          </p:cNvSpPr>
          <p:nvPr/>
        </p:nvSpPr>
        <p:spPr bwMode="auto">
          <a:xfrm>
            <a:off x="304800" y="1597025"/>
            <a:ext cx="81534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In this example, the client wants to send data to the server. We use the POST method. The request line shows the method (POST), URL, and HTTP version (1.1). There are four lines of headers. The request body contains the input information. The response message contains the status line and four lines of headers. The created document, which is a CGI document, is included as the body (see Figure 22.17).</a:t>
            </a:r>
          </a:p>
        </p:txBody>
      </p:sp>
      <p:sp>
        <p:nvSpPr>
          <p:cNvPr id="507907" name="Text Box 3">
            <a:extLst>
              <a:ext uri="{FF2B5EF4-FFF2-40B4-BE49-F238E27FC236}">
                <a16:creationId xmlns:a16="http://schemas.microsoft.com/office/drawing/2014/main" id="{72A84E9D-FC31-4D90-AFA6-3849ACCA23E3}"/>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2</a:t>
            </a:r>
          </a:p>
        </p:txBody>
      </p:sp>
      <p:sp>
        <p:nvSpPr>
          <p:cNvPr id="507909" name="Rectangle 5">
            <a:extLst>
              <a:ext uri="{FF2B5EF4-FFF2-40B4-BE49-F238E27FC236}">
                <a16:creationId xmlns:a16="http://schemas.microsoft.com/office/drawing/2014/main" id="{5095F7CC-F850-4009-96C4-038323688F16}"/>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A46E48D5-885D-4F38-8A97-238398BC1168}"/>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F2BD2B8A-4749-4D7F-B5D4-B0EC31B2B1DE}"/>
              </a:ext>
            </a:extLst>
          </p:cNvPr>
          <p:cNvSpPr>
            <a:spLocks noGrp="1"/>
          </p:cNvSpPr>
          <p:nvPr>
            <p:ph type="sldNum" sz="quarter" idx="11"/>
          </p:nvPr>
        </p:nvSpPr>
        <p:spPr/>
        <p:txBody>
          <a:bodyPr/>
          <a:lstStyle/>
          <a:p>
            <a:fld id="{C5081B17-26C4-4BFA-A272-7F3F5D2C8FB5}" type="slidenum">
              <a:rPr lang="en-US" altLang="en-US"/>
              <a:pPr/>
              <a:t>23</a:t>
            </a:fld>
            <a:endParaRPr lang="en-US" altLang="en-US"/>
          </a:p>
        </p:txBody>
      </p:sp>
      <p:sp>
        <p:nvSpPr>
          <p:cNvPr id="494594" name="Text Box 2">
            <a:extLst>
              <a:ext uri="{FF2B5EF4-FFF2-40B4-BE49-F238E27FC236}">
                <a16:creationId xmlns:a16="http://schemas.microsoft.com/office/drawing/2014/main" id="{673C5EC5-B7B6-43C5-A9EF-914924451824}"/>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22.17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a:t>
            </a:r>
          </a:p>
        </p:txBody>
      </p:sp>
      <p:sp>
        <p:nvSpPr>
          <p:cNvPr id="494595" name="Rectangle 3">
            <a:extLst>
              <a:ext uri="{FF2B5EF4-FFF2-40B4-BE49-F238E27FC236}">
                <a16:creationId xmlns:a16="http://schemas.microsoft.com/office/drawing/2014/main" id="{C1CE9AA7-0751-455E-9F44-BDDD342C115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6" name="Rectangle 4">
            <a:extLst>
              <a:ext uri="{FF2B5EF4-FFF2-40B4-BE49-F238E27FC236}">
                <a16:creationId xmlns:a16="http://schemas.microsoft.com/office/drawing/2014/main" id="{9FAB2E53-9603-49A4-9B34-F3D7DCB934B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7" name="Rectangle 5">
            <a:extLst>
              <a:ext uri="{FF2B5EF4-FFF2-40B4-BE49-F238E27FC236}">
                <a16:creationId xmlns:a16="http://schemas.microsoft.com/office/drawing/2014/main" id="{0BD69019-E30F-4403-94CC-1DAB0A2BCF6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8" name="Rectangle 6">
            <a:extLst>
              <a:ext uri="{FF2B5EF4-FFF2-40B4-BE49-F238E27FC236}">
                <a16:creationId xmlns:a16="http://schemas.microsoft.com/office/drawing/2014/main" id="{4F49EF61-BA57-41D0-B6A0-6D3F243A61D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9" name="Rectangle 7">
            <a:extLst>
              <a:ext uri="{FF2B5EF4-FFF2-40B4-BE49-F238E27FC236}">
                <a16:creationId xmlns:a16="http://schemas.microsoft.com/office/drawing/2014/main" id="{C3F4A98D-EE2D-4DBF-A78A-30F6D901CDE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600" name="Rectangle 8">
            <a:extLst>
              <a:ext uri="{FF2B5EF4-FFF2-40B4-BE49-F238E27FC236}">
                <a16:creationId xmlns:a16="http://schemas.microsoft.com/office/drawing/2014/main" id="{70A10600-C4B3-493C-80ED-11205607235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601" name="Rectangle 9">
            <a:extLst>
              <a:ext uri="{FF2B5EF4-FFF2-40B4-BE49-F238E27FC236}">
                <a16:creationId xmlns:a16="http://schemas.microsoft.com/office/drawing/2014/main" id="{D188CE8B-575A-44BE-A570-F77C8196F79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4602" name="Picture 10">
            <a:extLst>
              <a:ext uri="{FF2B5EF4-FFF2-40B4-BE49-F238E27FC236}">
                <a16:creationId xmlns:a16="http://schemas.microsoft.com/office/drawing/2014/main" id="{442246BB-10DA-4C81-83C6-F00EF1842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213" y="1219200"/>
            <a:ext cx="6910387" cy="518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11899331-5C92-4BC5-B687-6F871EA05A5A}"/>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C4280286-7E79-4472-81A1-7708E6D00D81}"/>
              </a:ext>
            </a:extLst>
          </p:cNvPr>
          <p:cNvSpPr>
            <a:spLocks noGrp="1"/>
          </p:cNvSpPr>
          <p:nvPr>
            <p:ph type="sldNum" sz="quarter" idx="11"/>
          </p:nvPr>
        </p:nvSpPr>
        <p:spPr/>
        <p:txBody>
          <a:bodyPr/>
          <a:lstStyle/>
          <a:p>
            <a:fld id="{B1B5A12A-20A3-474C-8BBD-5135F0D2C162}" type="slidenum">
              <a:rPr lang="en-US" altLang="en-US"/>
              <a:pPr/>
              <a:t>24</a:t>
            </a:fld>
            <a:endParaRPr lang="en-US" altLang="en-US"/>
          </a:p>
        </p:txBody>
      </p:sp>
      <p:sp>
        <p:nvSpPr>
          <p:cNvPr id="508930" name="Rectangle 2">
            <a:extLst>
              <a:ext uri="{FF2B5EF4-FFF2-40B4-BE49-F238E27FC236}">
                <a16:creationId xmlns:a16="http://schemas.microsoft.com/office/drawing/2014/main" id="{9D43EAF0-8765-4048-809E-C59E3EECB53E}"/>
              </a:ext>
            </a:extLst>
          </p:cNvPr>
          <p:cNvSpPr>
            <a:spLocks noChangeArrowheads="1"/>
          </p:cNvSpPr>
          <p:nvPr/>
        </p:nvSpPr>
        <p:spPr bwMode="auto">
          <a:xfrm>
            <a:off x="304800" y="1597025"/>
            <a:ext cx="81534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HTTP uses ASCII characters. A client can directly connect to a server using TELNET, which logs into port 80. The next three lines shows that the connection is successful. We then type three lines. The first shows the request line (GET method), the second is the header (defining the host), the third is a blank terminating the request. The server response is seven lines starting with the status line. The blank line at the end terminates the server response. The file of 14230 lines is received after the blank line (not shown here). The last line is the output by the client.</a:t>
            </a:r>
          </a:p>
        </p:txBody>
      </p:sp>
      <p:sp>
        <p:nvSpPr>
          <p:cNvPr id="508931" name="Text Box 3">
            <a:extLst>
              <a:ext uri="{FF2B5EF4-FFF2-40B4-BE49-F238E27FC236}">
                <a16:creationId xmlns:a16="http://schemas.microsoft.com/office/drawing/2014/main" id="{E0AC11A0-9E28-4126-B528-216D81CE0ABB}"/>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3</a:t>
            </a:r>
          </a:p>
        </p:txBody>
      </p:sp>
      <p:sp>
        <p:nvSpPr>
          <p:cNvPr id="508933" name="Rectangle 5">
            <a:extLst>
              <a:ext uri="{FF2B5EF4-FFF2-40B4-BE49-F238E27FC236}">
                <a16:creationId xmlns:a16="http://schemas.microsoft.com/office/drawing/2014/main" id="{7396AAD1-2A6D-4B53-BDE0-C1E0E867F256}"/>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F061D594-8755-4245-BBD9-FD36502988BB}"/>
              </a:ext>
            </a:extLst>
          </p:cNvPr>
          <p:cNvSpPr>
            <a:spLocks noGrp="1"/>
          </p:cNvSpPr>
          <p:nvPr>
            <p:ph type="ftr" sz="quarter" idx="10"/>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CB1F86B1-9776-414B-A093-FEA9E3B33200}"/>
              </a:ext>
            </a:extLst>
          </p:cNvPr>
          <p:cNvSpPr>
            <a:spLocks noGrp="1"/>
          </p:cNvSpPr>
          <p:nvPr>
            <p:ph type="sldNum" sz="quarter" idx="11"/>
          </p:nvPr>
        </p:nvSpPr>
        <p:spPr/>
        <p:txBody>
          <a:bodyPr/>
          <a:lstStyle/>
          <a:p>
            <a:fld id="{60AEEF0F-417C-4FCF-8B6E-F81A14C34043}" type="slidenum">
              <a:rPr lang="en-US" altLang="en-US"/>
              <a:pPr/>
              <a:t>25</a:t>
            </a:fld>
            <a:endParaRPr lang="en-US" altLang="en-US"/>
          </a:p>
        </p:txBody>
      </p:sp>
      <p:sp>
        <p:nvSpPr>
          <p:cNvPr id="513026" name="Rectangle 2">
            <a:extLst>
              <a:ext uri="{FF2B5EF4-FFF2-40B4-BE49-F238E27FC236}">
                <a16:creationId xmlns:a16="http://schemas.microsoft.com/office/drawing/2014/main" id="{850504E4-E44F-48D2-99FC-663CA5FD1F43}"/>
              </a:ext>
            </a:extLst>
          </p:cNvPr>
          <p:cNvSpPr>
            <a:spLocks noChangeArrowheads="1"/>
          </p:cNvSpPr>
          <p:nvPr/>
        </p:nvSpPr>
        <p:spPr bwMode="auto">
          <a:xfrm>
            <a:off x="304800" y="1597025"/>
            <a:ext cx="8153400" cy="47244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i="1">
                <a:solidFill>
                  <a:schemeClr val="hlink"/>
                </a:solidFill>
                <a:latin typeface="Times New Roman" panose="02020603050405020304" pitchFamily="18" charset="0"/>
              </a:rPr>
              <a:t>$ telnet www.mhhe.com 80</a:t>
            </a:r>
            <a:br>
              <a:rPr lang="en-US" altLang="en-US" sz="2400" i="1">
                <a:solidFill>
                  <a:schemeClr val="hlink"/>
                </a:solidFill>
                <a:latin typeface="Times New Roman" panose="02020603050405020304" pitchFamily="18" charset="0"/>
              </a:rPr>
            </a:br>
            <a:r>
              <a:rPr lang="en-US" altLang="en-US" sz="2000" b="0" i="1">
                <a:latin typeface="Times New Roman" panose="02020603050405020304" pitchFamily="18" charset="0"/>
              </a:rPr>
              <a:t>Trying 198.45.24.104...</a:t>
            </a:r>
            <a:br>
              <a:rPr lang="en-US" altLang="en-US" sz="2000" b="0" i="1">
                <a:latin typeface="Times New Roman" panose="02020603050405020304" pitchFamily="18" charset="0"/>
              </a:rPr>
            </a:br>
            <a:r>
              <a:rPr lang="en-US" altLang="en-US" sz="2000" b="0" i="1">
                <a:latin typeface="Times New Roman" panose="02020603050405020304" pitchFamily="18" charset="0"/>
              </a:rPr>
              <a:t>Connected to www.mhhe.com (198.45.24.104).</a:t>
            </a:r>
            <a:br>
              <a:rPr lang="en-US" altLang="en-US" sz="2000" b="0" i="1">
                <a:latin typeface="Times New Roman" panose="02020603050405020304" pitchFamily="18" charset="0"/>
              </a:rPr>
            </a:br>
            <a:r>
              <a:rPr lang="en-US" altLang="en-US" sz="2000" b="0" i="1">
                <a:latin typeface="Times New Roman" panose="02020603050405020304" pitchFamily="18" charset="0"/>
              </a:rPr>
              <a:t>Escape character is '^]'.</a:t>
            </a:r>
            <a:br>
              <a:rPr lang="en-US" altLang="en-US" sz="2000" b="0" i="1">
                <a:latin typeface="Times New Roman" panose="02020603050405020304" pitchFamily="18" charset="0"/>
              </a:rPr>
            </a:br>
            <a:r>
              <a:rPr lang="en-US" altLang="en-US" sz="2000" b="0" i="1">
                <a:latin typeface="Times New Roman" panose="02020603050405020304" pitchFamily="18" charset="0"/>
              </a:rPr>
              <a:t>GET /engcs/compsci/forouzan HTTP/1.1</a:t>
            </a:r>
            <a:br>
              <a:rPr lang="en-US" altLang="en-US" sz="2000" b="0" i="1">
                <a:latin typeface="Times New Roman" panose="02020603050405020304" pitchFamily="18" charset="0"/>
              </a:rPr>
            </a:br>
            <a:r>
              <a:rPr lang="en-US" altLang="en-US" sz="2000" b="0" i="1">
                <a:latin typeface="Times New Roman" panose="02020603050405020304" pitchFamily="18" charset="0"/>
              </a:rPr>
              <a:t>From: forouzanbehrouz@fhda.edu</a:t>
            </a:r>
          </a:p>
          <a:p>
            <a:pPr>
              <a:spcBef>
                <a:spcPct val="50000"/>
              </a:spcBef>
            </a:pPr>
            <a:r>
              <a:rPr lang="en-US" altLang="en-US" sz="2000" i="1">
                <a:solidFill>
                  <a:schemeClr val="folHlink"/>
                </a:solidFill>
                <a:latin typeface="Times New Roman" panose="02020603050405020304" pitchFamily="18" charset="0"/>
              </a:rPr>
              <a:t>HTTP/1.1 200 OK</a:t>
            </a:r>
            <a:br>
              <a:rPr lang="en-US" altLang="en-US" sz="2000" i="1">
                <a:solidFill>
                  <a:schemeClr val="folHlink"/>
                </a:solidFill>
                <a:latin typeface="Times New Roman" panose="02020603050405020304" pitchFamily="18" charset="0"/>
              </a:rPr>
            </a:br>
            <a:r>
              <a:rPr lang="en-US" altLang="en-US" sz="2000" i="1">
                <a:solidFill>
                  <a:schemeClr val="folHlink"/>
                </a:solidFill>
                <a:latin typeface="Times New Roman" panose="02020603050405020304" pitchFamily="18" charset="0"/>
              </a:rPr>
              <a:t>Date: Thu, 28 Oct 2004 16:27:46 GMT</a:t>
            </a:r>
            <a:br>
              <a:rPr lang="en-US" altLang="en-US" sz="2000" i="1">
                <a:solidFill>
                  <a:schemeClr val="folHlink"/>
                </a:solidFill>
                <a:latin typeface="Times New Roman" panose="02020603050405020304" pitchFamily="18" charset="0"/>
              </a:rPr>
            </a:br>
            <a:r>
              <a:rPr lang="en-US" altLang="en-US" sz="2000" i="1">
                <a:solidFill>
                  <a:schemeClr val="folHlink"/>
                </a:solidFill>
                <a:latin typeface="Times New Roman" panose="02020603050405020304" pitchFamily="18" charset="0"/>
              </a:rPr>
              <a:t>Server: Apache/1.3.9 (Unix) ApacheJServ/1.1.2 PHP/4.1.2 PHP/3.0.18</a:t>
            </a:r>
            <a:br>
              <a:rPr lang="en-US" altLang="en-US" sz="2000" i="1">
                <a:solidFill>
                  <a:schemeClr val="folHlink"/>
                </a:solidFill>
                <a:latin typeface="Times New Roman" panose="02020603050405020304" pitchFamily="18" charset="0"/>
              </a:rPr>
            </a:br>
            <a:r>
              <a:rPr lang="en-US" altLang="en-US" sz="2000" i="1">
                <a:solidFill>
                  <a:schemeClr val="folHlink"/>
                </a:solidFill>
                <a:latin typeface="Times New Roman" panose="02020603050405020304" pitchFamily="18" charset="0"/>
              </a:rPr>
              <a:t>MIME-version:1.0</a:t>
            </a:r>
            <a:br>
              <a:rPr lang="en-US" altLang="en-US" sz="2000" i="1">
                <a:solidFill>
                  <a:schemeClr val="folHlink"/>
                </a:solidFill>
                <a:latin typeface="Times New Roman" panose="02020603050405020304" pitchFamily="18" charset="0"/>
              </a:rPr>
            </a:br>
            <a:r>
              <a:rPr lang="en-US" altLang="en-US" sz="2000" i="1">
                <a:solidFill>
                  <a:schemeClr val="folHlink"/>
                </a:solidFill>
                <a:latin typeface="Times New Roman" panose="02020603050405020304" pitchFamily="18" charset="0"/>
              </a:rPr>
              <a:t>Content-Type: text/html</a:t>
            </a:r>
            <a:br>
              <a:rPr lang="en-US" altLang="en-US" sz="2000" i="1">
                <a:solidFill>
                  <a:schemeClr val="folHlink"/>
                </a:solidFill>
                <a:latin typeface="Times New Roman" panose="02020603050405020304" pitchFamily="18" charset="0"/>
              </a:rPr>
            </a:br>
            <a:r>
              <a:rPr lang="en-US" altLang="en-US" sz="2000" i="1">
                <a:solidFill>
                  <a:schemeClr val="folHlink"/>
                </a:solidFill>
                <a:latin typeface="Times New Roman" panose="02020603050405020304" pitchFamily="18" charset="0"/>
              </a:rPr>
              <a:t>Last-modified: Friday, 15-Oct-04 02:11:31 GMT</a:t>
            </a:r>
            <a:br>
              <a:rPr lang="en-US" altLang="en-US" sz="2000" i="1">
                <a:solidFill>
                  <a:schemeClr val="folHlink"/>
                </a:solidFill>
                <a:latin typeface="Times New Roman" panose="02020603050405020304" pitchFamily="18" charset="0"/>
              </a:rPr>
            </a:br>
            <a:r>
              <a:rPr lang="en-US" altLang="en-US" sz="2000" i="1">
                <a:solidFill>
                  <a:schemeClr val="folHlink"/>
                </a:solidFill>
                <a:latin typeface="Times New Roman" panose="02020603050405020304" pitchFamily="18" charset="0"/>
              </a:rPr>
              <a:t>Content-length: 14230</a:t>
            </a:r>
          </a:p>
          <a:p>
            <a:pPr>
              <a:spcBef>
                <a:spcPct val="50000"/>
              </a:spcBef>
            </a:pPr>
            <a:r>
              <a:rPr lang="en-US" altLang="en-US" sz="2000" b="0" i="1">
                <a:latin typeface="Times New Roman" panose="02020603050405020304" pitchFamily="18" charset="0"/>
              </a:rPr>
              <a:t>Connection closed by foreign host.</a:t>
            </a:r>
          </a:p>
        </p:txBody>
      </p:sp>
      <p:sp>
        <p:nvSpPr>
          <p:cNvPr id="513027" name="Text Box 3">
            <a:extLst>
              <a:ext uri="{FF2B5EF4-FFF2-40B4-BE49-F238E27FC236}">
                <a16:creationId xmlns:a16="http://schemas.microsoft.com/office/drawing/2014/main" id="{5F9F7AC1-7975-4172-807D-43B094D6FD55}"/>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3</a:t>
            </a:r>
          </a:p>
        </p:txBody>
      </p:sp>
      <p:sp>
        <p:nvSpPr>
          <p:cNvPr id="513029" name="Rectangle 5">
            <a:extLst>
              <a:ext uri="{FF2B5EF4-FFF2-40B4-BE49-F238E27FC236}">
                <a16:creationId xmlns:a16="http://schemas.microsoft.com/office/drawing/2014/main" id="{A25CE8C5-BE1B-45A8-98AA-E80AF242B858}"/>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shadeToTitle="1">
        <a:gradFill rotWithShape="0">
          <a:gsLst>
            <a:gs pos="0">
              <a:srgbClr val="FFFFFF"/>
            </a:gs>
            <a:gs pos="100000">
              <a:srgbClr val="3366FF"/>
            </a:gs>
          </a:gsLst>
          <a:path path="shape">
            <a:fillToRect l="50000" t="50000" r="50000" b="50000"/>
          </a:path>
        </a:gradFill>
        <a:effectLst/>
      </p:bgPr>
    </p:bg>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1F1A8B3C-F9DB-4D3E-BB5B-C54A4EB59F60}"/>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FDBD260D-9EC8-49AC-BF1E-A36AC3841ED1}"/>
              </a:ext>
            </a:extLst>
          </p:cNvPr>
          <p:cNvSpPr>
            <a:spLocks noGrp="1"/>
          </p:cNvSpPr>
          <p:nvPr>
            <p:ph type="sldNum" sz="quarter" idx="11"/>
          </p:nvPr>
        </p:nvSpPr>
        <p:spPr/>
        <p:txBody>
          <a:bodyPr/>
          <a:lstStyle/>
          <a:p>
            <a:fld id="{4FF4292D-DA6D-427B-9B37-ED06F56F6F2B}" type="slidenum">
              <a:rPr lang="en-US" altLang="en-US"/>
              <a:pPr/>
              <a:t>26</a:t>
            </a:fld>
            <a:endParaRPr lang="en-US" altLang="en-US"/>
          </a:p>
        </p:txBody>
      </p:sp>
      <p:sp>
        <p:nvSpPr>
          <p:cNvPr id="371714" name="Rectangle 2">
            <a:extLst>
              <a:ext uri="{FF2B5EF4-FFF2-40B4-BE49-F238E27FC236}">
                <a16:creationId xmlns:a16="http://schemas.microsoft.com/office/drawing/2014/main" id="{05D740E2-45F0-4250-B088-3D045F1A1F67}"/>
              </a:ext>
            </a:extLst>
          </p:cNvPr>
          <p:cNvSpPr>
            <a:spLocks noChangeArrowheads="1"/>
          </p:cNvSpPr>
          <p:nvPr/>
        </p:nvSpPr>
        <p:spPr bwMode="auto">
          <a:xfrm>
            <a:off x="838200" y="3019425"/>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latin typeface="Times New Roman" panose="02020603050405020304" pitchFamily="18" charset="0"/>
              </a:rPr>
              <a:t>HTTP version 1.1 specifies a persistent connection by default.</a:t>
            </a:r>
          </a:p>
        </p:txBody>
      </p:sp>
      <p:sp>
        <p:nvSpPr>
          <p:cNvPr id="371715" name="PubRRectCallout">
            <a:extLst>
              <a:ext uri="{FF2B5EF4-FFF2-40B4-BE49-F238E27FC236}">
                <a16:creationId xmlns:a16="http://schemas.microsoft.com/office/drawing/2014/main" id="{66945D76-FFCC-4461-A2A8-B21F170CAF56}"/>
              </a:ext>
            </a:extLst>
          </p:cNvPr>
          <p:cNvSpPr>
            <a:spLocks noEditPoints="1" noChangeArrowheads="1"/>
          </p:cNvSpPr>
          <p:nvPr/>
        </p:nvSpPr>
        <p:spPr bwMode="auto">
          <a:xfrm>
            <a:off x="838200" y="1814513"/>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371716" name="Picture 4">
            <a:extLst>
              <a:ext uri="{FF2B5EF4-FFF2-40B4-BE49-F238E27FC236}">
                <a16:creationId xmlns:a16="http://schemas.microsoft.com/office/drawing/2014/main" id="{DD647779-7E03-48F6-A48C-F9ABA2A44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14513"/>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1717" name="Text Box 5">
            <a:extLst>
              <a:ext uri="{FF2B5EF4-FFF2-40B4-BE49-F238E27FC236}">
                <a16:creationId xmlns:a16="http://schemas.microsoft.com/office/drawing/2014/main" id="{4C4C61A1-A1A1-4EE0-AF86-E8ACA6B98DCF}"/>
              </a:ext>
            </a:extLst>
          </p:cNvPr>
          <p:cNvSpPr txBox="1">
            <a:spLocks noChangeArrowheads="1"/>
          </p:cNvSpPr>
          <p:nvPr/>
        </p:nvSpPr>
        <p:spPr bwMode="auto">
          <a:xfrm>
            <a:off x="2133600" y="1966913"/>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b="0">
                <a:effectLst>
                  <a:outerShdw blurRad="38100" dist="38100" dir="2700000" algn="tl">
                    <a:srgbClr val="FFFFFF"/>
                  </a:outerShdw>
                </a:effectLst>
                <a:latin typeface="Times New Roman" panose="02020603050405020304" pitchFamily="18" charset="0"/>
              </a:rPr>
              <a:t>Note:</a:t>
            </a: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6DB7A4C-9B9A-445D-B8BE-D29BED4E6C6A}" vid="{D2E2032D-C497-4D69-B42A-90DCB059FA0F}"/>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1514</TotalTime>
  <Words>879</Words>
  <Application>Microsoft Office PowerPoint</Application>
  <PresentationFormat>On-screen Show (4:3)</PresentationFormat>
  <Paragraphs>100</Paragraphs>
  <Slides>26</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Times New Roman</vt:lpstr>
      <vt:lpstr>Tahoma</vt:lpstr>
      <vt:lpstr>Wingdings</vt:lpstr>
      <vt:lpstr>McGrawHill-Italic</vt:lpstr>
      <vt:lpstr>Baskerville Old Face</vt:lpstr>
      <vt:lpstr>Arial</vt:lpstr>
      <vt:lpstr>Algerian</vt:lpstr>
      <vt:lpstr>Blends</vt:lpstr>
      <vt:lpstr>Theme1</vt:lpstr>
      <vt:lpstr>COMPUTER NETWORKS (BCSC 0008) HTTP</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shabir ali</cp:lastModifiedBy>
  <cp:revision>103</cp:revision>
  <dcterms:created xsi:type="dcterms:W3CDTF">2000-01-15T04:50:39Z</dcterms:created>
  <dcterms:modified xsi:type="dcterms:W3CDTF">2020-12-10T07:09:28Z</dcterms:modified>
</cp:coreProperties>
</file>