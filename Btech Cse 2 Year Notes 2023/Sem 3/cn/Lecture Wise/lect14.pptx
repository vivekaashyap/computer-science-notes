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5" r:id="rId3"/>
    <p:sldId id="843" r:id="rId4"/>
    <p:sldId id="847" r:id="rId5"/>
    <p:sldId id="834" r:id="rId6"/>
    <p:sldId id="910" r:id="rId7"/>
    <p:sldId id="880" r:id="rId8"/>
    <p:sldId id="88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17E44-BDC1-4515-8C0B-1374D0AA3111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1A913-2FBC-41BF-A4D5-4124FDD15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778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F298FAD-439E-46D5-8362-DC685B71CC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68EAE8-04DB-4374-B79B-ED818FB167BD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095682" name="Rectangle 2">
            <a:extLst>
              <a:ext uri="{FF2B5EF4-FFF2-40B4-BE49-F238E27FC236}">
                <a16:creationId xmlns:a16="http://schemas.microsoft.com/office/drawing/2014/main" id="{EFB6621A-B053-4435-8CDE-29DFA05DEA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683" name="Rectangle 3">
            <a:extLst>
              <a:ext uri="{FF2B5EF4-FFF2-40B4-BE49-F238E27FC236}">
                <a16:creationId xmlns:a16="http://schemas.microsoft.com/office/drawing/2014/main" id="{820D7CE0-20A6-4C21-A8C9-99B822B894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A4AE29F-04AC-4FD5-A8AE-0B2D5DC306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4B266C-A144-4AF5-8907-9175A50FAF5D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077250" name="Rectangle 2">
            <a:extLst>
              <a:ext uri="{FF2B5EF4-FFF2-40B4-BE49-F238E27FC236}">
                <a16:creationId xmlns:a16="http://schemas.microsoft.com/office/drawing/2014/main" id="{C17F9AF7-B860-439D-9B38-E10C9D2328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7251" name="Rectangle 3">
            <a:extLst>
              <a:ext uri="{FF2B5EF4-FFF2-40B4-BE49-F238E27FC236}">
                <a16:creationId xmlns:a16="http://schemas.microsoft.com/office/drawing/2014/main" id="{00F80B7B-5387-445D-9FBD-B3A637E875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BD8ECD2-29C2-4155-8512-1955484875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2A6B84-27A3-46EF-8945-00894751A0C7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232898" name="Rectangle 2">
            <a:extLst>
              <a:ext uri="{FF2B5EF4-FFF2-40B4-BE49-F238E27FC236}">
                <a16:creationId xmlns:a16="http://schemas.microsoft.com/office/drawing/2014/main" id="{8A582CAC-F16B-4F44-9759-AE7EB9ADB5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2899" name="Rectangle 3">
            <a:extLst>
              <a:ext uri="{FF2B5EF4-FFF2-40B4-BE49-F238E27FC236}">
                <a16:creationId xmlns:a16="http://schemas.microsoft.com/office/drawing/2014/main" id="{E5DB99C5-154F-4C55-8F29-30E8D1C16C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D8E2957-D169-4C9C-ABDF-E880B7D784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B1C7AA-EB21-4A80-9B3B-2C33984DE1CA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099778" name="Rectangle 2">
            <a:extLst>
              <a:ext uri="{FF2B5EF4-FFF2-40B4-BE49-F238E27FC236}">
                <a16:creationId xmlns:a16="http://schemas.microsoft.com/office/drawing/2014/main" id="{72335B4D-32DB-45EB-905E-62D799B6A9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9779" name="Rectangle 3">
            <a:extLst>
              <a:ext uri="{FF2B5EF4-FFF2-40B4-BE49-F238E27FC236}">
                <a16:creationId xmlns:a16="http://schemas.microsoft.com/office/drawing/2014/main" id="{D7E0D284-1B2B-44FE-968B-59D8D033E7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CDECB2C-8FB7-43C7-981B-D84A0E1C56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DD18F7-2326-4EDA-8FFC-9BD25A2FEC97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101826" name="Rectangle 2">
            <a:extLst>
              <a:ext uri="{FF2B5EF4-FFF2-40B4-BE49-F238E27FC236}">
                <a16:creationId xmlns:a16="http://schemas.microsoft.com/office/drawing/2014/main" id="{EA4057B0-D280-4CBB-BFDC-1D731D88A9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1827" name="Rectangle 3">
            <a:extLst>
              <a:ext uri="{FF2B5EF4-FFF2-40B4-BE49-F238E27FC236}">
                <a16:creationId xmlns:a16="http://schemas.microsoft.com/office/drawing/2014/main" id="{9A093CD6-A83C-42C4-A82C-122FAF341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3E747-07F9-434B-BC45-818EC60EE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CC20E-4AFE-4F76-A16E-1D45EB7433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AA861-0758-4F5D-866A-14BA2719D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D3585-83B2-4612-8E27-ECD37E8A3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B5FEF-FB14-484A-BDC1-026A66422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161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E7174-0A19-42B5-9D88-A732A7326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AC968-AA46-4EA5-A494-D63484C06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8846A-67C1-44B3-93C1-02628BB0A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81555-83BB-4319-AA6A-5B0BA7796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9B10A-BDB5-4503-A870-2E72BA454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394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D0510-92E4-4684-B966-082359C0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4505A-3878-4CAA-8AB9-346FF4BAB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3CE91-6C9F-4B97-BFB8-C72FF780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C72D4-1EBB-4424-BF8D-8FE069153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69827-F418-48F0-A237-687DD633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700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2D46F-E48B-4CD6-B716-0C6D549D3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D24DD-52A7-482F-89FD-BF32F00295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95D6D4-956F-4947-9760-D2BF78987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674D1-3E8E-4F09-82A1-B0FCC53CB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04584-4AA6-49D5-B41F-6C58D11AD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0545E-A78A-42EC-A7F9-369AD4E1F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97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26F41-A6ED-48C1-8C3B-D9D17DEB6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65EA6-CEAC-4408-8A9B-194DBBE20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C513E-C762-4DC4-BB42-39271E53D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46DD3-B6EA-409A-88F7-7554635BEF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DE4109-5BA9-44C5-9A4C-28CDF64A09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4C9DA1-61F1-4EE5-B441-09F999AA9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B4FE1-A658-4030-8168-15EF6B675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3F5F94-2BDE-48C8-A5AE-E431D11AE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494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B5AB9-CDB3-4E3F-B606-5E0C87D47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6FA115-7111-4B60-A5B9-43F059E6D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DB6188-B948-4C97-AA7B-EAF74095B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FD2D0-F1E5-432A-B47D-98DFE20B4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029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785E6-276A-4CF7-9866-6A9EA0BA1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BA2D4-9EBF-4D39-B5B9-93874E1AB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AD714-AB3D-4FEA-815C-DDB139174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435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ECC30-3347-4CBC-BCA7-BDACB15F7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06A4D-F201-491D-B4AF-1B07E34D8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B59F5-5EEE-4979-B373-0CAA1D8FE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B0DC7-DE7C-4308-B69C-F7798EB45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F3BB3-33D9-4922-8941-44E11F23C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7D629-E868-4ACA-AD7C-DE90C59D3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739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2CD59-FF70-44BA-8F2F-F29600431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E621FF-9E5C-42FC-B0CF-6321A69808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1C0EE9-406B-4100-916D-2E4F565D9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C6D38-9904-4CF7-B107-A490964E0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29B5E7-AAF1-4659-AAFC-EFE9CD4B0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FBE07-50F3-4F8F-B531-B210D7B17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472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F2F24-07D3-406A-BC00-7884A0AD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84D9FD-2295-4D91-B44A-FED97B445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5DEB3-BD97-410F-81B6-64FA8F452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95C8D-9402-411F-B7C8-1BB681B03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4FA15-82A8-45FC-B953-CC2C21F25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466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A41AC9-1D93-4DBD-B112-89592EFA8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9E7E1A-05FA-40CE-8AFD-8E287887B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241AE-3983-40E2-870B-29BC6A39B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30C94-6A50-4631-B01D-38D19ADB0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151BC-0FAE-44A0-964E-24B4E5B3A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910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F689EB-1464-40A4-BE2D-C78967CC2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3148C-53BE-4744-8307-6C45106DF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762B0-F067-4089-AF7F-3949D403F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ED777-179B-47B4-89B5-43884463E78F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E6463-78CB-42C5-B39E-B3A30763D4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99277-D454-4C1A-9C3C-BB62D91DB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543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3200400"/>
            <a:ext cx="7772400" cy="16764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none" dirty="0"/>
              <a:t>COMPUTER NETWORKS</a:t>
            </a:r>
            <a:br>
              <a:rPr lang="en-US" b="1" u="none" dirty="0"/>
            </a:br>
            <a:r>
              <a:rPr lang="en-US" b="1" u="none" dirty="0"/>
              <a:t>(</a:t>
            </a:r>
            <a:r>
              <a:rPr lang="en-US" b="1" dirty="0"/>
              <a:t>BCSC 0008)</a:t>
            </a:r>
            <a:endParaRPr lang="en-US" b="1" u="none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990601"/>
            <a:ext cx="2065942" cy="2152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Footer Placeholder 5"/>
          <p:cNvSpPr txBox="1">
            <a:spLocks/>
          </p:cNvSpPr>
          <p:nvPr/>
        </p:nvSpPr>
        <p:spPr>
          <a:xfrm>
            <a:off x="2743200" y="4816476"/>
            <a:ext cx="678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>
              <a:defRPr/>
            </a:pPr>
            <a:r>
              <a:rPr lang="en-US" sz="1200" b="1" dirty="0">
                <a:latin typeface="Times New Roman"/>
                <a:ea typeface="Calibri"/>
                <a:cs typeface="Times New Roman"/>
              </a:rPr>
              <a:t>Copyright content, use only with the written permission of presenter mentioned</a:t>
            </a:r>
            <a:endParaRPr lang="en-US" altLang="zh-TW" sz="1200" dirty="0">
              <a:latin typeface="Times New Roman" pitchFamily="18" charset="0"/>
            </a:endParaRPr>
          </a:p>
        </p:txBody>
      </p:sp>
      <p:sp>
        <p:nvSpPr>
          <p:cNvPr id="11" name="Footer Placeholder 5"/>
          <p:cNvSpPr txBox="1">
            <a:spLocks/>
          </p:cNvSpPr>
          <p:nvPr/>
        </p:nvSpPr>
        <p:spPr>
          <a:xfrm>
            <a:off x="4876800" y="5410201"/>
            <a:ext cx="243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>
              <a:defRPr/>
            </a:pPr>
            <a:r>
              <a:rPr lang="en-US" b="1" dirty="0">
                <a:latin typeface="Times New Roman"/>
                <a:ea typeface="Calibri"/>
                <a:cs typeface="Times New Roman"/>
              </a:rPr>
              <a:t>Lecture 21</a:t>
            </a:r>
            <a:endParaRPr lang="en-US" altLang="zh-TW" dirty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r>
              <a:rPr lang="en-US" b="1" dirty="0"/>
              <a:t>Text and Reference Books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sz="2400" dirty="0">
                <a:solidFill>
                  <a:srgbClr val="FF0000"/>
                </a:solidFill>
              </a:rPr>
              <a:t>Text Books: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Fourouzan B. A. (2004), “Data Communication and Networking”, 4th Edition, McGraw-Hill.</a:t>
            </a:r>
          </a:p>
          <a:p>
            <a:pPr algn="just"/>
            <a:endParaRPr lang="en-US" sz="2400" dirty="0"/>
          </a:p>
          <a:p>
            <a:pPr algn="just">
              <a:buNone/>
            </a:pPr>
            <a:r>
              <a:rPr lang="en-US" sz="2400" dirty="0">
                <a:solidFill>
                  <a:srgbClr val="FF0000"/>
                </a:solidFill>
              </a:rPr>
              <a:t>References: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Kurose, J. F. and Ross K. W. (2005), “Computer Networking: A Top-Down Approach Featuring the Internet”, 3rd Edition, Addison-Wesley.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A. S. Tanenbaum (2006), “Computer Networks”, 2nd Edition, Prentice Hall India.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AFE80AEF-E481-4A67-8896-66D11BEB82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23.</a:t>
            </a:r>
            <a:fld id="{CDD33735-B7EF-414E-BBAA-3FBA87B8D04A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094658" name="Line 2">
            <a:extLst>
              <a:ext uri="{FF2B5EF4-FFF2-40B4-BE49-F238E27FC236}">
                <a16:creationId xmlns:a16="http://schemas.microsoft.com/office/drawing/2014/main" id="{711EF5DF-FC4B-433C-9F72-30839ED4B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94659" name="Line 3">
            <a:extLst>
              <a:ext uri="{FF2B5EF4-FFF2-40B4-BE49-F238E27FC236}">
                <a16:creationId xmlns:a16="http://schemas.microsoft.com/office/drawing/2014/main" id="{60E4B8E1-B160-4F32-B8D6-83A0E6C249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94660" name="Text Box 4">
            <a:extLst>
              <a:ext uri="{FF2B5EF4-FFF2-40B4-BE49-F238E27FC236}">
                <a16:creationId xmlns:a16="http://schemas.microsoft.com/office/drawing/2014/main" id="{F4FAD91D-A0ED-43FB-9F77-92875728F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81000"/>
            <a:ext cx="39008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Transport Layer: Introduction</a:t>
            </a:r>
            <a:endParaRPr lang="en-US" altLang="en-US" sz="2000" i="1" dirty="0">
              <a:latin typeface="Times New Roman" panose="02020603050405020304" pitchFamily="18" charset="0"/>
            </a:endParaRPr>
          </a:p>
        </p:txBody>
      </p:sp>
      <p:sp>
        <p:nvSpPr>
          <p:cNvPr id="1094661" name="Line 5">
            <a:extLst>
              <a:ext uri="{FF2B5EF4-FFF2-40B4-BE49-F238E27FC236}">
                <a16:creationId xmlns:a16="http://schemas.microsoft.com/office/drawing/2014/main" id="{573EDAAA-0196-4647-B9C9-AD25C146A6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94662" name="Picture 6">
            <a:extLst>
              <a:ext uri="{FF2B5EF4-FFF2-40B4-BE49-F238E27FC236}">
                <a16:creationId xmlns:a16="http://schemas.microsoft.com/office/drawing/2014/main" id="{E1319A13-6265-4A8E-AA86-EAEB3628C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0" y="1066800"/>
            <a:ext cx="7138988" cy="501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12D2D-C45E-4685-9ACC-C909FE474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 Protocols (UDP and TCP)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85E31-4C8B-4F54-97DD-CEADD5D78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UDP</a:t>
            </a:r>
            <a:r>
              <a:rPr lang="en-IN" dirty="0"/>
              <a:t> provides </a:t>
            </a:r>
          </a:p>
          <a:p>
            <a:pPr lvl="1"/>
            <a:r>
              <a:rPr lang="en-IN" dirty="0"/>
              <a:t>best effort delivery</a:t>
            </a:r>
          </a:p>
          <a:p>
            <a:pPr lvl="1"/>
            <a:r>
              <a:rPr lang="en-IN" dirty="0"/>
              <a:t>Connectionless</a:t>
            </a:r>
          </a:p>
          <a:p>
            <a:pPr lvl="1"/>
            <a:r>
              <a:rPr lang="en-IN" dirty="0"/>
              <a:t>Unreliable</a:t>
            </a:r>
          </a:p>
          <a:p>
            <a:pPr lvl="1"/>
            <a:r>
              <a:rPr lang="en-IN" dirty="0"/>
              <a:t>Out of order delivery</a:t>
            </a:r>
          </a:p>
          <a:p>
            <a:r>
              <a:rPr lang="en-US" sz="2400" dirty="0"/>
              <a:t>TCP</a:t>
            </a:r>
          </a:p>
          <a:p>
            <a:pPr lvl="1"/>
            <a:r>
              <a:rPr lang="en-US" dirty="0"/>
              <a:t>Reliable</a:t>
            </a:r>
          </a:p>
          <a:p>
            <a:pPr lvl="1"/>
            <a:r>
              <a:rPr lang="en-US" dirty="0"/>
              <a:t>In-order delivery </a:t>
            </a:r>
          </a:p>
          <a:p>
            <a:pPr lvl="1"/>
            <a:r>
              <a:rPr lang="en-US" dirty="0"/>
              <a:t>Congestion control </a:t>
            </a:r>
          </a:p>
          <a:p>
            <a:pPr lvl="1"/>
            <a:r>
              <a:rPr lang="en-US" dirty="0"/>
              <a:t>Flow control</a:t>
            </a:r>
          </a:p>
          <a:p>
            <a:pPr lvl="1"/>
            <a:r>
              <a:rPr lang="en-US" dirty="0"/>
              <a:t>Connection setup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0597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F228CEF-2D4D-412F-9016-5D22FC2881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23.</a:t>
            </a:r>
            <a:fld id="{AD7B4E1B-F1BF-4C53-875C-F6F5CCFC3212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076227" name="Text Box 3">
            <a:extLst>
              <a:ext uri="{FF2B5EF4-FFF2-40B4-BE49-F238E27FC236}">
                <a16:creationId xmlns:a16="http://schemas.microsoft.com/office/drawing/2014/main" id="{36602FDD-100F-454E-9BCF-ECBDE3320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06400"/>
            <a:ext cx="6306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 USER DATAGRAM PROTOCOL (UDP)</a:t>
            </a:r>
          </a:p>
        </p:txBody>
      </p:sp>
      <p:sp>
        <p:nvSpPr>
          <p:cNvPr id="1076228" name="Text Box 4">
            <a:extLst>
              <a:ext uri="{FF2B5EF4-FFF2-40B4-BE49-F238E27FC236}">
                <a16:creationId xmlns:a16="http://schemas.microsoft.com/office/drawing/2014/main" id="{340C3D3B-5E1A-4A37-A697-00AF655721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3600" y="6400801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6229" name="Rectangle 5">
            <a:extLst>
              <a:ext uri="{FF2B5EF4-FFF2-40B4-BE49-F238E27FC236}">
                <a16:creationId xmlns:a16="http://schemas.microsoft.com/office/drawing/2014/main" id="{864589AC-C187-40B2-A95D-D2F1639BB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206488"/>
            <a:ext cx="82296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en-US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The User Datagram Protocol (UDP) is called a connectionless, unreliable transport protocol. It does not add anything to the services of IP except to provide process-to-process communication instead of host-to-host communication.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64C1D488-886D-45CB-9685-25B41677E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23.</a:t>
            </a:r>
            <a:fld id="{4B92937D-3BCE-44D1-8861-E7C712211DEF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231874" name="Text Box 2">
            <a:extLst>
              <a:ext uri="{FF2B5EF4-FFF2-40B4-BE49-F238E27FC236}">
                <a16:creationId xmlns:a16="http://schemas.microsoft.com/office/drawing/2014/main" id="{9CA60CB9-92A3-45EA-8CE0-2C41DC880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76200"/>
            <a:ext cx="36059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i="1" dirty="0">
                <a:latin typeface="Times New Roman" panose="02020603050405020304" pitchFamily="18" charset="0"/>
              </a:rPr>
              <a:t>Well-known ports used with UDP</a:t>
            </a:r>
          </a:p>
        </p:txBody>
      </p:sp>
      <p:grpSp>
        <p:nvGrpSpPr>
          <p:cNvPr id="1231878" name="Group 6">
            <a:extLst>
              <a:ext uri="{FF2B5EF4-FFF2-40B4-BE49-F238E27FC236}">
                <a16:creationId xmlns:a16="http://schemas.microsoft.com/office/drawing/2014/main" id="{2AE1ACB4-DD82-4857-96FE-2FE67D191C02}"/>
              </a:ext>
            </a:extLst>
          </p:cNvPr>
          <p:cNvGrpSpPr>
            <a:grpSpLocks/>
          </p:cNvGrpSpPr>
          <p:nvPr/>
        </p:nvGrpSpPr>
        <p:grpSpPr bwMode="auto">
          <a:xfrm>
            <a:off x="2197100" y="533400"/>
            <a:ext cx="7708900" cy="5867400"/>
            <a:chOff x="184" y="978"/>
            <a:chExt cx="5391" cy="4328"/>
          </a:xfrm>
        </p:grpSpPr>
        <p:pic>
          <p:nvPicPr>
            <p:cNvPr id="1231876" name="Picture 4">
              <a:extLst>
                <a:ext uri="{FF2B5EF4-FFF2-40B4-BE49-F238E27FC236}">
                  <a16:creationId xmlns:a16="http://schemas.microsoft.com/office/drawing/2014/main" id="{773DB542-DD9C-41A5-8698-95E876E3AB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" y="978"/>
              <a:ext cx="5391" cy="1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31877" name="Picture 5">
              <a:extLst>
                <a:ext uri="{FF2B5EF4-FFF2-40B4-BE49-F238E27FC236}">
                  <a16:creationId xmlns:a16="http://schemas.microsoft.com/office/drawing/2014/main" id="{CE1A8491-AE5D-432E-8396-703D653CED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" y="2160"/>
              <a:ext cx="5369" cy="31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4818842-2E3B-49D4-8347-C5ACAADA62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23.</a:t>
            </a:r>
            <a:fld id="{A9BA2422-88BD-4FA9-87F6-7F04987E63B5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098754" name="Line 2">
            <a:extLst>
              <a:ext uri="{FF2B5EF4-FFF2-40B4-BE49-F238E27FC236}">
                <a16:creationId xmlns:a16="http://schemas.microsoft.com/office/drawing/2014/main" id="{EE24AAC2-66BF-4502-AD63-17FD37B038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98755" name="Line 3">
            <a:extLst>
              <a:ext uri="{FF2B5EF4-FFF2-40B4-BE49-F238E27FC236}">
                <a16:creationId xmlns:a16="http://schemas.microsoft.com/office/drawing/2014/main" id="{7813CCB5-624E-4C61-8A5C-12B2B643BA3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98756" name="Text Box 4">
            <a:extLst>
              <a:ext uri="{FF2B5EF4-FFF2-40B4-BE49-F238E27FC236}">
                <a16:creationId xmlns:a16="http://schemas.microsoft.com/office/drawing/2014/main" id="{D943667F-3615-4196-AEEF-986370741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381000"/>
            <a:ext cx="24913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i="1" dirty="0">
                <a:latin typeface="Times New Roman" panose="02020603050405020304" pitchFamily="18" charset="0"/>
              </a:rPr>
              <a:t>User datagram format</a:t>
            </a:r>
          </a:p>
        </p:txBody>
      </p:sp>
      <p:sp>
        <p:nvSpPr>
          <p:cNvPr id="1098757" name="Line 5">
            <a:extLst>
              <a:ext uri="{FF2B5EF4-FFF2-40B4-BE49-F238E27FC236}">
                <a16:creationId xmlns:a16="http://schemas.microsoft.com/office/drawing/2014/main" id="{BC9E5696-9B5E-414F-861F-DC4B1605D8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98758" name="Picture 6">
            <a:extLst>
              <a:ext uri="{FF2B5EF4-FFF2-40B4-BE49-F238E27FC236}">
                <a16:creationId xmlns:a16="http://schemas.microsoft.com/office/drawing/2014/main" id="{7697E146-4D1A-466C-9DFB-5093FB13D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038" y="1866900"/>
            <a:ext cx="7065962" cy="30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F34745A-E5A1-43B1-A393-E638103D4F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23.</a:t>
            </a:r>
            <a:fld id="{36C2FA07-F21D-4ADD-86CD-B33D82BF26CB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100802" name="Line 2">
            <a:extLst>
              <a:ext uri="{FF2B5EF4-FFF2-40B4-BE49-F238E27FC236}">
                <a16:creationId xmlns:a16="http://schemas.microsoft.com/office/drawing/2014/main" id="{9B30E621-8385-4EEF-81FE-6CB0B460D3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00803" name="Line 3">
            <a:extLst>
              <a:ext uri="{FF2B5EF4-FFF2-40B4-BE49-F238E27FC236}">
                <a16:creationId xmlns:a16="http://schemas.microsoft.com/office/drawing/2014/main" id="{BEDD0CC7-A11D-4A7A-BC38-EE5114E2DF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00804" name="Text Box 4">
            <a:extLst>
              <a:ext uri="{FF2B5EF4-FFF2-40B4-BE49-F238E27FC236}">
                <a16:creationId xmlns:a16="http://schemas.microsoft.com/office/drawing/2014/main" id="{E58A918B-C1A2-4054-877E-D95CC07B3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81000"/>
            <a:ext cx="428995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i="1" dirty="0" err="1">
                <a:latin typeface="Times New Roman" panose="02020603050405020304" pitchFamily="18" charset="0"/>
              </a:rPr>
              <a:t>Pseudoheader</a:t>
            </a:r>
            <a:r>
              <a:rPr lang="en-US" altLang="en-US" sz="2000" i="1" dirty="0">
                <a:latin typeface="Times New Roman" panose="02020603050405020304" pitchFamily="18" charset="0"/>
              </a:rPr>
              <a:t> for checksum calculation</a:t>
            </a:r>
          </a:p>
        </p:txBody>
      </p:sp>
      <p:sp>
        <p:nvSpPr>
          <p:cNvPr id="1100805" name="Line 5">
            <a:extLst>
              <a:ext uri="{FF2B5EF4-FFF2-40B4-BE49-F238E27FC236}">
                <a16:creationId xmlns:a16="http://schemas.microsoft.com/office/drawing/2014/main" id="{0D25761D-1EE3-4FFD-B737-79EB7FD1D14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100806" name="Picture 6">
            <a:extLst>
              <a:ext uri="{FF2B5EF4-FFF2-40B4-BE49-F238E27FC236}">
                <a16:creationId xmlns:a16="http://schemas.microsoft.com/office/drawing/2014/main" id="{F990B0C2-D5BA-48CE-A4D2-7DBE70760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1150" y="1447801"/>
            <a:ext cx="5988050" cy="389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199</Words>
  <Application>Microsoft Office PowerPoint</Application>
  <PresentationFormat>Widescreen</PresentationFormat>
  <Paragraphs>38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</vt:lpstr>
      <vt:lpstr>Times New Roman</vt:lpstr>
      <vt:lpstr>Office Theme</vt:lpstr>
      <vt:lpstr>COMPUTER NETWORKS (BCSC 0008)</vt:lpstr>
      <vt:lpstr> Text and Reference Books </vt:lpstr>
      <vt:lpstr>PowerPoint Presentation</vt:lpstr>
      <vt:lpstr>Transport Layer Protocols (UDP and TCP)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(BCSC 0008)</dc:title>
  <dc:creator>shabir ali</dc:creator>
  <cp:lastModifiedBy>shabir ali</cp:lastModifiedBy>
  <cp:revision>16</cp:revision>
  <dcterms:created xsi:type="dcterms:W3CDTF">2020-11-26T06:05:43Z</dcterms:created>
  <dcterms:modified xsi:type="dcterms:W3CDTF">2020-11-27T05:14:30Z</dcterms:modified>
</cp:coreProperties>
</file>