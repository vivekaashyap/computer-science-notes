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FD10-35F9-46FC-AA1C-DC3D754965D0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1B635-DF0C-4867-819B-7BCA50709D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01E2-8D39-4AFB-8F6F-F93A2B014B15}" type="datetimeFigureOut">
              <a:rPr lang="en-US" smtClean="0"/>
              <a:pPr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 smtClean="0"/>
              <a:t>COMPUTER NETWORKS</a:t>
            </a:r>
            <a:br>
              <a:rPr lang="en-US" b="1" u="none" dirty="0" smtClean="0"/>
            </a:br>
            <a:r>
              <a:rPr lang="en-US" b="1" u="none" dirty="0" smtClean="0"/>
              <a:t>(</a:t>
            </a:r>
            <a:r>
              <a:rPr lang="en-US" b="1" dirty="0" smtClean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Dr. Shabir Ali,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 smtClean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Text and Reference Books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Fourouzan B. A. (2004), “Data Communication and Networking”, 4th Edition, McGraw-Hill.</a:t>
            </a:r>
          </a:p>
          <a:p>
            <a:pPr algn="just"/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A. S. Tanenbaum (2006), “Computer Networks”, 2nd Edition, Prentice Hall India.</a:t>
            </a:r>
            <a:endParaRPr lang="en-US" sz="2800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EB60AA-037C-4FCF-8AA5-7E2225D6061C}" type="slidenum">
              <a:rPr lang="en-US"/>
              <a:pPr/>
              <a:t>3</a:t>
            </a:fld>
            <a:endParaRPr lang="en-US"/>
          </a:p>
        </p:txBody>
      </p:sp>
      <p:grpSp>
        <p:nvGrpSpPr>
          <p:cNvPr id="476162" name="Group 2"/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476163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6164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169" y="0"/>
                </a:cxn>
                <a:cxn ang="0">
                  <a:pos x="6670" y="500"/>
                </a:cxn>
                <a:cxn ang="0">
                  <a:pos x="617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169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6165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6166" name="Text Box 6"/>
          <p:cNvSpPr txBox="1">
            <a:spLocks noChangeArrowheads="1"/>
          </p:cNvSpPr>
          <p:nvPr/>
        </p:nvSpPr>
        <p:spPr bwMode="auto">
          <a:xfrm>
            <a:off x="228600" y="354013"/>
            <a:ext cx="638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Arial" pitchFamily="34" charset="0"/>
              </a:rPr>
              <a:t>14.4   LINK STATE ROUTING</a:t>
            </a:r>
          </a:p>
        </p:txBody>
      </p:sp>
      <p:sp>
        <p:nvSpPr>
          <p:cNvPr id="476167" name="Rectangle 7"/>
          <p:cNvSpPr>
            <a:spLocks noChangeArrowheads="1"/>
          </p:cNvSpPr>
          <p:nvPr/>
        </p:nvSpPr>
        <p:spPr bwMode="auto">
          <a:xfrm>
            <a:off x="533400" y="1371600"/>
            <a:ext cx="78486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 link state routing, if each node in the domain has the entire topology of the domain, the node can use 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Dijkstra’s algorithm</a:t>
            </a:r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to build a routing table.</a:t>
            </a:r>
          </a:p>
        </p:txBody>
      </p:sp>
      <p:sp>
        <p:nvSpPr>
          <p:cNvPr id="476168" name="Rectangle 8"/>
          <p:cNvSpPr>
            <a:spLocks noChangeArrowheads="1"/>
          </p:cNvSpPr>
          <p:nvPr/>
        </p:nvSpPr>
        <p:spPr bwMode="auto">
          <a:xfrm>
            <a:off x="685800" y="3870325"/>
            <a:ext cx="784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 topics discussed in this section include:</a:t>
            </a:r>
          </a:p>
        </p:txBody>
      </p:sp>
      <p:sp>
        <p:nvSpPr>
          <p:cNvPr id="476169" name="Rectangle 9"/>
          <p:cNvSpPr>
            <a:spLocks noChangeArrowheads="1"/>
          </p:cNvSpPr>
          <p:nvPr/>
        </p:nvSpPr>
        <p:spPr bwMode="auto">
          <a:xfrm>
            <a:off x="685800" y="4403725"/>
            <a:ext cx="7315200" cy="3968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Building Routing Tables </a:t>
            </a:r>
          </a:p>
        </p:txBody>
      </p:sp>
    </p:spTree>
    <p:extLst>
      <p:ext uri="{BB962C8B-B14F-4D97-AF65-F5344CB8AC3E}">
        <p14:creationId xmlns:p14="http://schemas.microsoft.com/office/powerpoint/2010/main" val="91990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2DD084-63E8-4922-9D0E-4A15C7DE691F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14.15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Concept of link state routing</a:t>
            </a: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59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60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460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460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057400"/>
            <a:ext cx="8016875" cy="424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4603" name="Text Box 11"/>
          <p:cNvSpPr txBox="1">
            <a:spLocks noChangeArrowheads="1"/>
          </p:cNvSpPr>
          <p:nvPr/>
        </p:nvSpPr>
        <p:spPr bwMode="auto">
          <a:xfrm>
            <a:off x="0" y="6435551"/>
            <a:ext cx="845820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50" dirty="0"/>
              <a:t>Every router has knowledge about the network, but </a:t>
            </a:r>
            <a:r>
              <a:rPr lang="en-US" sz="1650" dirty="0" smtClean="0"/>
              <a:t>from its </a:t>
            </a:r>
            <a:r>
              <a:rPr lang="en-US" sz="1650" dirty="0"/>
              <a:t>own perspective.</a:t>
            </a:r>
          </a:p>
        </p:txBody>
      </p:sp>
      <p:pic>
        <p:nvPicPr>
          <p:cNvPr id="494605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609600"/>
            <a:ext cx="7086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6578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7E6A47-2326-4A65-949F-C662108E2D94}" type="slidenum">
              <a:rPr lang="en-US"/>
              <a:pPr/>
              <a:t>5</a:t>
            </a:fld>
            <a:endParaRPr lang="en-US"/>
          </a:p>
        </p:txBody>
      </p:sp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14.16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Link state knowledge</a:t>
            </a:r>
          </a:p>
        </p:txBody>
      </p:sp>
      <p:sp>
        <p:nvSpPr>
          <p:cNvPr id="49561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562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562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886200"/>
            <a:ext cx="6618288" cy="211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8" name="Text Box 12"/>
          <p:cNvSpPr txBox="1">
            <a:spLocks noChangeArrowheads="1"/>
          </p:cNvSpPr>
          <p:nvPr/>
        </p:nvSpPr>
        <p:spPr bwMode="auto">
          <a:xfrm>
            <a:off x="1219200" y="1219200"/>
            <a:ext cx="71501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Each router knows (maintains) its states of its links.</a:t>
            </a:r>
          </a:p>
          <a:p>
            <a:endParaRPr lang="en-US" dirty="0"/>
          </a:p>
          <a:p>
            <a:r>
              <a:rPr lang="en-US" dirty="0"/>
              <a:t>Each router floods this info (via a Link State Packet) to other</a:t>
            </a:r>
          </a:p>
          <a:p>
            <a:r>
              <a:rPr lang="en-US" dirty="0"/>
              <a:t>routers periodically (when there is a change in the topology,</a:t>
            </a:r>
          </a:p>
          <a:p>
            <a:r>
              <a:rPr lang="en-US" dirty="0"/>
              <a:t>or every 60 to 120 minutes).</a:t>
            </a:r>
          </a:p>
          <a:p>
            <a:endParaRPr lang="en-US" dirty="0"/>
          </a:p>
          <a:p>
            <a:r>
              <a:rPr lang="en-US" i="1" dirty="0"/>
              <a:t>Each router</a:t>
            </a:r>
            <a:r>
              <a:rPr lang="en-US" dirty="0"/>
              <a:t> takes in this data and, using Dijkstra’s</a:t>
            </a:r>
          </a:p>
          <a:p>
            <a:r>
              <a:rPr lang="en-US" dirty="0"/>
              <a:t>algorithm, creates the shortest path tree and corresponding</a:t>
            </a:r>
          </a:p>
          <a:p>
            <a:r>
              <a:rPr lang="en-US" dirty="0"/>
              <a:t>routing table.</a:t>
            </a:r>
          </a:p>
        </p:txBody>
      </p:sp>
    </p:spTree>
    <p:extLst>
      <p:ext uri="{BB962C8B-B14F-4D97-AF65-F5344CB8AC3E}">
        <p14:creationId xmlns:p14="http://schemas.microsoft.com/office/powerpoint/2010/main" val="236281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E4028E-0A55-4FAE-95E6-053183CC830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68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8001000" cy="259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83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819400"/>
            <a:ext cx="807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83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3276600"/>
            <a:ext cx="79883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510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E4028E-0A55-4FAE-95E6-053183CC830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7772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093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2AD81E-6159-48E9-9254-3D4BB72B9562}" type="slidenum">
              <a:rPr lang="en-US"/>
              <a:pPr/>
              <a:t>8</a:t>
            </a:fld>
            <a:endParaRPr lang="en-US"/>
          </a:p>
        </p:txBody>
      </p:sp>
      <p:sp>
        <p:nvSpPr>
          <p:cNvPr id="49664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14.17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Dijkstra algorithm</a:t>
            </a:r>
          </a:p>
        </p:txBody>
      </p:sp>
      <p:sp>
        <p:nvSpPr>
          <p:cNvPr id="496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6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665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6450" y="949325"/>
            <a:ext cx="4324350" cy="537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3448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440E4D-F2DC-4E8C-ADAB-312324B91B08}" type="slidenum">
              <a:rPr lang="en-US"/>
              <a:pPr/>
              <a:t>9</a:t>
            </a:fld>
            <a:endParaRPr lang="en-US"/>
          </a:p>
        </p:txBody>
      </p:sp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itchFamily="18" charset="0"/>
              </a:rPr>
              <a:t>Figure 14.18</a:t>
            </a:r>
            <a:r>
              <a:rPr lang="en-US" altLang="en-US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i="1">
                <a:latin typeface="Times New Roman" pitchFamily="18" charset="0"/>
              </a:rPr>
              <a:t>Example of formation of shortest path tree</a:t>
            </a:r>
          </a:p>
        </p:txBody>
      </p:sp>
      <p:sp>
        <p:nvSpPr>
          <p:cNvPr id="49766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6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6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49767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497675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0" y="685800"/>
            <a:ext cx="4927600" cy="602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633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DB3825-C07B-4E32-8A18-D0F852F04F50}" type="slidenum">
              <a:rPr lang="en-US"/>
              <a:pPr/>
              <a:t>10</a:t>
            </a:fld>
            <a:endParaRPr lang="en-US"/>
          </a:p>
        </p:txBody>
      </p:sp>
      <p:sp>
        <p:nvSpPr>
          <p:cNvPr id="542723" name="Text Box 3"/>
          <p:cNvSpPr txBox="1">
            <a:spLocks noChangeArrowheads="1"/>
          </p:cNvSpPr>
          <p:nvPr/>
        </p:nvSpPr>
        <p:spPr bwMode="auto">
          <a:xfrm>
            <a:off x="1828800" y="304800"/>
            <a:ext cx="4770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400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Table 14.1  </a:t>
            </a:r>
            <a:r>
              <a:rPr lang="en-US" sz="24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Routing table for node A</a:t>
            </a:r>
          </a:p>
        </p:txBody>
      </p:sp>
      <p:pic>
        <p:nvPicPr>
          <p:cNvPr id="542761" name="Picture 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990600"/>
            <a:ext cx="5694363" cy="346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2762" name="Text Box 42"/>
          <p:cNvSpPr txBox="1">
            <a:spLocks noChangeArrowheads="1"/>
          </p:cNvSpPr>
          <p:nvPr/>
        </p:nvSpPr>
        <p:spPr bwMode="auto">
          <a:xfrm>
            <a:off x="898525" y="4527550"/>
            <a:ext cx="67738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Now let’s try using the Dijkstra’s algorithm introduced in </a:t>
            </a:r>
          </a:p>
          <a:p>
            <a:r>
              <a:rPr lang="en-US" dirty="0"/>
              <a:t>TDC 361.</a:t>
            </a:r>
          </a:p>
        </p:txBody>
      </p:sp>
    </p:spTree>
    <p:extLst>
      <p:ext uri="{BB962C8B-B14F-4D97-AF65-F5344CB8AC3E}">
        <p14:creationId xmlns:p14="http://schemas.microsoft.com/office/powerpoint/2010/main" val="295337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E4028E-0A55-4FAE-95E6-053183CC830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69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7292585" cy="528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8025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318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新細明體</vt:lpstr>
      <vt:lpstr>Times New Roman</vt:lpstr>
      <vt:lpstr>Office Theme</vt:lpstr>
      <vt:lpstr>COMPUTER NETWORKS (BCSC 0008)</vt:lpstr>
      <vt:lpstr> Text and Reference Books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Windows User</cp:lastModifiedBy>
  <cp:revision>11</cp:revision>
  <dcterms:created xsi:type="dcterms:W3CDTF">2020-06-29T04:13:42Z</dcterms:created>
  <dcterms:modified xsi:type="dcterms:W3CDTF">2020-11-03T04:30:21Z</dcterms:modified>
</cp:coreProperties>
</file>