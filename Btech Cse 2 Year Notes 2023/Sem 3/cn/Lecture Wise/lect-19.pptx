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4"/>
  </p:notesMasterIdLst>
  <p:sldIdLst>
    <p:sldId id="257" r:id="rId2"/>
    <p:sldId id="265" r:id="rId3"/>
    <p:sldId id="518" r:id="rId4"/>
    <p:sldId id="532" r:id="rId5"/>
    <p:sldId id="552" r:id="rId6"/>
    <p:sldId id="533" r:id="rId7"/>
    <p:sldId id="553" r:id="rId8"/>
    <p:sldId id="534" r:id="rId9"/>
    <p:sldId id="554" r:id="rId10"/>
    <p:sldId id="535" r:id="rId11"/>
    <p:sldId id="536" r:id="rId12"/>
    <p:sldId id="555" r:id="rId13"/>
    <p:sldId id="528" r:id="rId14"/>
    <p:sldId id="537" r:id="rId15"/>
    <p:sldId id="556" r:id="rId16"/>
    <p:sldId id="557" r:id="rId17"/>
    <p:sldId id="538" r:id="rId18"/>
    <p:sldId id="539" r:id="rId19"/>
    <p:sldId id="540" r:id="rId20"/>
    <p:sldId id="541" r:id="rId21"/>
    <p:sldId id="558" r:id="rId22"/>
    <p:sldId id="565" r:id="rId23"/>
    <p:sldId id="559" r:id="rId24"/>
    <p:sldId id="542" r:id="rId25"/>
    <p:sldId id="560" r:id="rId26"/>
    <p:sldId id="543" r:id="rId27"/>
    <p:sldId id="529" r:id="rId28"/>
    <p:sldId id="544" r:id="rId29"/>
    <p:sldId id="545" r:id="rId30"/>
    <p:sldId id="546" r:id="rId31"/>
    <p:sldId id="561" r:id="rId32"/>
    <p:sldId id="562" r:id="rId33"/>
    <p:sldId id="566" r:id="rId34"/>
    <p:sldId id="547" r:id="rId35"/>
    <p:sldId id="548" r:id="rId36"/>
    <p:sldId id="549" r:id="rId37"/>
    <p:sldId id="567" r:id="rId38"/>
    <p:sldId id="568" r:id="rId39"/>
    <p:sldId id="569" r:id="rId40"/>
    <p:sldId id="530" r:id="rId41"/>
    <p:sldId id="550" r:id="rId42"/>
    <p:sldId id="551" r:id="rId4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2" d="100"/>
          <a:sy n="72" d="100"/>
        </p:scale>
        <p:origin x="660"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0F17E44-BDC1-4515-8C0B-1374D0AA3111}" type="datetimeFigureOut">
              <a:rPr lang="en-IN" smtClean="0"/>
              <a:t>08-12-2020</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9B1A913-2FBC-41BF-A4D5-4124FDD15EA2}" type="slidenum">
              <a:rPr lang="en-IN" smtClean="0"/>
              <a:t>‹#›</a:t>
            </a:fld>
            <a:endParaRPr lang="en-IN"/>
          </a:p>
        </p:txBody>
      </p:sp>
    </p:spTree>
    <p:extLst>
      <p:ext uri="{BB962C8B-B14F-4D97-AF65-F5344CB8AC3E}">
        <p14:creationId xmlns:p14="http://schemas.microsoft.com/office/powerpoint/2010/main" val="19537784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73E747-07F9-434B-BC45-818EC60EE49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87CC20E-4AFE-4F76-A16E-1D45EB7433A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34AA861-0758-4F5D-866A-14BA2719DF33}"/>
              </a:ext>
            </a:extLst>
          </p:cNvPr>
          <p:cNvSpPr>
            <a:spLocks noGrp="1"/>
          </p:cNvSpPr>
          <p:nvPr>
            <p:ph type="dt" sz="half" idx="10"/>
          </p:nvPr>
        </p:nvSpPr>
        <p:spPr/>
        <p:txBody>
          <a:bodyPr/>
          <a:lstStyle/>
          <a:p>
            <a:fld id="{B1EED777-179B-47B4-89B5-43884463E78F}" type="datetimeFigureOut">
              <a:rPr lang="en-IN" smtClean="0"/>
              <a:t>08-12-2020</a:t>
            </a:fld>
            <a:endParaRPr lang="en-IN"/>
          </a:p>
        </p:txBody>
      </p:sp>
      <p:sp>
        <p:nvSpPr>
          <p:cNvPr id="5" name="Footer Placeholder 4">
            <a:extLst>
              <a:ext uri="{FF2B5EF4-FFF2-40B4-BE49-F238E27FC236}">
                <a16:creationId xmlns:a16="http://schemas.microsoft.com/office/drawing/2014/main" id="{D94D3585-83B2-4612-8E27-ECD37E8A325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A5B5FEF-FB14-484A-BDC1-026A66422456}"/>
              </a:ext>
            </a:extLst>
          </p:cNvPr>
          <p:cNvSpPr>
            <a:spLocks noGrp="1"/>
          </p:cNvSpPr>
          <p:nvPr>
            <p:ph type="sldNum" sz="quarter" idx="12"/>
          </p:nvPr>
        </p:nvSpPr>
        <p:spPr/>
        <p:txBody>
          <a:bodyPr/>
          <a:lstStyle/>
          <a:p>
            <a:fld id="{567E21EE-17CC-4834-ADD1-32797000299F}" type="slidenum">
              <a:rPr lang="en-IN" smtClean="0"/>
              <a:t>‹#›</a:t>
            </a:fld>
            <a:endParaRPr lang="en-IN"/>
          </a:p>
        </p:txBody>
      </p:sp>
    </p:spTree>
    <p:extLst>
      <p:ext uri="{BB962C8B-B14F-4D97-AF65-F5344CB8AC3E}">
        <p14:creationId xmlns:p14="http://schemas.microsoft.com/office/powerpoint/2010/main" val="17501610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FE7174-0A19-42B5-9D88-A732A7326DF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65AC968-AA46-4EA5-A494-D63484C0607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0B8846A-67C1-44B3-93C1-02628BB0ADC9}"/>
              </a:ext>
            </a:extLst>
          </p:cNvPr>
          <p:cNvSpPr>
            <a:spLocks noGrp="1"/>
          </p:cNvSpPr>
          <p:nvPr>
            <p:ph type="dt" sz="half" idx="10"/>
          </p:nvPr>
        </p:nvSpPr>
        <p:spPr/>
        <p:txBody>
          <a:bodyPr/>
          <a:lstStyle/>
          <a:p>
            <a:fld id="{B1EED777-179B-47B4-89B5-43884463E78F}" type="datetimeFigureOut">
              <a:rPr lang="en-IN" smtClean="0"/>
              <a:t>08-12-2020</a:t>
            </a:fld>
            <a:endParaRPr lang="en-IN"/>
          </a:p>
        </p:txBody>
      </p:sp>
      <p:sp>
        <p:nvSpPr>
          <p:cNvPr id="5" name="Footer Placeholder 4">
            <a:extLst>
              <a:ext uri="{FF2B5EF4-FFF2-40B4-BE49-F238E27FC236}">
                <a16:creationId xmlns:a16="http://schemas.microsoft.com/office/drawing/2014/main" id="{EF081555-83BB-4319-AA6A-5B0BA779669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7D9B10A-BDB5-4503-A870-2E72BA454EAA}"/>
              </a:ext>
            </a:extLst>
          </p:cNvPr>
          <p:cNvSpPr>
            <a:spLocks noGrp="1"/>
          </p:cNvSpPr>
          <p:nvPr>
            <p:ph type="sldNum" sz="quarter" idx="12"/>
          </p:nvPr>
        </p:nvSpPr>
        <p:spPr/>
        <p:txBody>
          <a:bodyPr/>
          <a:lstStyle/>
          <a:p>
            <a:fld id="{567E21EE-17CC-4834-ADD1-32797000299F}" type="slidenum">
              <a:rPr lang="en-IN" smtClean="0"/>
              <a:t>‹#›</a:t>
            </a:fld>
            <a:endParaRPr lang="en-IN"/>
          </a:p>
        </p:txBody>
      </p:sp>
    </p:spTree>
    <p:extLst>
      <p:ext uri="{BB962C8B-B14F-4D97-AF65-F5344CB8AC3E}">
        <p14:creationId xmlns:p14="http://schemas.microsoft.com/office/powerpoint/2010/main" val="16863943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D0510-92E4-4684-B966-082359C01EC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A64505A-3878-4CAA-8AB9-346FF4BABA1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293CE91-6C9F-4B97-BFB8-C72FF7802697}"/>
              </a:ext>
            </a:extLst>
          </p:cNvPr>
          <p:cNvSpPr>
            <a:spLocks noGrp="1"/>
          </p:cNvSpPr>
          <p:nvPr>
            <p:ph type="dt" sz="half" idx="10"/>
          </p:nvPr>
        </p:nvSpPr>
        <p:spPr/>
        <p:txBody>
          <a:bodyPr/>
          <a:lstStyle/>
          <a:p>
            <a:fld id="{B1EED777-179B-47B4-89B5-43884463E78F}" type="datetimeFigureOut">
              <a:rPr lang="en-IN" smtClean="0"/>
              <a:t>08-12-2020</a:t>
            </a:fld>
            <a:endParaRPr lang="en-IN"/>
          </a:p>
        </p:txBody>
      </p:sp>
      <p:sp>
        <p:nvSpPr>
          <p:cNvPr id="5" name="Footer Placeholder 4">
            <a:extLst>
              <a:ext uri="{FF2B5EF4-FFF2-40B4-BE49-F238E27FC236}">
                <a16:creationId xmlns:a16="http://schemas.microsoft.com/office/drawing/2014/main" id="{273C72D4-1EBB-4424-BF8D-8FE0691533A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4169827-F418-48F0-A237-687DD633E309}"/>
              </a:ext>
            </a:extLst>
          </p:cNvPr>
          <p:cNvSpPr>
            <a:spLocks noGrp="1"/>
          </p:cNvSpPr>
          <p:nvPr>
            <p:ph type="sldNum" sz="quarter" idx="12"/>
          </p:nvPr>
        </p:nvSpPr>
        <p:spPr/>
        <p:txBody>
          <a:bodyPr/>
          <a:lstStyle/>
          <a:p>
            <a:fld id="{567E21EE-17CC-4834-ADD1-32797000299F}" type="slidenum">
              <a:rPr lang="en-IN" smtClean="0"/>
              <a:t>‹#›</a:t>
            </a:fld>
            <a:endParaRPr lang="en-IN"/>
          </a:p>
        </p:txBody>
      </p:sp>
    </p:spTree>
    <p:extLst>
      <p:ext uri="{BB962C8B-B14F-4D97-AF65-F5344CB8AC3E}">
        <p14:creationId xmlns:p14="http://schemas.microsoft.com/office/powerpoint/2010/main" val="30547006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2D46F-E48B-4CD6-B716-0C6D549D3AC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A2D24DD-52A7-482F-89FD-BF32F002956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895D6D4-956F-4947-9760-D2BF789873C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42674D1-3E8E-4F09-82A1-B0FCC53CBE11}"/>
              </a:ext>
            </a:extLst>
          </p:cNvPr>
          <p:cNvSpPr>
            <a:spLocks noGrp="1"/>
          </p:cNvSpPr>
          <p:nvPr>
            <p:ph type="dt" sz="half" idx="10"/>
          </p:nvPr>
        </p:nvSpPr>
        <p:spPr/>
        <p:txBody>
          <a:bodyPr/>
          <a:lstStyle/>
          <a:p>
            <a:fld id="{B1EED777-179B-47B4-89B5-43884463E78F}" type="datetimeFigureOut">
              <a:rPr lang="en-IN" smtClean="0"/>
              <a:t>08-12-2020</a:t>
            </a:fld>
            <a:endParaRPr lang="en-IN"/>
          </a:p>
        </p:txBody>
      </p:sp>
      <p:sp>
        <p:nvSpPr>
          <p:cNvPr id="6" name="Footer Placeholder 5">
            <a:extLst>
              <a:ext uri="{FF2B5EF4-FFF2-40B4-BE49-F238E27FC236}">
                <a16:creationId xmlns:a16="http://schemas.microsoft.com/office/drawing/2014/main" id="{1E804584-4AA6-49D5-B41F-6C58D11AD45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E00545E-A78A-42EC-A7F9-369AD4E1FED4}"/>
              </a:ext>
            </a:extLst>
          </p:cNvPr>
          <p:cNvSpPr>
            <a:spLocks noGrp="1"/>
          </p:cNvSpPr>
          <p:nvPr>
            <p:ph type="sldNum" sz="quarter" idx="12"/>
          </p:nvPr>
        </p:nvSpPr>
        <p:spPr/>
        <p:txBody>
          <a:bodyPr/>
          <a:lstStyle/>
          <a:p>
            <a:fld id="{567E21EE-17CC-4834-ADD1-32797000299F}" type="slidenum">
              <a:rPr lang="en-IN" smtClean="0"/>
              <a:t>‹#›</a:t>
            </a:fld>
            <a:endParaRPr lang="en-IN"/>
          </a:p>
        </p:txBody>
      </p:sp>
    </p:spTree>
    <p:extLst>
      <p:ext uri="{BB962C8B-B14F-4D97-AF65-F5344CB8AC3E}">
        <p14:creationId xmlns:p14="http://schemas.microsoft.com/office/powerpoint/2010/main" val="32309752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26F41-A6ED-48C1-8C3B-D9D17DEB691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3065EA6-CEAC-4408-8A9B-194DBBE20D8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27C513E-C762-4DC4-BB42-39271E53DEE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C646DD3-B6EA-409A-88F7-7554635BEF3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2DE4109-5BA9-44C5-9A4C-28CDF64A09E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A4C9DA1-61F1-4EE5-B441-09F999AA9AC9}"/>
              </a:ext>
            </a:extLst>
          </p:cNvPr>
          <p:cNvSpPr>
            <a:spLocks noGrp="1"/>
          </p:cNvSpPr>
          <p:nvPr>
            <p:ph type="dt" sz="half" idx="10"/>
          </p:nvPr>
        </p:nvSpPr>
        <p:spPr/>
        <p:txBody>
          <a:bodyPr/>
          <a:lstStyle/>
          <a:p>
            <a:fld id="{B1EED777-179B-47B4-89B5-43884463E78F}" type="datetimeFigureOut">
              <a:rPr lang="en-IN" smtClean="0"/>
              <a:t>08-12-2020</a:t>
            </a:fld>
            <a:endParaRPr lang="en-IN"/>
          </a:p>
        </p:txBody>
      </p:sp>
      <p:sp>
        <p:nvSpPr>
          <p:cNvPr id="8" name="Footer Placeholder 7">
            <a:extLst>
              <a:ext uri="{FF2B5EF4-FFF2-40B4-BE49-F238E27FC236}">
                <a16:creationId xmlns:a16="http://schemas.microsoft.com/office/drawing/2014/main" id="{A70B4FE1-A658-4030-8168-15EF6B67505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93F5F94-2BDE-48C8-A5AE-E431D11AEE25}"/>
              </a:ext>
            </a:extLst>
          </p:cNvPr>
          <p:cNvSpPr>
            <a:spLocks noGrp="1"/>
          </p:cNvSpPr>
          <p:nvPr>
            <p:ph type="sldNum" sz="quarter" idx="12"/>
          </p:nvPr>
        </p:nvSpPr>
        <p:spPr/>
        <p:txBody>
          <a:bodyPr/>
          <a:lstStyle/>
          <a:p>
            <a:fld id="{567E21EE-17CC-4834-ADD1-32797000299F}" type="slidenum">
              <a:rPr lang="en-IN" smtClean="0"/>
              <a:t>‹#›</a:t>
            </a:fld>
            <a:endParaRPr lang="en-IN"/>
          </a:p>
        </p:txBody>
      </p:sp>
    </p:spTree>
    <p:extLst>
      <p:ext uri="{BB962C8B-B14F-4D97-AF65-F5344CB8AC3E}">
        <p14:creationId xmlns:p14="http://schemas.microsoft.com/office/powerpoint/2010/main" val="37374948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AB5AB9-CDB3-4E3F-B606-5E0C87D47BF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56FA115-7111-4B60-A5B9-43F059E6D46E}"/>
              </a:ext>
            </a:extLst>
          </p:cNvPr>
          <p:cNvSpPr>
            <a:spLocks noGrp="1"/>
          </p:cNvSpPr>
          <p:nvPr>
            <p:ph type="dt" sz="half" idx="10"/>
          </p:nvPr>
        </p:nvSpPr>
        <p:spPr/>
        <p:txBody>
          <a:bodyPr/>
          <a:lstStyle/>
          <a:p>
            <a:fld id="{B1EED777-179B-47B4-89B5-43884463E78F}" type="datetimeFigureOut">
              <a:rPr lang="en-IN" smtClean="0"/>
              <a:t>08-12-2020</a:t>
            </a:fld>
            <a:endParaRPr lang="en-IN"/>
          </a:p>
        </p:txBody>
      </p:sp>
      <p:sp>
        <p:nvSpPr>
          <p:cNvPr id="4" name="Footer Placeholder 3">
            <a:extLst>
              <a:ext uri="{FF2B5EF4-FFF2-40B4-BE49-F238E27FC236}">
                <a16:creationId xmlns:a16="http://schemas.microsoft.com/office/drawing/2014/main" id="{1DDB6188-B948-4C97-AA7B-EAF74095BF4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AEFD2D0-F1E5-432A-B47D-98DFE20B468F}"/>
              </a:ext>
            </a:extLst>
          </p:cNvPr>
          <p:cNvSpPr>
            <a:spLocks noGrp="1"/>
          </p:cNvSpPr>
          <p:nvPr>
            <p:ph type="sldNum" sz="quarter" idx="12"/>
          </p:nvPr>
        </p:nvSpPr>
        <p:spPr/>
        <p:txBody>
          <a:bodyPr/>
          <a:lstStyle/>
          <a:p>
            <a:fld id="{567E21EE-17CC-4834-ADD1-32797000299F}" type="slidenum">
              <a:rPr lang="en-IN" smtClean="0"/>
              <a:t>‹#›</a:t>
            </a:fld>
            <a:endParaRPr lang="en-IN"/>
          </a:p>
        </p:txBody>
      </p:sp>
    </p:spTree>
    <p:extLst>
      <p:ext uri="{BB962C8B-B14F-4D97-AF65-F5344CB8AC3E}">
        <p14:creationId xmlns:p14="http://schemas.microsoft.com/office/powerpoint/2010/main" val="19690295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07785E6-276A-4CF7-9866-6A9EA0BA150D}"/>
              </a:ext>
            </a:extLst>
          </p:cNvPr>
          <p:cNvSpPr>
            <a:spLocks noGrp="1"/>
          </p:cNvSpPr>
          <p:nvPr>
            <p:ph type="dt" sz="half" idx="10"/>
          </p:nvPr>
        </p:nvSpPr>
        <p:spPr/>
        <p:txBody>
          <a:bodyPr/>
          <a:lstStyle/>
          <a:p>
            <a:fld id="{B1EED777-179B-47B4-89B5-43884463E78F}" type="datetimeFigureOut">
              <a:rPr lang="en-IN" smtClean="0"/>
              <a:t>08-12-2020</a:t>
            </a:fld>
            <a:endParaRPr lang="en-IN"/>
          </a:p>
        </p:txBody>
      </p:sp>
      <p:sp>
        <p:nvSpPr>
          <p:cNvPr id="3" name="Footer Placeholder 2">
            <a:extLst>
              <a:ext uri="{FF2B5EF4-FFF2-40B4-BE49-F238E27FC236}">
                <a16:creationId xmlns:a16="http://schemas.microsoft.com/office/drawing/2014/main" id="{396BA2D4-9EBF-4D39-B5B9-93874E1ABE5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9DAD714-AB3D-4FEA-815C-DDB13917470D}"/>
              </a:ext>
            </a:extLst>
          </p:cNvPr>
          <p:cNvSpPr>
            <a:spLocks noGrp="1"/>
          </p:cNvSpPr>
          <p:nvPr>
            <p:ph type="sldNum" sz="quarter" idx="12"/>
          </p:nvPr>
        </p:nvSpPr>
        <p:spPr/>
        <p:txBody>
          <a:bodyPr/>
          <a:lstStyle/>
          <a:p>
            <a:fld id="{567E21EE-17CC-4834-ADD1-32797000299F}" type="slidenum">
              <a:rPr lang="en-IN" smtClean="0"/>
              <a:t>‹#›</a:t>
            </a:fld>
            <a:endParaRPr lang="en-IN"/>
          </a:p>
        </p:txBody>
      </p:sp>
    </p:spTree>
    <p:extLst>
      <p:ext uri="{BB962C8B-B14F-4D97-AF65-F5344CB8AC3E}">
        <p14:creationId xmlns:p14="http://schemas.microsoft.com/office/powerpoint/2010/main" val="28254356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4ECC30-3347-4CBC-BCA7-BDACB15F732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BF06A4D-F201-491D-B4AF-1B07E34D8AB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F0B59F5-5EEE-4979-B373-0CAA1D8FE9C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AEB0DC7-DE7C-4308-B69C-F7798EB45126}"/>
              </a:ext>
            </a:extLst>
          </p:cNvPr>
          <p:cNvSpPr>
            <a:spLocks noGrp="1"/>
          </p:cNvSpPr>
          <p:nvPr>
            <p:ph type="dt" sz="half" idx="10"/>
          </p:nvPr>
        </p:nvSpPr>
        <p:spPr/>
        <p:txBody>
          <a:bodyPr/>
          <a:lstStyle/>
          <a:p>
            <a:fld id="{B1EED777-179B-47B4-89B5-43884463E78F}" type="datetimeFigureOut">
              <a:rPr lang="en-IN" smtClean="0"/>
              <a:t>08-12-2020</a:t>
            </a:fld>
            <a:endParaRPr lang="en-IN"/>
          </a:p>
        </p:txBody>
      </p:sp>
      <p:sp>
        <p:nvSpPr>
          <p:cNvPr id="6" name="Footer Placeholder 5">
            <a:extLst>
              <a:ext uri="{FF2B5EF4-FFF2-40B4-BE49-F238E27FC236}">
                <a16:creationId xmlns:a16="http://schemas.microsoft.com/office/drawing/2014/main" id="{436F3BB3-33D9-4922-8941-44E11F23CA0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5B7D629-E868-4ACA-AD7C-DE90C59D3273}"/>
              </a:ext>
            </a:extLst>
          </p:cNvPr>
          <p:cNvSpPr>
            <a:spLocks noGrp="1"/>
          </p:cNvSpPr>
          <p:nvPr>
            <p:ph type="sldNum" sz="quarter" idx="12"/>
          </p:nvPr>
        </p:nvSpPr>
        <p:spPr/>
        <p:txBody>
          <a:bodyPr/>
          <a:lstStyle/>
          <a:p>
            <a:fld id="{567E21EE-17CC-4834-ADD1-32797000299F}" type="slidenum">
              <a:rPr lang="en-IN" smtClean="0"/>
              <a:t>‹#›</a:t>
            </a:fld>
            <a:endParaRPr lang="en-IN"/>
          </a:p>
        </p:txBody>
      </p:sp>
    </p:spTree>
    <p:extLst>
      <p:ext uri="{BB962C8B-B14F-4D97-AF65-F5344CB8AC3E}">
        <p14:creationId xmlns:p14="http://schemas.microsoft.com/office/powerpoint/2010/main" val="32577399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F2CD59-FF70-44BA-8F2F-F2960043139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EE621FF-9E5C-42FC-B0CF-6321A69808F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61C0EE9-406B-4100-916D-2E4F565D926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8AC6D38-9904-4CF7-B107-A490964E05D8}"/>
              </a:ext>
            </a:extLst>
          </p:cNvPr>
          <p:cNvSpPr>
            <a:spLocks noGrp="1"/>
          </p:cNvSpPr>
          <p:nvPr>
            <p:ph type="dt" sz="half" idx="10"/>
          </p:nvPr>
        </p:nvSpPr>
        <p:spPr/>
        <p:txBody>
          <a:bodyPr/>
          <a:lstStyle/>
          <a:p>
            <a:fld id="{B1EED777-179B-47B4-89B5-43884463E78F}" type="datetimeFigureOut">
              <a:rPr lang="en-IN" smtClean="0"/>
              <a:t>08-12-2020</a:t>
            </a:fld>
            <a:endParaRPr lang="en-IN"/>
          </a:p>
        </p:txBody>
      </p:sp>
      <p:sp>
        <p:nvSpPr>
          <p:cNvPr id="6" name="Footer Placeholder 5">
            <a:extLst>
              <a:ext uri="{FF2B5EF4-FFF2-40B4-BE49-F238E27FC236}">
                <a16:creationId xmlns:a16="http://schemas.microsoft.com/office/drawing/2014/main" id="{AD29B5E7-AAF1-4659-AAFC-EFE9CD4B0B7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E9FBE07-50F3-4F8F-B531-B210D7B170BB}"/>
              </a:ext>
            </a:extLst>
          </p:cNvPr>
          <p:cNvSpPr>
            <a:spLocks noGrp="1"/>
          </p:cNvSpPr>
          <p:nvPr>
            <p:ph type="sldNum" sz="quarter" idx="12"/>
          </p:nvPr>
        </p:nvSpPr>
        <p:spPr/>
        <p:txBody>
          <a:bodyPr/>
          <a:lstStyle/>
          <a:p>
            <a:fld id="{567E21EE-17CC-4834-ADD1-32797000299F}" type="slidenum">
              <a:rPr lang="en-IN" smtClean="0"/>
              <a:t>‹#›</a:t>
            </a:fld>
            <a:endParaRPr lang="en-IN"/>
          </a:p>
        </p:txBody>
      </p:sp>
    </p:spTree>
    <p:extLst>
      <p:ext uri="{BB962C8B-B14F-4D97-AF65-F5344CB8AC3E}">
        <p14:creationId xmlns:p14="http://schemas.microsoft.com/office/powerpoint/2010/main" val="28934727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3F2F24-07D3-406A-BC00-7884A0ADF9C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484D9FD-2295-4D91-B44A-FED97B44526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E75DEB3-BD97-410F-81B6-64FA8F4524A2}"/>
              </a:ext>
            </a:extLst>
          </p:cNvPr>
          <p:cNvSpPr>
            <a:spLocks noGrp="1"/>
          </p:cNvSpPr>
          <p:nvPr>
            <p:ph type="dt" sz="half" idx="10"/>
          </p:nvPr>
        </p:nvSpPr>
        <p:spPr/>
        <p:txBody>
          <a:bodyPr/>
          <a:lstStyle/>
          <a:p>
            <a:fld id="{B1EED777-179B-47B4-89B5-43884463E78F}" type="datetimeFigureOut">
              <a:rPr lang="en-IN" smtClean="0"/>
              <a:t>08-12-2020</a:t>
            </a:fld>
            <a:endParaRPr lang="en-IN"/>
          </a:p>
        </p:txBody>
      </p:sp>
      <p:sp>
        <p:nvSpPr>
          <p:cNvPr id="5" name="Footer Placeholder 4">
            <a:extLst>
              <a:ext uri="{FF2B5EF4-FFF2-40B4-BE49-F238E27FC236}">
                <a16:creationId xmlns:a16="http://schemas.microsoft.com/office/drawing/2014/main" id="{FCC95C8D-9402-411F-B7C8-1BB681B03FF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D54FA15-82A8-45FC-B953-CC2C21F2577E}"/>
              </a:ext>
            </a:extLst>
          </p:cNvPr>
          <p:cNvSpPr>
            <a:spLocks noGrp="1"/>
          </p:cNvSpPr>
          <p:nvPr>
            <p:ph type="sldNum" sz="quarter" idx="12"/>
          </p:nvPr>
        </p:nvSpPr>
        <p:spPr/>
        <p:txBody>
          <a:bodyPr/>
          <a:lstStyle/>
          <a:p>
            <a:fld id="{567E21EE-17CC-4834-ADD1-32797000299F}" type="slidenum">
              <a:rPr lang="en-IN" smtClean="0"/>
              <a:t>‹#›</a:t>
            </a:fld>
            <a:endParaRPr lang="en-IN"/>
          </a:p>
        </p:txBody>
      </p:sp>
    </p:spTree>
    <p:extLst>
      <p:ext uri="{BB962C8B-B14F-4D97-AF65-F5344CB8AC3E}">
        <p14:creationId xmlns:p14="http://schemas.microsoft.com/office/powerpoint/2010/main" val="23504665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CA41AC9-1D93-4DBD-B112-89592EFA82C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59E7E1A-05FA-40CE-8AFD-8E287887B91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11241AE-3983-40E2-870B-29BC6A39B524}"/>
              </a:ext>
            </a:extLst>
          </p:cNvPr>
          <p:cNvSpPr>
            <a:spLocks noGrp="1"/>
          </p:cNvSpPr>
          <p:nvPr>
            <p:ph type="dt" sz="half" idx="10"/>
          </p:nvPr>
        </p:nvSpPr>
        <p:spPr/>
        <p:txBody>
          <a:bodyPr/>
          <a:lstStyle/>
          <a:p>
            <a:fld id="{B1EED777-179B-47B4-89B5-43884463E78F}" type="datetimeFigureOut">
              <a:rPr lang="en-IN" smtClean="0"/>
              <a:t>08-12-2020</a:t>
            </a:fld>
            <a:endParaRPr lang="en-IN"/>
          </a:p>
        </p:txBody>
      </p:sp>
      <p:sp>
        <p:nvSpPr>
          <p:cNvPr id="5" name="Footer Placeholder 4">
            <a:extLst>
              <a:ext uri="{FF2B5EF4-FFF2-40B4-BE49-F238E27FC236}">
                <a16:creationId xmlns:a16="http://schemas.microsoft.com/office/drawing/2014/main" id="{C0230C94-6A50-4631-B01D-38D19ADB0BB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BD151BC-0FAE-44A0-964E-24B4E5B3A7CD}"/>
              </a:ext>
            </a:extLst>
          </p:cNvPr>
          <p:cNvSpPr>
            <a:spLocks noGrp="1"/>
          </p:cNvSpPr>
          <p:nvPr>
            <p:ph type="sldNum" sz="quarter" idx="12"/>
          </p:nvPr>
        </p:nvSpPr>
        <p:spPr/>
        <p:txBody>
          <a:bodyPr/>
          <a:lstStyle/>
          <a:p>
            <a:fld id="{567E21EE-17CC-4834-ADD1-32797000299F}" type="slidenum">
              <a:rPr lang="en-IN" smtClean="0"/>
              <a:t>‹#›</a:t>
            </a:fld>
            <a:endParaRPr lang="en-IN"/>
          </a:p>
        </p:txBody>
      </p:sp>
    </p:spTree>
    <p:extLst>
      <p:ext uri="{BB962C8B-B14F-4D97-AF65-F5344CB8AC3E}">
        <p14:creationId xmlns:p14="http://schemas.microsoft.com/office/powerpoint/2010/main" val="16359107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2F689EB-1464-40A4-BE2D-C78967CC241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0A3148C-53BE-4744-8307-6C45106DF27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10762B0-F067-4089-AF7F-3949D403F96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1EED777-179B-47B4-89B5-43884463E78F}" type="datetimeFigureOut">
              <a:rPr lang="en-IN" smtClean="0"/>
              <a:t>08-12-2020</a:t>
            </a:fld>
            <a:endParaRPr lang="en-IN"/>
          </a:p>
        </p:txBody>
      </p:sp>
      <p:sp>
        <p:nvSpPr>
          <p:cNvPr id="5" name="Footer Placeholder 4">
            <a:extLst>
              <a:ext uri="{FF2B5EF4-FFF2-40B4-BE49-F238E27FC236}">
                <a16:creationId xmlns:a16="http://schemas.microsoft.com/office/drawing/2014/main" id="{6AEE6463-78CB-42C5-B39E-B3A30763D46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DC599277-D454-4C1A-9C3C-BB62D91DBEE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7E21EE-17CC-4834-ADD1-32797000299F}" type="slidenum">
              <a:rPr lang="en-IN" smtClean="0"/>
              <a:t>‹#›</a:t>
            </a:fld>
            <a:endParaRPr lang="en-IN"/>
          </a:p>
        </p:txBody>
      </p:sp>
    </p:spTree>
    <p:extLst>
      <p:ext uri="{BB962C8B-B14F-4D97-AF65-F5344CB8AC3E}">
        <p14:creationId xmlns:p14="http://schemas.microsoft.com/office/powerpoint/2010/main" val="41935432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09800" y="3515099"/>
            <a:ext cx="7772400" cy="1676400"/>
          </a:xfrm>
        </p:spPr>
        <p:txBody>
          <a:bodyPr>
            <a:normAutofit fontScale="90000"/>
          </a:bodyPr>
          <a:lstStyle/>
          <a:p>
            <a:pPr algn="ctr"/>
            <a:r>
              <a:rPr lang="en-US" b="1" u="none" dirty="0"/>
              <a:t>COMPUTER NETWORKS</a:t>
            </a:r>
            <a:br>
              <a:rPr lang="en-US" b="1" u="none" dirty="0"/>
            </a:br>
            <a:r>
              <a:rPr lang="en-US" b="1" u="none" dirty="0"/>
              <a:t>(</a:t>
            </a:r>
            <a:r>
              <a:rPr lang="en-US" b="1" dirty="0"/>
              <a:t>BCSC 0008)</a:t>
            </a:r>
            <a:br>
              <a:rPr lang="en-US" b="1" dirty="0"/>
            </a:br>
            <a:r>
              <a:rPr lang="en-US" b="1" dirty="0"/>
              <a:t>SMTP</a:t>
            </a:r>
            <a:endParaRPr lang="en-US" b="1" u="none" dirty="0"/>
          </a:p>
        </p:txBody>
      </p:sp>
      <p:pic>
        <p:nvPicPr>
          <p:cNvPr id="8" name="Picture 2"/>
          <p:cNvPicPr>
            <a:picLocks noChangeAspect="1" noChangeArrowheads="1"/>
          </p:cNvPicPr>
          <p:nvPr/>
        </p:nvPicPr>
        <p:blipFill>
          <a:blip r:embed="rId2" cstate="print"/>
          <a:srcRect/>
          <a:stretch>
            <a:fillRect/>
          </a:stretch>
        </p:blipFill>
        <p:spPr bwMode="auto">
          <a:xfrm>
            <a:off x="5063029" y="367749"/>
            <a:ext cx="2065942" cy="2152827"/>
          </a:xfrm>
          <a:prstGeom prst="rect">
            <a:avLst/>
          </a:prstGeom>
          <a:noFill/>
          <a:ln w="9525">
            <a:noFill/>
            <a:miter lim="800000"/>
            <a:headEnd/>
            <a:tailEnd/>
          </a:ln>
        </p:spPr>
      </p:pic>
      <p:sp>
        <p:nvSpPr>
          <p:cNvPr id="10" name="Footer Placeholder 5"/>
          <p:cNvSpPr txBox="1">
            <a:spLocks/>
          </p:cNvSpPr>
          <p:nvPr/>
        </p:nvSpPr>
        <p:spPr>
          <a:xfrm>
            <a:off x="2705100" y="5191499"/>
            <a:ext cx="6781800" cy="365125"/>
          </a:xfrm>
          <a:prstGeom prst="rect">
            <a:avLst/>
          </a:prstGeom>
        </p:spPr>
        <p:txBody>
          <a:bodyPr vert="horz" lIns="91440" tIns="45720" rIns="91440" bIns="45720" rtlCol="0" anchor="ctr"/>
          <a:lstStyle/>
          <a:p>
            <a:pPr algn="ctr">
              <a:defRPr/>
            </a:pPr>
            <a:r>
              <a:rPr lang="en-US" sz="1200" b="1" dirty="0">
                <a:latin typeface="Times New Roman"/>
                <a:ea typeface="Calibri"/>
                <a:cs typeface="Times New Roman"/>
              </a:rPr>
              <a:t>Copyright content, use only with the written permission of presenter mentioned</a:t>
            </a:r>
            <a:endParaRPr lang="en-US" altLang="zh-TW" sz="1200" dirty="0">
              <a:latin typeface="Times New Roman"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br>
              <a:rPr lang="en-US" dirty="0"/>
            </a:br>
            <a:r>
              <a:rPr lang="en-US" b="1" dirty="0"/>
              <a:t>Text and Reference Books</a:t>
            </a:r>
            <a:br>
              <a:rPr lang="en-US" dirty="0"/>
            </a:br>
            <a:endParaRPr lang="en-US" dirty="0"/>
          </a:p>
        </p:txBody>
      </p:sp>
      <p:sp>
        <p:nvSpPr>
          <p:cNvPr id="3" name="Content Placeholder 2"/>
          <p:cNvSpPr>
            <a:spLocks noGrp="1"/>
          </p:cNvSpPr>
          <p:nvPr>
            <p:ph idx="1"/>
          </p:nvPr>
        </p:nvSpPr>
        <p:spPr/>
        <p:txBody>
          <a:bodyPr>
            <a:normAutofit lnSpcReduction="10000"/>
          </a:bodyPr>
          <a:lstStyle/>
          <a:p>
            <a:pPr algn="just">
              <a:buNone/>
            </a:pPr>
            <a:r>
              <a:rPr lang="en-US" sz="2400" dirty="0">
                <a:solidFill>
                  <a:srgbClr val="FF0000"/>
                </a:solidFill>
              </a:rPr>
              <a:t>Text Books:</a:t>
            </a:r>
          </a:p>
          <a:p>
            <a:pPr marL="457200" indent="-457200" algn="just">
              <a:buFont typeface="+mj-lt"/>
              <a:buAutoNum type="arabicPeriod"/>
            </a:pPr>
            <a:r>
              <a:rPr lang="en-US" dirty="0"/>
              <a:t>Fourouzan B. A. (2004), “Data Communication and Networking”, 4th Edition, McGraw-Hill.</a:t>
            </a:r>
          </a:p>
          <a:p>
            <a:pPr algn="just"/>
            <a:endParaRPr lang="en-US" sz="2400" dirty="0"/>
          </a:p>
          <a:p>
            <a:pPr algn="just">
              <a:buNone/>
            </a:pPr>
            <a:r>
              <a:rPr lang="en-US" sz="2400" dirty="0">
                <a:solidFill>
                  <a:srgbClr val="FF0000"/>
                </a:solidFill>
              </a:rPr>
              <a:t>References:</a:t>
            </a:r>
          </a:p>
          <a:p>
            <a:pPr marL="457200" indent="-457200" algn="just">
              <a:buFont typeface="+mj-lt"/>
              <a:buAutoNum type="arabicPeriod"/>
            </a:pPr>
            <a:r>
              <a:rPr lang="en-US" dirty="0"/>
              <a:t>Kurose, J. F. and Ross K. W. (2005), “Computer Networking: A Top-Down Approach Featuring the Internet”, 3rd Edition, Addison-Wesley.</a:t>
            </a:r>
          </a:p>
          <a:p>
            <a:pPr marL="457200" indent="-457200" algn="just">
              <a:buFont typeface="+mj-lt"/>
              <a:buAutoNum type="arabicPeriod"/>
            </a:pPr>
            <a:r>
              <a:rPr lang="en-US" dirty="0"/>
              <a:t>A. S. Tanenbaum (2006), “Computer Networks”, 2nd Edition, Prentice Hall India.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 name="Footer Placeholder 1">
            <a:extLst>
              <a:ext uri="{FF2B5EF4-FFF2-40B4-BE49-F238E27FC236}">
                <a16:creationId xmlns:a16="http://schemas.microsoft.com/office/drawing/2014/main" id="{09AC9DA9-C00D-4CEF-BDAD-CF4C791B5130}"/>
              </a:ext>
            </a:extLst>
          </p:cNvPr>
          <p:cNvSpPr>
            <a:spLocks noGrp="1"/>
          </p:cNvSpPr>
          <p:nvPr>
            <p:ph type="ftr" sz="quarter" idx="10"/>
          </p:nvPr>
        </p:nvSpPr>
        <p:spPr/>
        <p:txBody>
          <a:bodyPr/>
          <a:lstStyle/>
          <a:p>
            <a:r>
              <a:rPr lang="en-US" altLang="en-US"/>
              <a:t>TCP/IP Protocol Suite</a:t>
            </a:r>
          </a:p>
        </p:txBody>
      </p:sp>
      <p:sp>
        <p:nvSpPr>
          <p:cNvPr id="11" name="Slide Number Placeholder 2">
            <a:extLst>
              <a:ext uri="{FF2B5EF4-FFF2-40B4-BE49-F238E27FC236}">
                <a16:creationId xmlns:a16="http://schemas.microsoft.com/office/drawing/2014/main" id="{E5C29370-30F7-4C0E-892E-EAC64823CF7C}"/>
              </a:ext>
            </a:extLst>
          </p:cNvPr>
          <p:cNvSpPr>
            <a:spLocks noGrp="1"/>
          </p:cNvSpPr>
          <p:nvPr>
            <p:ph type="sldNum" sz="quarter" idx="11"/>
          </p:nvPr>
        </p:nvSpPr>
        <p:spPr/>
        <p:txBody>
          <a:bodyPr/>
          <a:lstStyle/>
          <a:p>
            <a:fld id="{510AD442-8AD4-41C6-99D8-461AE00E433C}" type="slidenum">
              <a:rPr lang="en-US" altLang="en-US"/>
              <a:pPr/>
              <a:t>3</a:t>
            </a:fld>
            <a:endParaRPr lang="en-US" altLang="en-US"/>
          </a:p>
        </p:txBody>
      </p:sp>
      <p:grpSp>
        <p:nvGrpSpPr>
          <p:cNvPr id="450562" name="Group 2">
            <a:extLst>
              <a:ext uri="{FF2B5EF4-FFF2-40B4-BE49-F238E27FC236}">
                <a16:creationId xmlns:a16="http://schemas.microsoft.com/office/drawing/2014/main" id="{7C318D10-9197-476A-9130-EA1DDAA41A69}"/>
              </a:ext>
            </a:extLst>
          </p:cNvPr>
          <p:cNvGrpSpPr>
            <a:grpSpLocks/>
          </p:cNvGrpSpPr>
          <p:nvPr/>
        </p:nvGrpSpPr>
        <p:grpSpPr bwMode="auto">
          <a:xfrm>
            <a:off x="1524000" y="0"/>
            <a:ext cx="8686800" cy="6400800"/>
            <a:chOff x="0" y="96"/>
            <a:chExt cx="5472" cy="3840"/>
          </a:xfrm>
        </p:grpSpPr>
        <p:sp>
          <p:nvSpPr>
            <p:cNvPr id="450563" name="AutoShape 3">
              <a:extLst>
                <a:ext uri="{FF2B5EF4-FFF2-40B4-BE49-F238E27FC236}">
                  <a16:creationId xmlns:a16="http://schemas.microsoft.com/office/drawing/2014/main" id="{00FB3F2F-04EA-4213-B5E6-5F0D80E20E7F}"/>
                </a:ext>
              </a:extLst>
            </p:cNvPr>
            <p:cNvSpPr>
              <a:spLocks noChangeArrowheads="1"/>
            </p:cNvSpPr>
            <p:nvPr/>
          </p:nvSpPr>
          <p:spPr bwMode="auto">
            <a:xfrm>
              <a:off x="240" y="336"/>
              <a:ext cx="5232" cy="3600"/>
            </a:xfrm>
            <a:prstGeom prst="roundRect">
              <a:avLst>
                <a:gd name="adj" fmla="val 13727"/>
              </a:avLst>
            </a:prstGeom>
            <a:noFill/>
            <a:ln w="50800">
              <a:solidFill>
                <a:schemeClr val="bg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altLang="en-US" sz="2400">
                <a:latin typeface="Times New Roman" panose="02020603050405020304" pitchFamily="18" charset="0"/>
              </a:endParaRPr>
            </a:p>
          </p:txBody>
        </p:sp>
        <p:sp>
          <p:nvSpPr>
            <p:cNvPr id="450564" name="AutoShape 4">
              <a:extLst>
                <a:ext uri="{FF2B5EF4-FFF2-40B4-BE49-F238E27FC236}">
                  <a16:creationId xmlns:a16="http://schemas.microsoft.com/office/drawing/2014/main" id="{B2B53BFB-79EF-4CA0-9C61-F47A3B154888}"/>
                </a:ext>
              </a:extLst>
            </p:cNvPr>
            <p:cNvSpPr>
              <a:spLocks noChangeArrowheads="1"/>
            </p:cNvSpPr>
            <p:nvPr/>
          </p:nvSpPr>
          <p:spPr bwMode="blackWhite">
            <a:xfrm>
              <a:off x="0" y="96"/>
              <a:ext cx="5376" cy="768"/>
            </a:xfrm>
            <a:custGeom>
              <a:avLst/>
              <a:gdLst>
                <a:gd name="G0" fmla="+- 1000 0 0"/>
                <a:gd name="G1" fmla="+- 1000 0 0"/>
                <a:gd name="G2" fmla="+- G0 0 G1"/>
                <a:gd name="G3" fmla="*/ G1 1 2"/>
                <a:gd name="G4" fmla="+- G0 0 G3"/>
                <a:gd name="T0" fmla="*/ 0 w 1000"/>
                <a:gd name="T1" fmla="*/ 0 h 1000"/>
                <a:gd name="T2" fmla="*/ 6170 w 1000"/>
                <a:gd name="T3" fmla="*/ 0 h 1000"/>
                <a:gd name="T4" fmla="*/ 6670 w 1000"/>
                <a:gd name="T5" fmla="*/ 500 h 1000"/>
                <a:gd name="T6" fmla="*/ 6170 w 1000"/>
                <a:gd name="T7" fmla="*/ 999 h 1000"/>
                <a:gd name="T8" fmla="*/ 0 w 1000"/>
                <a:gd name="T9" fmla="*/ 1000 h 1000"/>
                <a:gd name="T10" fmla="*/ 0 w 1000"/>
                <a:gd name="T11" fmla="*/ 0 h 1000"/>
                <a:gd name="T12" fmla="*/ G4 w 1000"/>
                <a:gd name="T13" fmla="*/ G1 h 1000"/>
              </a:gdLst>
              <a:ahLst/>
              <a:cxnLst>
                <a:cxn ang="0">
                  <a:pos x="T0" y="T1"/>
                </a:cxn>
                <a:cxn ang="0">
                  <a:pos x="T2" y="T3"/>
                </a:cxn>
                <a:cxn ang="0">
                  <a:pos x="T4" y="T5"/>
                </a:cxn>
                <a:cxn ang="0">
                  <a:pos x="T6" y="T7"/>
                </a:cxn>
                <a:cxn ang="0">
                  <a:pos x="T8" y="T9"/>
                </a:cxn>
              </a:cxnLst>
              <a:rect l="T10" t="T11" r="T12" b="T13"/>
              <a:pathLst>
                <a:path w="7000" h="1000">
                  <a:moveTo>
                    <a:pt x="0" y="0"/>
                  </a:moveTo>
                  <a:lnTo>
                    <a:pt x="6170" y="0"/>
                  </a:lnTo>
                  <a:cubicBezTo>
                    <a:pt x="6446" y="0"/>
                    <a:pt x="6670" y="223"/>
                    <a:pt x="6670" y="500"/>
                  </a:cubicBezTo>
                  <a:cubicBezTo>
                    <a:pt x="6670" y="776"/>
                    <a:pt x="6446" y="999"/>
                    <a:pt x="6170" y="999"/>
                  </a:cubicBezTo>
                  <a:lnTo>
                    <a:pt x="0" y="1000"/>
                  </a:lnTo>
                  <a:close/>
                </a:path>
              </a:pathLst>
            </a:cu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z="2400">
                <a:latin typeface="Times New Roman" panose="02020603050405020304" pitchFamily="18" charset="0"/>
              </a:endParaRPr>
            </a:p>
          </p:txBody>
        </p:sp>
        <p:sp>
          <p:nvSpPr>
            <p:cNvPr id="450565" name="Line 5">
              <a:extLst>
                <a:ext uri="{FF2B5EF4-FFF2-40B4-BE49-F238E27FC236}">
                  <a16:creationId xmlns:a16="http://schemas.microsoft.com/office/drawing/2014/main" id="{59C79875-8E61-4FC9-858C-1CD506E5938B}"/>
                </a:ext>
              </a:extLst>
            </p:cNvPr>
            <p:cNvSpPr>
              <a:spLocks noChangeShapeType="1"/>
            </p:cNvSpPr>
            <p:nvPr/>
          </p:nvSpPr>
          <p:spPr bwMode="auto">
            <a:xfrm>
              <a:off x="0" y="768"/>
              <a:ext cx="5088" cy="0"/>
            </a:xfrm>
            <a:prstGeom prst="line">
              <a:avLst/>
            </a:prstGeom>
            <a:noFill/>
            <a:ln w="381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sp>
        <p:nvSpPr>
          <p:cNvPr id="450566" name="Text Box 6">
            <a:extLst>
              <a:ext uri="{FF2B5EF4-FFF2-40B4-BE49-F238E27FC236}">
                <a16:creationId xmlns:a16="http://schemas.microsoft.com/office/drawing/2014/main" id="{0A609769-5B06-4597-AC9C-EDC269FD1705}"/>
              </a:ext>
            </a:extLst>
          </p:cNvPr>
          <p:cNvSpPr txBox="1">
            <a:spLocks noChangeArrowheads="1"/>
          </p:cNvSpPr>
          <p:nvPr/>
        </p:nvSpPr>
        <p:spPr bwMode="auto">
          <a:xfrm>
            <a:off x="1752600" y="354013"/>
            <a:ext cx="50609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600">
                <a:solidFill>
                  <a:schemeClr val="bg1"/>
                </a:solidFill>
                <a:latin typeface="Arial" panose="020B0604020202020204" pitchFamily="34" charset="0"/>
              </a:rPr>
              <a:t>20.1   ARCHITECTURE</a:t>
            </a:r>
          </a:p>
        </p:txBody>
      </p:sp>
      <p:sp>
        <p:nvSpPr>
          <p:cNvPr id="450568" name="Rectangle 8">
            <a:extLst>
              <a:ext uri="{FF2B5EF4-FFF2-40B4-BE49-F238E27FC236}">
                <a16:creationId xmlns:a16="http://schemas.microsoft.com/office/drawing/2014/main" id="{F90C4FA8-974D-4E38-8222-A9004902F080}"/>
              </a:ext>
            </a:extLst>
          </p:cNvPr>
          <p:cNvSpPr>
            <a:spLocks noChangeArrowheads="1"/>
          </p:cNvSpPr>
          <p:nvPr/>
        </p:nvSpPr>
        <p:spPr bwMode="auto">
          <a:xfrm>
            <a:off x="2057400" y="1371601"/>
            <a:ext cx="784860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en-US" sz="2000" i="1">
                <a:effectLst>
                  <a:outerShdw blurRad="38100" dist="38100" dir="2700000" algn="tl">
                    <a:srgbClr val="C0C0C0"/>
                  </a:outerShdw>
                </a:effectLst>
                <a:latin typeface="Times New Roman" panose="02020603050405020304" pitchFamily="18" charset="0"/>
              </a:rPr>
              <a:t>To explain the architecture of email, we give four scenarios. We begin with the simplest situation and add complexity as we proceed. The fourth scenario is the most common in the exchange of email.</a:t>
            </a:r>
          </a:p>
        </p:txBody>
      </p:sp>
      <p:sp>
        <p:nvSpPr>
          <p:cNvPr id="450569" name="Rectangle 9">
            <a:extLst>
              <a:ext uri="{FF2B5EF4-FFF2-40B4-BE49-F238E27FC236}">
                <a16:creationId xmlns:a16="http://schemas.microsoft.com/office/drawing/2014/main" id="{0500AED8-498B-42CE-8B6B-83CA5AA7C717}"/>
              </a:ext>
            </a:extLst>
          </p:cNvPr>
          <p:cNvSpPr>
            <a:spLocks noChangeArrowheads="1"/>
          </p:cNvSpPr>
          <p:nvPr/>
        </p:nvSpPr>
        <p:spPr bwMode="auto">
          <a:xfrm>
            <a:off x="2209800" y="3870326"/>
            <a:ext cx="7848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000" i="1">
                <a:solidFill>
                  <a:schemeClr val="hlink"/>
                </a:solidFill>
                <a:effectLst>
                  <a:outerShdw blurRad="38100" dist="38100" dir="2700000" algn="tl">
                    <a:srgbClr val="C0C0C0"/>
                  </a:outerShdw>
                </a:effectLst>
                <a:latin typeface="Times New Roman" panose="02020603050405020304" pitchFamily="18" charset="0"/>
              </a:rPr>
              <a:t>The topics discussed in this section include:</a:t>
            </a:r>
          </a:p>
        </p:txBody>
      </p:sp>
      <p:sp>
        <p:nvSpPr>
          <p:cNvPr id="450570" name="Rectangle 10">
            <a:extLst>
              <a:ext uri="{FF2B5EF4-FFF2-40B4-BE49-F238E27FC236}">
                <a16:creationId xmlns:a16="http://schemas.microsoft.com/office/drawing/2014/main" id="{09E8AE89-B6A1-4350-92FB-DD274D41CD23}"/>
              </a:ext>
            </a:extLst>
          </p:cNvPr>
          <p:cNvSpPr>
            <a:spLocks noChangeArrowheads="1"/>
          </p:cNvSpPr>
          <p:nvPr/>
        </p:nvSpPr>
        <p:spPr bwMode="auto">
          <a:xfrm>
            <a:off x="2209800" y="4403726"/>
            <a:ext cx="7315200" cy="1311275"/>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76200">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000" i="1">
                <a:effectLst>
                  <a:outerShdw blurRad="38100" dist="38100" dir="2700000" algn="tl">
                    <a:srgbClr val="C0C0C0"/>
                  </a:outerShdw>
                </a:effectLst>
                <a:latin typeface="Times New Roman" panose="02020603050405020304" pitchFamily="18" charset="0"/>
              </a:rPr>
              <a:t>First Scenario </a:t>
            </a:r>
          </a:p>
          <a:p>
            <a:r>
              <a:rPr lang="en-US" altLang="en-US" sz="2000" i="1">
                <a:effectLst>
                  <a:outerShdw blurRad="38100" dist="38100" dir="2700000" algn="tl">
                    <a:srgbClr val="C0C0C0"/>
                  </a:outerShdw>
                </a:effectLst>
                <a:latin typeface="Times New Roman" panose="02020603050405020304" pitchFamily="18" charset="0"/>
              </a:rPr>
              <a:t>Second Scenario </a:t>
            </a:r>
          </a:p>
          <a:p>
            <a:r>
              <a:rPr lang="en-US" altLang="en-US" sz="2000" i="1">
                <a:effectLst>
                  <a:outerShdw blurRad="38100" dist="38100" dir="2700000" algn="tl">
                    <a:srgbClr val="C0C0C0"/>
                  </a:outerShdw>
                </a:effectLst>
                <a:latin typeface="Times New Roman" panose="02020603050405020304" pitchFamily="18" charset="0"/>
              </a:rPr>
              <a:t>Third Scenario </a:t>
            </a:r>
          </a:p>
          <a:p>
            <a:r>
              <a:rPr lang="en-US" altLang="en-US" sz="2000" i="1">
                <a:effectLst>
                  <a:outerShdw blurRad="38100" dist="38100" dir="2700000" algn="tl">
                    <a:srgbClr val="C0C0C0"/>
                  </a:outerShdw>
                </a:effectLst>
                <a:latin typeface="Times New Roman" panose="02020603050405020304" pitchFamily="18" charset="0"/>
              </a:rPr>
              <a:t>Fourth Scenario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ooter Placeholder 1">
            <a:extLst>
              <a:ext uri="{FF2B5EF4-FFF2-40B4-BE49-F238E27FC236}">
                <a16:creationId xmlns:a16="http://schemas.microsoft.com/office/drawing/2014/main" id="{4F5B1085-3CC7-4BEF-B6BB-A9008D299305}"/>
              </a:ext>
            </a:extLst>
          </p:cNvPr>
          <p:cNvSpPr>
            <a:spLocks noGrp="1"/>
          </p:cNvSpPr>
          <p:nvPr>
            <p:ph type="ftr" sz="quarter" idx="10"/>
          </p:nvPr>
        </p:nvSpPr>
        <p:spPr/>
        <p:txBody>
          <a:bodyPr/>
          <a:lstStyle/>
          <a:p>
            <a:r>
              <a:rPr lang="en-US" altLang="en-US"/>
              <a:t>TCP/IP Protocol Suite</a:t>
            </a:r>
          </a:p>
        </p:txBody>
      </p:sp>
      <p:sp>
        <p:nvSpPr>
          <p:cNvPr id="12" name="Slide Number Placeholder 2">
            <a:extLst>
              <a:ext uri="{FF2B5EF4-FFF2-40B4-BE49-F238E27FC236}">
                <a16:creationId xmlns:a16="http://schemas.microsoft.com/office/drawing/2014/main" id="{3FD5C8DC-4CAC-4CFC-A79B-5BC99540B920}"/>
              </a:ext>
            </a:extLst>
          </p:cNvPr>
          <p:cNvSpPr>
            <a:spLocks noGrp="1"/>
          </p:cNvSpPr>
          <p:nvPr>
            <p:ph type="sldNum" sz="quarter" idx="11"/>
          </p:nvPr>
        </p:nvSpPr>
        <p:spPr/>
        <p:txBody>
          <a:bodyPr/>
          <a:lstStyle/>
          <a:p>
            <a:fld id="{E8F96629-AB41-40E3-9BA5-28AEEB368BF5}" type="slidenum">
              <a:rPr lang="en-US" altLang="en-US"/>
              <a:pPr/>
              <a:t>4</a:t>
            </a:fld>
            <a:endParaRPr lang="en-US" altLang="en-US"/>
          </a:p>
        </p:txBody>
      </p:sp>
      <p:sp>
        <p:nvSpPr>
          <p:cNvPr id="478210" name="Text Box 2">
            <a:extLst>
              <a:ext uri="{FF2B5EF4-FFF2-40B4-BE49-F238E27FC236}">
                <a16:creationId xmlns:a16="http://schemas.microsoft.com/office/drawing/2014/main" id="{E0CF1DB6-B916-4ED6-844C-A60759A75F44}"/>
              </a:ext>
            </a:extLst>
          </p:cNvPr>
          <p:cNvSpPr txBox="1">
            <a:spLocks noChangeArrowheads="1"/>
          </p:cNvSpPr>
          <p:nvPr/>
        </p:nvSpPr>
        <p:spPr bwMode="auto">
          <a:xfrm>
            <a:off x="2514600" y="90488"/>
            <a:ext cx="57150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solidFill>
                  <a:srgbClr val="0000FF"/>
                </a:solidFill>
                <a:latin typeface="Times New Roman" panose="02020603050405020304" pitchFamily="18" charset="0"/>
              </a:rPr>
              <a:t>Figure 20.1</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First scenario</a:t>
            </a:r>
          </a:p>
        </p:txBody>
      </p:sp>
      <p:sp>
        <p:nvSpPr>
          <p:cNvPr id="478211" name="Rectangle 3">
            <a:extLst>
              <a:ext uri="{FF2B5EF4-FFF2-40B4-BE49-F238E27FC236}">
                <a16:creationId xmlns:a16="http://schemas.microsoft.com/office/drawing/2014/main" id="{384C618D-1495-41DB-854A-37EC895231AD}"/>
              </a:ext>
            </a:extLst>
          </p:cNvPr>
          <p:cNvSpPr>
            <a:spLocks noChangeArrowheads="1"/>
          </p:cNvSpPr>
          <p:nvPr/>
        </p:nvSpPr>
        <p:spPr bwMode="ltGray">
          <a:xfrm>
            <a:off x="1890713" y="107951"/>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78212" name="Rectangle 4">
            <a:extLst>
              <a:ext uri="{FF2B5EF4-FFF2-40B4-BE49-F238E27FC236}">
                <a16:creationId xmlns:a16="http://schemas.microsoft.com/office/drawing/2014/main" id="{7CDECDB4-B6FA-45C3-B4FA-E4F4835505F2}"/>
              </a:ext>
            </a:extLst>
          </p:cNvPr>
          <p:cNvSpPr>
            <a:spLocks noChangeArrowheads="1"/>
          </p:cNvSpPr>
          <p:nvPr/>
        </p:nvSpPr>
        <p:spPr bwMode="ltGray">
          <a:xfrm>
            <a:off x="2273301" y="107951"/>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78213" name="Rectangle 5">
            <a:extLst>
              <a:ext uri="{FF2B5EF4-FFF2-40B4-BE49-F238E27FC236}">
                <a16:creationId xmlns:a16="http://schemas.microsoft.com/office/drawing/2014/main" id="{79962FC0-E566-4D2D-8005-1C971713FDFD}"/>
              </a:ext>
            </a:extLst>
          </p:cNvPr>
          <p:cNvSpPr>
            <a:spLocks noChangeArrowheads="1"/>
          </p:cNvSpPr>
          <p:nvPr/>
        </p:nvSpPr>
        <p:spPr bwMode="ltGray">
          <a:xfrm>
            <a:off x="2014539" y="530226"/>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78214" name="Rectangle 6">
            <a:extLst>
              <a:ext uri="{FF2B5EF4-FFF2-40B4-BE49-F238E27FC236}">
                <a16:creationId xmlns:a16="http://schemas.microsoft.com/office/drawing/2014/main" id="{CBD2B470-D87F-4121-BC90-63CDE60C4CCD}"/>
              </a:ext>
            </a:extLst>
          </p:cNvPr>
          <p:cNvSpPr>
            <a:spLocks noChangeArrowheads="1"/>
          </p:cNvSpPr>
          <p:nvPr/>
        </p:nvSpPr>
        <p:spPr bwMode="ltGray">
          <a:xfrm>
            <a:off x="2384425" y="530226"/>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78215" name="Rectangle 7">
            <a:extLst>
              <a:ext uri="{FF2B5EF4-FFF2-40B4-BE49-F238E27FC236}">
                <a16:creationId xmlns:a16="http://schemas.microsoft.com/office/drawing/2014/main" id="{F47E4A4C-8F93-4D2B-9C83-236CB652013C}"/>
              </a:ext>
            </a:extLst>
          </p:cNvPr>
          <p:cNvSpPr>
            <a:spLocks noChangeArrowheads="1"/>
          </p:cNvSpPr>
          <p:nvPr/>
        </p:nvSpPr>
        <p:spPr bwMode="ltGray">
          <a:xfrm>
            <a:off x="1600200" y="457201"/>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78216" name="Rectangle 8">
            <a:extLst>
              <a:ext uri="{FF2B5EF4-FFF2-40B4-BE49-F238E27FC236}">
                <a16:creationId xmlns:a16="http://schemas.microsoft.com/office/drawing/2014/main" id="{E44A1BB7-C91D-4E71-9D4F-3A196E99925D}"/>
              </a:ext>
            </a:extLst>
          </p:cNvPr>
          <p:cNvSpPr>
            <a:spLocks noChangeArrowheads="1"/>
          </p:cNvSpPr>
          <p:nvPr/>
        </p:nvSpPr>
        <p:spPr bwMode="gray">
          <a:xfrm>
            <a:off x="2235200" y="1"/>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78217" name="Rectangle 9">
            <a:extLst>
              <a:ext uri="{FF2B5EF4-FFF2-40B4-BE49-F238E27FC236}">
                <a16:creationId xmlns:a16="http://schemas.microsoft.com/office/drawing/2014/main" id="{59444492-B9BA-4662-957C-4AD87A81B5EE}"/>
              </a:ext>
            </a:extLst>
          </p:cNvPr>
          <p:cNvSpPr>
            <a:spLocks noChangeArrowheads="1"/>
          </p:cNvSpPr>
          <p:nvPr/>
        </p:nvSpPr>
        <p:spPr bwMode="gray">
          <a:xfrm>
            <a:off x="1966914"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pic>
        <p:nvPicPr>
          <p:cNvPr id="478220" name="Picture 12">
            <a:extLst>
              <a:ext uri="{FF2B5EF4-FFF2-40B4-BE49-F238E27FC236}">
                <a16:creationId xmlns:a16="http://schemas.microsoft.com/office/drawing/2014/main" id="{3B2D64F1-2A1A-4696-BC63-D3622EA3054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46476" y="2286000"/>
            <a:ext cx="4606925" cy="2165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1">
            <a:extLst>
              <a:ext uri="{FF2B5EF4-FFF2-40B4-BE49-F238E27FC236}">
                <a16:creationId xmlns:a16="http://schemas.microsoft.com/office/drawing/2014/main" id="{30B98E70-4E0B-479E-B9C8-15769FBB8A4C}"/>
              </a:ext>
            </a:extLst>
          </p:cNvPr>
          <p:cNvSpPr>
            <a:spLocks noGrp="1"/>
          </p:cNvSpPr>
          <p:nvPr>
            <p:ph type="ftr" sz="quarter" idx="10"/>
          </p:nvPr>
        </p:nvSpPr>
        <p:spPr/>
        <p:txBody>
          <a:bodyPr/>
          <a:lstStyle/>
          <a:p>
            <a:r>
              <a:rPr lang="en-US" altLang="en-US"/>
              <a:t>TCP/IP Protocol Suite</a:t>
            </a:r>
          </a:p>
        </p:txBody>
      </p:sp>
      <p:sp>
        <p:nvSpPr>
          <p:cNvPr id="7" name="Slide Number Placeholder 2">
            <a:extLst>
              <a:ext uri="{FF2B5EF4-FFF2-40B4-BE49-F238E27FC236}">
                <a16:creationId xmlns:a16="http://schemas.microsoft.com/office/drawing/2014/main" id="{999A3D99-DD6B-482C-9B62-BA79BE43CDA3}"/>
              </a:ext>
            </a:extLst>
          </p:cNvPr>
          <p:cNvSpPr>
            <a:spLocks noGrp="1"/>
          </p:cNvSpPr>
          <p:nvPr>
            <p:ph type="sldNum" sz="quarter" idx="11"/>
          </p:nvPr>
        </p:nvSpPr>
        <p:spPr/>
        <p:txBody>
          <a:bodyPr/>
          <a:lstStyle/>
          <a:p>
            <a:fld id="{F4EDCA51-9343-4343-AD48-75005864A330}" type="slidenum">
              <a:rPr lang="en-US" altLang="en-US"/>
              <a:pPr/>
              <a:t>5</a:t>
            </a:fld>
            <a:endParaRPr lang="en-US" altLang="en-US"/>
          </a:p>
        </p:txBody>
      </p:sp>
      <p:sp>
        <p:nvSpPr>
          <p:cNvPr id="498690" name="Rectangle 2">
            <a:extLst>
              <a:ext uri="{FF2B5EF4-FFF2-40B4-BE49-F238E27FC236}">
                <a16:creationId xmlns:a16="http://schemas.microsoft.com/office/drawing/2014/main" id="{65700928-5C27-458E-B837-7F9471334510}"/>
              </a:ext>
            </a:extLst>
          </p:cNvPr>
          <p:cNvSpPr>
            <a:spLocks noChangeArrowheads="1"/>
          </p:cNvSpPr>
          <p:nvPr/>
        </p:nvSpPr>
        <p:spPr bwMode="auto">
          <a:xfrm>
            <a:off x="2362200" y="2195513"/>
            <a:ext cx="7543800" cy="1797050"/>
          </a:xfrm>
          <a:prstGeom prst="rect">
            <a:avLst/>
          </a:prstGeom>
          <a:solidFill>
            <a:schemeClr val="bg1"/>
          </a:solidFill>
          <a:ln w="57150">
            <a:solidFill>
              <a:srgbClr val="FF00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ts val="1200"/>
              </a:spcBef>
              <a:spcAft>
                <a:spcPts val="1000"/>
              </a:spcAft>
            </a:pPr>
            <a:r>
              <a:rPr lang="en-US" altLang="en-US" sz="3600" i="1">
                <a:latin typeface="Times New Roman" panose="02020603050405020304" pitchFamily="18" charset="0"/>
              </a:rPr>
              <a:t>When the sender and the receiver of an email are on the same system, we need only two user agents.</a:t>
            </a:r>
          </a:p>
        </p:txBody>
      </p:sp>
      <p:sp>
        <p:nvSpPr>
          <p:cNvPr id="498691" name="PubRRectCallout">
            <a:extLst>
              <a:ext uri="{FF2B5EF4-FFF2-40B4-BE49-F238E27FC236}">
                <a16:creationId xmlns:a16="http://schemas.microsoft.com/office/drawing/2014/main" id="{0BC9A00E-DE46-48D6-B57A-BDBB74C15411}"/>
              </a:ext>
            </a:extLst>
          </p:cNvPr>
          <p:cNvSpPr>
            <a:spLocks noEditPoints="1" noChangeArrowheads="1"/>
          </p:cNvSpPr>
          <p:nvPr/>
        </p:nvSpPr>
        <p:spPr bwMode="auto">
          <a:xfrm>
            <a:off x="2362200" y="990600"/>
            <a:ext cx="2743200" cy="1143000"/>
          </a:xfrm>
          <a:custGeom>
            <a:avLst/>
            <a:gdLst>
              <a:gd name="G0" fmla="+- 0 0 0"/>
              <a:gd name="G1" fmla="+- 8607 0 0"/>
              <a:gd name="T0" fmla="*/ 10800 w 21600"/>
              <a:gd name="T1" fmla="*/ 0 h 21600"/>
              <a:gd name="T2" fmla="*/ 0 w 21600"/>
              <a:gd name="T3" fmla="*/ 8638 h 21600"/>
              <a:gd name="T4" fmla="*/ 8607 w 21600"/>
              <a:gd name="T5" fmla="*/ 21600 h 21600"/>
              <a:gd name="T6" fmla="*/ 10800 w 21600"/>
              <a:gd name="T7" fmla="*/ 17277 h 21600"/>
              <a:gd name="T8" fmla="*/ 21600 w 21600"/>
              <a:gd name="T9" fmla="*/ 8638 h 21600"/>
              <a:gd name="T10" fmla="*/ 17694720 60000 65536"/>
              <a:gd name="T11" fmla="*/ 11796480 60000 65536"/>
              <a:gd name="T12" fmla="*/ 5898240 60000 65536"/>
              <a:gd name="T13" fmla="*/ 5898240 60000 65536"/>
              <a:gd name="T14" fmla="*/ 0 60000 65536"/>
              <a:gd name="T15" fmla="*/ 145 w 21600"/>
              <a:gd name="T16" fmla="*/ 145 h 21600"/>
              <a:gd name="T17" fmla="*/ 21409 w 21600"/>
              <a:gd name="T18" fmla="*/ 17106 h 21600"/>
            </a:gdLst>
            <a:ahLst/>
            <a:cxnLst>
              <a:cxn ang="T10">
                <a:pos x="T0" y="T1"/>
              </a:cxn>
              <a:cxn ang="T11">
                <a:pos x="T2" y="T3"/>
              </a:cxn>
              <a:cxn ang="T12">
                <a:pos x="T4" y="T5"/>
              </a:cxn>
              <a:cxn ang="T13">
                <a:pos x="T6" y="T7"/>
              </a:cxn>
              <a:cxn ang="T14">
                <a:pos x="T8" y="T9"/>
              </a:cxn>
            </a:cxnLst>
            <a:rect l="T15" t="T16" r="T17" b="T18"/>
            <a:pathLst>
              <a:path w="21600" h="21600">
                <a:moveTo>
                  <a:pt x="532" y="0"/>
                </a:moveTo>
                <a:cubicBezTo>
                  <a:pt x="238" y="0"/>
                  <a:pt x="0" y="238"/>
                  <a:pt x="0" y="532"/>
                </a:cubicBezTo>
                <a:lnTo>
                  <a:pt x="0" y="16745"/>
                </a:lnTo>
                <a:cubicBezTo>
                  <a:pt x="0" y="17039"/>
                  <a:pt x="238" y="17277"/>
                  <a:pt x="532" y="17277"/>
                </a:cubicBezTo>
                <a:lnTo>
                  <a:pt x="2623" y="17277"/>
                </a:lnTo>
                <a:lnTo>
                  <a:pt x="8607" y="21600"/>
                </a:lnTo>
                <a:lnTo>
                  <a:pt x="6515" y="17277"/>
                </a:lnTo>
                <a:lnTo>
                  <a:pt x="21016" y="17277"/>
                </a:lnTo>
                <a:cubicBezTo>
                  <a:pt x="21339" y="17277"/>
                  <a:pt x="21600" y="17039"/>
                  <a:pt x="21600" y="16745"/>
                </a:cubicBezTo>
                <a:lnTo>
                  <a:pt x="21600" y="532"/>
                </a:lnTo>
                <a:cubicBezTo>
                  <a:pt x="21600" y="238"/>
                  <a:pt x="21339" y="0"/>
                  <a:pt x="21016" y="0"/>
                </a:cubicBezTo>
                <a:close/>
              </a:path>
            </a:pathLst>
          </a:custGeom>
          <a:solidFill>
            <a:srgbClr val="FFFF00"/>
          </a:solidFill>
          <a:ln w="9525">
            <a:solidFill>
              <a:srgbClr val="000000"/>
            </a:solidFill>
            <a:miter lim="800000"/>
            <a:headEnd/>
            <a:tailEnd/>
          </a:ln>
          <a:effectLst>
            <a:outerShdw dist="107763" dir="2700000" algn="ctr" rotWithShape="0">
              <a:srgbClr val="808080"/>
            </a:outerShdw>
          </a:effectLst>
        </p:spPr>
        <p:txBody>
          <a:bodyPr/>
          <a:lstStyle/>
          <a:p>
            <a:endParaRPr lang="en-IN"/>
          </a:p>
        </p:txBody>
      </p:sp>
      <p:pic>
        <p:nvPicPr>
          <p:cNvPr id="498692" name="Picture 4">
            <a:extLst>
              <a:ext uri="{FF2B5EF4-FFF2-40B4-BE49-F238E27FC236}">
                <a16:creationId xmlns:a16="http://schemas.microsoft.com/office/drawing/2014/main" id="{251E78D5-12A6-44C0-8A71-011D872814F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8400" y="990600"/>
            <a:ext cx="782638"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98693" name="Text Box 5">
            <a:extLst>
              <a:ext uri="{FF2B5EF4-FFF2-40B4-BE49-F238E27FC236}">
                <a16:creationId xmlns:a16="http://schemas.microsoft.com/office/drawing/2014/main" id="{93DF6A90-3495-474C-9331-CB6C93ACC533}"/>
              </a:ext>
            </a:extLst>
          </p:cNvPr>
          <p:cNvSpPr txBox="1">
            <a:spLocks noChangeArrowheads="1"/>
          </p:cNvSpPr>
          <p:nvPr/>
        </p:nvSpPr>
        <p:spPr bwMode="auto">
          <a:xfrm>
            <a:off x="3657600" y="1143000"/>
            <a:ext cx="12001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3600">
                <a:effectLst>
                  <a:outerShdw blurRad="38100" dist="38100" dir="2700000" algn="tl">
                    <a:srgbClr val="C0C0C0"/>
                  </a:outerShdw>
                </a:effectLst>
                <a:latin typeface="Times New Roman" panose="02020603050405020304" pitchFamily="18" charset="0"/>
              </a:rPr>
              <a:t>Note: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ooter Placeholder 1">
            <a:extLst>
              <a:ext uri="{FF2B5EF4-FFF2-40B4-BE49-F238E27FC236}">
                <a16:creationId xmlns:a16="http://schemas.microsoft.com/office/drawing/2014/main" id="{AEA5D86D-B3A6-4E3C-9E73-E983B077A433}"/>
              </a:ext>
            </a:extLst>
          </p:cNvPr>
          <p:cNvSpPr>
            <a:spLocks noGrp="1"/>
          </p:cNvSpPr>
          <p:nvPr>
            <p:ph type="ftr" sz="quarter" idx="10"/>
          </p:nvPr>
        </p:nvSpPr>
        <p:spPr/>
        <p:txBody>
          <a:bodyPr/>
          <a:lstStyle/>
          <a:p>
            <a:r>
              <a:rPr lang="en-US" altLang="en-US"/>
              <a:t>TCP/IP Protocol Suite</a:t>
            </a:r>
          </a:p>
        </p:txBody>
      </p:sp>
      <p:sp>
        <p:nvSpPr>
          <p:cNvPr id="12" name="Slide Number Placeholder 2">
            <a:extLst>
              <a:ext uri="{FF2B5EF4-FFF2-40B4-BE49-F238E27FC236}">
                <a16:creationId xmlns:a16="http://schemas.microsoft.com/office/drawing/2014/main" id="{492520C5-1E18-4216-B2F9-9EC5DBD40B54}"/>
              </a:ext>
            </a:extLst>
          </p:cNvPr>
          <p:cNvSpPr>
            <a:spLocks noGrp="1"/>
          </p:cNvSpPr>
          <p:nvPr>
            <p:ph type="sldNum" sz="quarter" idx="11"/>
          </p:nvPr>
        </p:nvSpPr>
        <p:spPr/>
        <p:txBody>
          <a:bodyPr/>
          <a:lstStyle/>
          <a:p>
            <a:fld id="{00E12B3F-BB9E-435A-8F60-2C114A1670BA}" type="slidenum">
              <a:rPr lang="en-US" altLang="en-US"/>
              <a:pPr/>
              <a:t>6</a:t>
            </a:fld>
            <a:endParaRPr lang="en-US" altLang="en-US"/>
          </a:p>
        </p:txBody>
      </p:sp>
      <p:sp>
        <p:nvSpPr>
          <p:cNvPr id="479234" name="Text Box 2">
            <a:extLst>
              <a:ext uri="{FF2B5EF4-FFF2-40B4-BE49-F238E27FC236}">
                <a16:creationId xmlns:a16="http://schemas.microsoft.com/office/drawing/2014/main" id="{72ACAE7E-3A74-4D79-A497-A2AEEEA6B25F}"/>
              </a:ext>
            </a:extLst>
          </p:cNvPr>
          <p:cNvSpPr txBox="1">
            <a:spLocks noChangeArrowheads="1"/>
          </p:cNvSpPr>
          <p:nvPr/>
        </p:nvSpPr>
        <p:spPr bwMode="auto">
          <a:xfrm>
            <a:off x="2514600" y="90488"/>
            <a:ext cx="57150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solidFill>
                  <a:srgbClr val="0000FF"/>
                </a:solidFill>
                <a:latin typeface="Times New Roman" panose="02020603050405020304" pitchFamily="18" charset="0"/>
              </a:rPr>
              <a:t>Figure 20.2</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Second scenario</a:t>
            </a:r>
          </a:p>
        </p:txBody>
      </p:sp>
      <p:sp>
        <p:nvSpPr>
          <p:cNvPr id="479235" name="Rectangle 3">
            <a:extLst>
              <a:ext uri="{FF2B5EF4-FFF2-40B4-BE49-F238E27FC236}">
                <a16:creationId xmlns:a16="http://schemas.microsoft.com/office/drawing/2014/main" id="{8EF0E077-319D-41EF-BB7F-BE4016987F7F}"/>
              </a:ext>
            </a:extLst>
          </p:cNvPr>
          <p:cNvSpPr>
            <a:spLocks noChangeArrowheads="1"/>
          </p:cNvSpPr>
          <p:nvPr/>
        </p:nvSpPr>
        <p:spPr bwMode="ltGray">
          <a:xfrm>
            <a:off x="1890713" y="107951"/>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79236" name="Rectangle 4">
            <a:extLst>
              <a:ext uri="{FF2B5EF4-FFF2-40B4-BE49-F238E27FC236}">
                <a16:creationId xmlns:a16="http://schemas.microsoft.com/office/drawing/2014/main" id="{92D6E284-E5F4-4828-B65C-91D168CEBCC1}"/>
              </a:ext>
            </a:extLst>
          </p:cNvPr>
          <p:cNvSpPr>
            <a:spLocks noChangeArrowheads="1"/>
          </p:cNvSpPr>
          <p:nvPr/>
        </p:nvSpPr>
        <p:spPr bwMode="ltGray">
          <a:xfrm>
            <a:off x="2273301" y="107951"/>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79237" name="Rectangle 5">
            <a:extLst>
              <a:ext uri="{FF2B5EF4-FFF2-40B4-BE49-F238E27FC236}">
                <a16:creationId xmlns:a16="http://schemas.microsoft.com/office/drawing/2014/main" id="{A408E30F-66EF-494E-9548-F6BD07E4E8A5}"/>
              </a:ext>
            </a:extLst>
          </p:cNvPr>
          <p:cNvSpPr>
            <a:spLocks noChangeArrowheads="1"/>
          </p:cNvSpPr>
          <p:nvPr/>
        </p:nvSpPr>
        <p:spPr bwMode="ltGray">
          <a:xfrm>
            <a:off x="2014539" y="530226"/>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79238" name="Rectangle 6">
            <a:extLst>
              <a:ext uri="{FF2B5EF4-FFF2-40B4-BE49-F238E27FC236}">
                <a16:creationId xmlns:a16="http://schemas.microsoft.com/office/drawing/2014/main" id="{644DDE69-D969-4679-9B99-DC13C7AF3DD3}"/>
              </a:ext>
            </a:extLst>
          </p:cNvPr>
          <p:cNvSpPr>
            <a:spLocks noChangeArrowheads="1"/>
          </p:cNvSpPr>
          <p:nvPr/>
        </p:nvSpPr>
        <p:spPr bwMode="ltGray">
          <a:xfrm>
            <a:off x="2384425" y="530226"/>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79239" name="Rectangle 7">
            <a:extLst>
              <a:ext uri="{FF2B5EF4-FFF2-40B4-BE49-F238E27FC236}">
                <a16:creationId xmlns:a16="http://schemas.microsoft.com/office/drawing/2014/main" id="{CF2658EC-213A-469E-8D58-608C724B2675}"/>
              </a:ext>
            </a:extLst>
          </p:cNvPr>
          <p:cNvSpPr>
            <a:spLocks noChangeArrowheads="1"/>
          </p:cNvSpPr>
          <p:nvPr/>
        </p:nvSpPr>
        <p:spPr bwMode="ltGray">
          <a:xfrm>
            <a:off x="1600200" y="457201"/>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79240" name="Rectangle 8">
            <a:extLst>
              <a:ext uri="{FF2B5EF4-FFF2-40B4-BE49-F238E27FC236}">
                <a16:creationId xmlns:a16="http://schemas.microsoft.com/office/drawing/2014/main" id="{7BB27C05-91A6-4145-948F-D587477333E2}"/>
              </a:ext>
            </a:extLst>
          </p:cNvPr>
          <p:cNvSpPr>
            <a:spLocks noChangeArrowheads="1"/>
          </p:cNvSpPr>
          <p:nvPr/>
        </p:nvSpPr>
        <p:spPr bwMode="gray">
          <a:xfrm>
            <a:off x="2235200" y="1"/>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79241" name="Rectangle 9">
            <a:extLst>
              <a:ext uri="{FF2B5EF4-FFF2-40B4-BE49-F238E27FC236}">
                <a16:creationId xmlns:a16="http://schemas.microsoft.com/office/drawing/2014/main" id="{3ABF24C4-D81C-4876-9A0A-7AC786E8578D}"/>
              </a:ext>
            </a:extLst>
          </p:cNvPr>
          <p:cNvSpPr>
            <a:spLocks noChangeArrowheads="1"/>
          </p:cNvSpPr>
          <p:nvPr/>
        </p:nvSpPr>
        <p:spPr bwMode="gray">
          <a:xfrm>
            <a:off x="1966914"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pic>
        <p:nvPicPr>
          <p:cNvPr id="479244" name="Picture 12">
            <a:extLst>
              <a:ext uri="{FF2B5EF4-FFF2-40B4-BE49-F238E27FC236}">
                <a16:creationId xmlns:a16="http://schemas.microsoft.com/office/drawing/2014/main" id="{10E8D8B7-7E7B-41FE-B474-83D200CBEE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89114" y="2084388"/>
            <a:ext cx="8345487" cy="3097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1">
            <a:extLst>
              <a:ext uri="{FF2B5EF4-FFF2-40B4-BE49-F238E27FC236}">
                <a16:creationId xmlns:a16="http://schemas.microsoft.com/office/drawing/2014/main" id="{8A532C97-6597-4C50-80B3-7818E64386C7}"/>
              </a:ext>
            </a:extLst>
          </p:cNvPr>
          <p:cNvSpPr>
            <a:spLocks noGrp="1"/>
          </p:cNvSpPr>
          <p:nvPr>
            <p:ph type="ftr" sz="quarter" idx="10"/>
          </p:nvPr>
        </p:nvSpPr>
        <p:spPr/>
        <p:txBody>
          <a:bodyPr/>
          <a:lstStyle/>
          <a:p>
            <a:r>
              <a:rPr lang="en-US" altLang="en-US"/>
              <a:t>TCP/IP Protocol Suite</a:t>
            </a:r>
          </a:p>
        </p:txBody>
      </p:sp>
      <p:sp>
        <p:nvSpPr>
          <p:cNvPr id="7" name="Slide Number Placeholder 2">
            <a:extLst>
              <a:ext uri="{FF2B5EF4-FFF2-40B4-BE49-F238E27FC236}">
                <a16:creationId xmlns:a16="http://schemas.microsoft.com/office/drawing/2014/main" id="{529145B8-D119-4B97-83C3-AC893ECD7A39}"/>
              </a:ext>
            </a:extLst>
          </p:cNvPr>
          <p:cNvSpPr>
            <a:spLocks noGrp="1"/>
          </p:cNvSpPr>
          <p:nvPr>
            <p:ph type="sldNum" sz="quarter" idx="11"/>
          </p:nvPr>
        </p:nvSpPr>
        <p:spPr/>
        <p:txBody>
          <a:bodyPr/>
          <a:lstStyle/>
          <a:p>
            <a:fld id="{3173B56D-C4F5-4BB6-87E0-CC81648C6AB9}" type="slidenum">
              <a:rPr lang="en-US" altLang="en-US"/>
              <a:pPr/>
              <a:t>7</a:t>
            </a:fld>
            <a:endParaRPr lang="en-US" altLang="en-US"/>
          </a:p>
        </p:txBody>
      </p:sp>
      <p:sp>
        <p:nvSpPr>
          <p:cNvPr id="499714" name="Rectangle 2">
            <a:extLst>
              <a:ext uri="{FF2B5EF4-FFF2-40B4-BE49-F238E27FC236}">
                <a16:creationId xmlns:a16="http://schemas.microsoft.com/office/drawing/2014/main" id="{89137EEE-4527-4B8C-B54A-7C512C462B83}"/>
              </a:ext>
            </a:extLst>
          </p:cNvPr>
          <p:cNvSpPr>
            <a:spLocks noChangeArrowheads="1"/>
          </p:cNvSpPr>
          <p:nvPr/>
        </p:nvSpPr>
        <p:spPr bwMode="auto">
          <a:xfrm>
            <a:off x="2362200" y="2195514"/>
            <a:ext cx="7543800" cy="2346325"/>
          </a:xfrm>
          <a:prstGeom prst="rect">
            <a:avLst/>
          </a:prstGeom>
          <a:solidFill>
            <a:schemeClr val="bg1"/>
          </a:solidFill>
          <a:ln w="57150">
            <a:solidFill>
              <a:srgbClr val="FF00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ts val="1200"/>
              </a:spcBef>
              <a:spcAft>
                <a:spcPts val="1000"/>
              </a:spcAft>
            </a:pPr>
            <a:r>
              <a:rPr lang="en-US" altLang="en-US" sz="3600" i="1">
                <a:latin typeface="Times New Roman" panose="02020603050405020304" pitchFamily="18" charset="0"/>
              </a:rPr>
              <a:t>When the sender and the receiver of an email are on different systems, we need two UAs and a pair of MTAs (client and server).</a:t>
            </a:r>
          </a:p>
        </p:txBody>
      </p:sp>
      <p:sp>
        <p:nvSpPr>
          <p:cNvPr id="499715" name="PubRRectCallout">
            <a:extLst>
              <a:ext uri="{FF2B5EF4-FFF2-40B4-BE49-F238E27FC236}">
                <a16:creationId xmlns:a16="http://schemas.microsoft.com/office/drawing/2014/main" id="{ACA55613-DEA0-4AB6-A867-E80D4DD55972}"/>
              </a:ext>
            </a:extLst>
          </p:cNvPr>
          <p:cNvSpPr>
            <a:spLocks noEditPoints="1" noChangeArrowheads="1"/>
          </p:cNvSpPr>
          <p:nvPr/>
        </p:nvSpPr>
        <p:spPr bwMode="auto">
          <a:xfrm>
            <a:off x="2362200" y="990600"/>
            <a:ext cx="2743200" cy="1143000"/>
          </a:xfrm>
          <a:custGeom>
            <a:avLst/>
            <a:gdLst>
              <a:gd name="G0" fmla="+- 0 0 0"/>
              <a:gd name="G1" fmla="+- 8607 0 0"/>
              <a:gd name="T0" fmla="*/ 10800 w 21600"/>
              <a:gd name="T1" fmla="*/ 0 h 21600"/>
              <a:gd name="T2" fmla="*/ 0 w 21600"/>
              <a:gd name="T3" fmla="*/ 8638 h 21600"/>
              <a:gd name="T4" fmla="*/ 8607 w 21600"/>
              <a:gd name="T5" fmla="*/ 21600 h 21600"/>
              <a:gd name="T6" fmla="*/ 10800 w 21600"/>
              <a:gd name="T7" fmla="*/ 17277 h 21600"/>
              <a:gd name="T8" fmla="*/ 21600 w 21600"/>
              <a:gd name="T9" fmla="*/ 8638 h 21600"/>
              <a:gd name="T10" fmla="*/ 17694720 60000 65536"/>
              <a:gd name="T11" fmla="*/ 11796480 60000 65536"/>
              <a:gd name="T12" fmla="*/ 5898240 60000 65536"/>
              <a:gd name="T13" fmla="*/ 5898240 60000 65536"/>
              <a:gd name="T14" fmla="*/ 0 60000 65536"/>
              <a:gd name="T15" fmla="*/ 145 w 21600"/>
              <a:gd name="T16" fmla="*/ 145 h 21600"/>
              <a:gd name="T17" fmla="*/ 21409 w 21600"/>
              <a:gd name="T18" fmla="*/ 17106 h 21600"/>
            </a:gdLst>
            <a:ahLst/>
            <a:cxnLst>
              <a:cxn ang="T10">
                <a:pos x="T0" y="T1"/>
              </a:cxn>
              <a:cxn ang="T11">
                <a:pos x="T2" y="T3"/>
              </a:cxn>
              <a:cxn ang="T12">
                <a:pos x="T4" y="T5"/>
              </a:cxn>
              <a:cxn ang="T13">
                <a:pos x="T6" y="T7"/>
              </a:cxn>
              <a:cxn ang="T14">
                <a:pos x="T8" y="T9"/>
              </a:cxn>
            </a:cxnLst>
            <a:rect l="T15" t="T16" r="T17" b="T18"/>
            <a:pathLst>
              <a:path w="21600" h="21600">
                <a:moveTo>
                  <a:pt x="532" y="0"/>
                </a:moveTo>
                <a:cubicBezTo>
                  <a:pt x="238" y="0"/>
                  <a:pt x="0" y="238"/>
                  <a:pt x="0" y="532"/>
                </a:cubicBezTo>
                <a:lnTo>
                  <a:pt x="0" y="16745"/>
                </a:lnTo>
                <a:cubicBezTo>
                  <a:pt x="0" y="17039"/>
                  <a:pt x="238" y="17277"/>
                  <a:pt x="532" y="17277"/>
                </a:cubicBezTo>
                <a:lnTo>
                  <a:pt x="2623" y="17277"/>
                </a:lnTo>
                <a:lnTo>
                  <a:pt x="8607" y="21600"/>
                </a:lnTo>
                <a:lnTo>
                  <a:pt x="6515" y="17277"/>
                </a:lnTo>
                <a:lnTo>
                  <a:pt x="21016" y="17277"/>
                </a:lnTo>
                <a:cubicBezTo>
                  <a:pt x="21339" y="17277"/>
                  <a:pt x="21600" y="17039"/>
                  <a:pt x="21600" y="16745"/>
                </a:cubicBezTo>
                <a:lnTo>
                  <a:pt x="21600" y="532"/>
                </a:lnTo>
                <a:cubicBezTo>
                  <a:pt x="21600" y="238"/>
                  <a:pt x="21339" y="0"/>
                  <a:pt x="21016" y="0"/>
                </a:cubicBezTo>
                <a:close/>
              </a:path>
            </a:pathLst>
          </a:custGeom>
          <a:solidFill>
            <a:srgbClr val="FFFF00"/>
          </a:solidFill>
          <a:ln w="9525">
            <a:solidFill>
              <a:srgbClr val="000000"/>
            </a:solidFill>
            <a:miter lim="800000"/>
            <a:headEnd/>
            <a:tailEnd/>
          </a:ln>
          <a:effectLst>
            <a:outerShdw dist="107763" dir="2700000" algn="ctr" rotWithShape="0">
              <a:srgbClr val="808080"/>
            </a:outerShdw>
          </a:effectLst>
        </p:spPr>
        <p:txBody>
          <a:bodyPr/>
          <a:lstStyle/>
          <a:p>
            <a:endParaRPr lang="en-IN"/>
          </a:p>
        </p:txBody>
      </p:sp>
      <p:pic>
        <p:nvPicPr>
          <p:cNvPr id="499716" name="Picture 4">
            <a:extLst>
              <a:ext uri="{FF2B5EF4-FFF2-40B4-BE49-F238E27FC236}">
                <a16:creationId xmlns:a16="http://schemas.microsoft.com/office/drawing/2014/main" id="{2983F36D-9D80-4F46-8FB0-480B1A2D94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8400" y="990600"/>
            <a:ext cx="782638"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99717" name="Text Box 5">
            <a:extLst>
              <a:ext uri="{FF2B5EF4-FFF2-40B4-BE49-F238E27FC236}">
                <a16:creationId xmlns:a16="http://schemas.microsoft.com/office/drawing/2014/main" id="{944BC032-4E6C-4BD9-AD6E-1784191ED56A}"/>
              </a:ext>
            </a:extLst>
          </p:cNvPr>
          <p:cNvSpPr txBox="1">
            <a:spLocks noChangeArrowheads="1"/>
          </p:cNvSpPr>
          <p:nvPr/>
        </p:nvSpPr>
        <p:spPr bwMode="auto">
          <a:xfrm>
            <a:off x="3657600" y="1143000"/>
            <a:ext cx="12001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3600">
                <a:effectLst>
                  <a:outerShdw blurRad="38100" dist="38100" dir="2700000" algn="tl">
                    <a:srgbClr val="C0C0C0"/>
                  </a:outerShdw>
                </a:effectLst>
                <a:latin typeface="Times New Roman" panose="02020603050405020304" pitchFamily="18" charset="0"/>
              </a:rPr>
              <a:t>Note: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ooter Placeholder 1">
            <a:extLst>
              <a:ext uri="{FF2B5EF4-FFF2-40B4-BE49-F238E27FC236}">
                <a16:creationId xmlns:a16="http://schemas.microsoft.com/office/drawing/2014/main" id="{92487DD5-8BB6-436B-A021-1A1A2C9769DB}"/>
              </a:ext>
            </a:extLst>
          </p:cNvPr>
          <p:cNvSpPr>
            <a:spLocks noGrp="1"/>
          </p:cNvSpPr>
          <p:nvPr>
            <p:ph type="ftr" sz="quarter" idx="10"/>
          </p:nvPr>
        </p:nvSpPr>
        <p:spPr/>
        <p:txBody>
          <a:bodyPr/>
          <a:lstStyle/>
          <a:p>
            <a:r>
              <a:rPr lang="en-US" altLang="en-US"/>
              <a:t>TCP/IP Protocol Suite</a:t>
            </a:r>
          </a:p>
        </p:txBody>
      </p:sp>
      <p:sp>
        <p:nvSpPr>
          <p:cNvPr id="12" name="Slide Number Placeholder 2">
            <a:extLst>
              <a:ext uri="{FF2B5EF4-FFF2-40B4-BE49-F238E27FC236}">
                <a16:creationId xmlns:a16="http://schemas.microsoft.com/office/drawing/2014/main" id="{5E8FA50D-66A5-41E3-AAB9-15834CFCE1AB}"/>
              </a:ext>
            </a:extLst>
          </p:cNvPr>
          <p:cNvSpPr>
            <a:spLocks noGrp="1"/>
          </p:cNvSpPr>
          <p:nvPr>
            <p:ph type="sldNum" sz="quarter" idx="11"/>
          </p:nvPr>
        </p:nvSpPr>
        <p:spPr/>
        <p:txBody>
          <a:bodyPr/>
          <a:lstStyle/>
          <a:p>
            <a:fld id="{58BFD9C0-5A87-4179-8417-FAEBB45C305A}" type="slidenum">
              <a:rPr lang="en-US" altLang="en-US"/>
              <a:pPr/>
              <a:t>8</a:t>
            </a:fld>
            <a:endParaRPr lang="en-US" altLang="en-US"/>
          </a:p>
        </p:txBody>
      </p:sp>
      <p:sp>
        <p:nvSpPr>
          <p:cNvPr id="480258" name="Text Box 2">
            <a:extLst>
              <a:ext uri="{FF2B5EF4-FFF2-40B4-BE49-F238E27FC236}">
                <a16:creationId xmlns:a16="http://schemas.microsoft.com/office/drawing/2014/main" id="{55BF2DA5-E678-478F-9F6B-1AE62889EC0E}"/>
              </a:ext>
            </a:extLst>
          </p:cNvPr>
          <p:cNvSpPr txBox="1">
            <a:spLocks noChangeArrowheads="1"/>
          </p:cNvSpPr>
          <p:nvPr/>
        </p:nvSpPr>
        <p:spPr bwMode="auto">
          <a:xfrm>
            <a:off x="2514600" y="90488"/>
            <a:ext cx="57150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solidFill>
                  <a:srgbClr val="0000FF"/>
                </a:solidFill>
                <a:latin typeface="Times New Roman" panose="02020603050405020304" pitchFamily="18" charset="0"/>
              </a:rPr>
              <a:t>Figure 20.3</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Third scenario</a:t>
            </a:r>
          </a:p>
        </p:txBody>
      </p:sp>
      <p:sp>
        <p:nvSpPr>
          <p:cNvPr id="480259" name="Rectangle 3">
            <a:extLst>
              <a:ext uri="{FF2B5EF4-FFF2-40B4-BE49-F238E27FC236}">
                <a16:creationId xmlns:a16="http://schemas.microsoft.com/office/drawing/2014/main" id="{597AD2BD-1BA3-46EA-9E52-92F71586313A}"/>
              </a:ext>
            </a:extLst>
          </p:cNvPr>
          <p:cNvSpPr>
            <a:spLocks noChangeArrowheads="1"/>
          </p:cNvSpPr>
          <p:nvPr/>
        </p:nvSpPr>
        <p:spPr bwMode="ltGray">
          <a:xfrm>
            <a:off x="1890713" y="107951"/>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80260" name="Rectangle 4">
            <a:extLst>
              <a:ext uri="{FF2B5EF4-FFF2-40B4-BE49-F238E27FC236}">
                <a16:creationId xmlns:a16="http://schemas.microsoft.com/office/drawing/2014/main" id="{55E384B5-BCB6-447A-A3D0-C4789A6ADCEE}"/>
              </a:ext>
            </a:extLst>
          </p:cNvPr>
          <p:cNvSpPr>
            <a:spLocks noChangeArrowheads="1"/>
          </p:cNvSpPr>
          <p:nvPr/>
        </p:nvSpPr>
        <p:spPr bwMode="ltGray">
          <a:xfrm>
            <a:off x="2273301" y="107951"/>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80261" name="Rectangle 5">
            <a:extLst>
              <a:ext uri="{FF2B5EF4-FFF2-40B4-BE49-F238E27FC236}">
                <a16:creationId xmlns:a16="http://schemas.microsoft.com/office/drawing/2014/main" id="{E0D7921F-E237-4772-AFFF-5B514C79C38A}"/>
              </a:ext>
            </a:extLst>
          </p:cNvPr>
          <p:cNvSpPr>
            <a:spLocks noChangeArrowheads="1"/>
          </p:cNvSpPr>
          <p:nvPr/>
        </p:nvSpPr>
        <p:spPr bwMode="ltGray">
          <a:xfrm>
            <a:off x="2014539" y="530226"/>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80262" name="Rectangle 6">
            <a:extLst>
              <a:ext uri="{FF2B5EF4-FFF2-40B4-BE49-F238E27FC236}">
                <a16:creationId xmlns:a16="http://schemas.microsoft.com/office/drawing/2014/main" id="{2DCD4B6A-2539-4250-BC07-A601E0A2481E}"/>
              </a:ext>
            </a:extLst>
          </p:cNvPr>
          <p:cNvSpPr>
            <a:spLocks noChangeArrowheads="1"/>
          </p:cNvSpPr>
          <p:nvPr/>
        </p:nvSpPr>
        <p:spPr bwMode="ltGray">
          <a:xfrm>
            <a:off x="2384425" y="530226"/>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80263" name="Rectangle 7">
            <a:extLst>
              <a:ext uri="{FF2B5EF4-FFF2-40B4-BE49-F238E27FC236}">
                <a16:creationId xmlns:a16="http://schemas.microsoft.com/office/drawing/2014/main" id="{AF6F6713-3AA7-492D-8B30-4B509BFBE6F5}"/>
              </a:ext>
            </a:extLst>
          </p:cNvPr>
          <p:cNvSpPr>
            <a:spLocks noChangeArrowheads="1"/>
          </p:cNvSpPr>
          <p:nvPr/>
        </p:nvSpPr>
        <p:spPr bwMode="ltGray">
          <a:xfrm>
            <a:off x="1600200" y="457201"/>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80264" name="Rectangle 8">
            <a:extLst>
              <a:ext uri="{FF2B5EF4-FFF2-40B4-BE49-F238E27FC236}">
                <a16:creationId xmlns:a16="http://schemas.microsoft.com/office/drawing/2014/main" id="{FDF3A2DF-477D-429F-8B42-C850BF3A9C2F}"/>
              </a:ext>
            </a:extLst>
          </p:cNvPr>
          <p:cNvSpPr>
            <a:spLocks noChangeArrowheads="1"/>
          </p:cNvSpPr>
          <p:nvPr/>
        </p:nvSpPr>
        <p:spPr bwMode="gray">
          <a:xfrm>
            <a:off x="2235200" y="1"/>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80265" name="Rectangle 9">
            <a:extLst>
              <a:ext uri="{FF2B5EF4-FFF2-40B4-BE49-F238E27FC236}">
                <a16:creationId xmlns:a16="http://schemas.microsoft.com/office/drawing/2014/main" id="{54C53708-F84C-4F95-8E3A-B316989853AA}"/>
              </a:ext>
            </a:extLst>
          </p:cNvPr>
          <p:cNvSpPr>
            <a:spLocks noChangeArrowheads="1"/>
          </p:cNvSpPr>
          <p:nvPr/>
        </p:nvSpPr>
        <p:spPr bwMode="gray">
          <a:xfrm>
            <a:off x="1966914"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pic>
        <p:nvPicPr>
          <p:cNvPr id="480266" name="Picture 10">
            <a:extLst>
              <a:ext uri="{FF2B5EF4-FFF2-40B4-BE49-F238E27FC236}">
                <a16:creationId xmlns:a16="http://schemas.microsoft.com/office/drawing/2014/main" id="{4F2FEE55-5A87-4713-8FB7-46B66AA4CB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00300" y="990601"/>
            <a:ext cx="7048500" cy="5262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1">
            <a:extLst>
              <a:ext uri="{FF2B5EF4-FFF2-40B4-BE49-F238E27FC236}">
                <a16:creationId xmlns:a16="http://schemas.microsoft.com/office/drawing/2014/main" id="{A2A78090-ED01-49D0-9B9C-29F4AD96C889}"/>
              </a:ext>
            </a:extLst>
          </p:cNvPr>
          <p:cNvSpPr>
            <a:spLocks noGrp="1"/>
          </p:cNvSpPr>
          <p:nvPr>
            <p:ph type="ftr" sz="quarter" idx="10"/>
          </p:nvPr>
        </p:nvSpPr>
        <p:spPr/>
        <p:txBody>
          <a:bodyPr/>
          <a:lstStyle/>
          <a:p>
            <a:r>
              <a:rPr lang="en-US" altLang="en-US"/>
              <a:t>TCP/IP Protocol Suite</a:t>
            </a:r>
          </a:p>
        </p:txBody>
      </p:sp>
      <p:sp>
        <p:nvSpPr>
          <p:cNvPr id="7" name="Slide Number Placeholder 2">
            <a:extLst>
              <a:ext uri="{FF2B5EF4-FFF2-40B4-BE49-F238E27FC236}">
                <a16:creationId xmlns:a16="http://schemas.microsoft.com/office/drawing/2014/main" id="{605FD0EB-3994-4B8C-BC65-8EFBE77D77A9}"/>
              </a:ext>
            </a:extLst>
          </p:cNvPr>
          <p:cNvSpPr>
            <a:spLocks noGrp="1"/>
          </p:cNvSpPr>
          <p:nvPr>
            <p:ph type="sldNum" sz="quarter" idx="11"/>
          </p:nvPr>
        </p:nvSpPr>
        <p:spPr/>
        <p:txBody>
          <a:bodyPr/>
          <a:lstStyle/>
          <a:p>
            <a:fld id="{D593CAFA-D87F-4613-A28B-BCC6103CA95F}" type="slidenum">
              <a:rPr lang="en-US" altLang="en-US"/>
              <a:pPr/>
              <a:t>9</a:t>
            </a:fld>
            <a:endParaRPr lang="en-US" altLang="en-US"/>
          </a:p>
        </p:txBody>
      </p:sp>
      <p:sp>
        <p:nvSpPr>
          <p:cNvPr id="500738" name="Rectangle 2">
            <a:extLst>
              <a:ext uri="{FF2B5EF4-FFF2-40B4-BE49-F238E27FC236}">
                <a16:creationId xmlns:a16="http://schemas.microsoft.com/office/drawing/2014/main" id="{3283C5DA-1E42-45F2-BEDC-4AE28C8E86E0}"/>
              </a:ext>
            </a:extLst>
          </p:cNvPr>
          <p:cNvSpPr>
            <a:spLocks noChangeArrowheads="1"/>
          </p:cNvSpPr>
          <p:nvPr/>
        </p:nvSpPr>
        <p:spPr bwMode="auto">
          <a:xfrm>
            <a:off x="2362200" y="2195514"/>
            <a:ext cx="7543800" cy="2346325"/>
          </a:xfrm>
          <a:prstGeom prst="rect">
            <a:avLst/>
          </a:prstGeom>
          <a:solidFill>
            <a:schemeClr val="bg1"/>
          </a:solidFill>
          <a:ln w="57150">
            <a:solidFill>
              <a:srgbClr val="FF00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ts val="1200"/>
              </a:spcBef>
              <a:spcAft>
                <a:spcPts val="1000"/>
              </a:spcAft>
            </a:pPr>
            <a:r>
              <a:rPr lang="en-US" altLang="en-US" sz="3600" i="1">
                <a:latin typeface="Times New Roman" panose="02020603050405020304" pitchFamily="18" charset="0"/>
              </a:rPr>
              <a:t>When the sender is connected to the mail server via a LAN or a WAN, we need two UAs and two pairs of MTAs (client and server).</a:t>
            </a:r>
          </a:p>
        </p:txBody>
      </p:sp>
      <p:sp>
        <p:nvSpPr>
          <p:cNvPr id="500739" name="PubRRectCallout">
            <a:extLst>
              <a:ext uri="{FF2B5EF4-FFF2-40B4-BE49-F238E27FC236}">
                <a16:creationId xmlns:a16="http://schemas.microsoft.com/office/drawing/2014/main" id="{549F9DC5-0AE0-4ED7-BA18-F02ABF298BFF}"/>
              </a:ext>
            </a:extLst>
          </p:cNvPr>
          <p:cNvSpPr>
            <a:spLocks noEditPoints="1" noChangeArrowheads="1"/>
          </p:cNvSpPr>
          <p:nvPr/>
        </p:nvSpPr>
        <p:spPr bwMode="auto">
          <a:xfrm>
            <a:off x="2362200" y="990600"/>
            <a:ext cx="2743200" cy="1143000"/>
          </a:xfrm>
          <a:custGeom>
            <a:avLst/>
            <a:gdLst>
              <a:gd name="G0" fmla="+- 0 0 0"/>
              <a:gd name="G1" fmla="+- 8607 0 0"/>
              <a:gd name="T0" fmla="*/ 10800 w 21600"/>
              <a:gd name="T1" fmla="*/ 0 h 21600"/>
              <a:gd name="T2" fmla="*/ 0 w 21600"/>
              <a:gd name="T3" fmla="*/ 8638 h 21600"/>
              <a:gd name="T4" fmla="*/ 8607 w 21600"/>
              <a:gd name="T5" fmla="*/ 21600 h 21600"/>
              <a:gd name="T6" fmla="*/ 10800 w 21600"/>
              <a:gd name="T7" fmla="*/ 17277 h 21600"/>
              <a:gd name="T8" fmla="*/ 21600 w 21600"/>
              <a:gd name="T9" fmla="*/ 8638 h 21600"/>
              <a:gd name="T10" fmla="*/ 17694720 60000 65536"/>
              <a:gd name="T11" fmla="*/ 11796480 60000 65536"/>
              <a:gd name="T12" fmla="*/ 5898240 60000 65536"/>
              <a:gd name="T13" fmla="*/ 5898240 60000 65536"/>
              <a:gd name="T14" fmla="*/ 0 60000 65536"/>
              <a:gd name="T15" fmla="*/ 145 w 21600"/>
              <a:gd name="T16" fmla="*/ 145 h 21600"/>
              <a:gd name="T17" fmla="*/ 21409 w 21600"/>
              <a:gd name="T18" fmla="*/ 17106 h 21600"/>
            </a:gdLst>
            <a:ahLst/>
            <a:cxnLst>
              <a:cxn ang="T10">
                <a:pos x="T0" y="T1"/>
              </a:cxn>
              <a:cxn ang="T11">
                <a:pos x="T2" y="T3"/>
              </a:cxn>
              <a:cxn ang="T12">
                <a:pos x="T4" y="T5"/>
              </a:cxn>
              <a:cxn ang="T13">
                <a:pos x="T6" y="T7"/>
              </a:cxn>
              <a:cxn ang="T14">
                <a:pos x="T8" y="T9"/>
              </a:cxn>
            </a:cxnLst>
            <a:rect l="T15" t="T16" r="T17" b="T18"/>
            <a:pathLst>
              <a:path w="21600" h="21600">
                <a:moveTo>
                  <a:pt x="532" y="0"/>
                </a:moveTo>
                <a:cubicBezTo>
                  <a:pt x="238" y="0"/>
                  <a:pt x="0" y="238"/>
                  <a:pt x="0" y="532"/>
                </a:cubicBezTo>
                <a:lnTo>
                  <a:pt x="0" y="16745"/>
                </a:lnTo>
                <a:cubicBezTo>
                  <a:pt x="0" y="17039"/>
                  <a:pt x="238" y="17277"/>
                  <a:pt x="532" y="17277"/>
                </a:cubicBezTo>
                <a:lnTo>
                  <a:pt x="2623" y="17277"/>
                </a:lnTo>
                <a:lnTo>
                  <a:pt x="8607" y="21600"/>
                </a:lnTo>
                <a:lnTo>
                  <a:pt x="6515" y="17277"/>
                </a:lnTo>
                <a:lnTo>
                  <a:pt x="21016" y="17277"/>
                </a:lnTo>
                <a:cubicBezTo>
                  <a:pt x="21339" y="17277"/>
                  <a:pt x="21600" y="17039"/>
                  <a:pt x="21600" y="16745"/>
                </a:cubicBezTo>
                <a:lnTo>
                  <a:pt x="21600" y="532"/>
                </a:lnTo>
                <a:cubicBezTo>
                  <a:pt x="21600" y="238"/>
                  <a:pt x="21339" y="0"/>
                  <a:pt x="21016" y="0"/>
                </a:cubicBezTo>
                <a:close/>
              </a:path>
            </a:pathLst>
          </a:custGeom>
          <a:solidFill>
            <a:srgbClr val="FFFF00"/>
          </a:solidFill>
          <a:ln w="9525">
            <a:solidFill>
              <a:srgbClr val="000000"/>
            </a:solidFill>
            <a:miter lim="800000"/>
            <a:headEnd/>
            <a:tailEnd/>
          </a:ln>
          <a:effectLst>
            <a:outerShdw dist="107763" dir="2700000" algn="ctr" rotWithShape="0">
              <a:srgbClr val="808080"/>
            </a:outerShdw>
          </a:effectLst>
        </p:spPr>
        <p:txBody>
          <a:bodyPr/>
          <a:lstStyle/>
          <a:p>
            <a:endParaRPr lang="en-IN"/>
          </a:p>
        </p:txBody>
      </p:sp>
      <p:pic>
        <p:nvPicPr>
          <p:cNvPr id="500740" name="Picture 4">
            <a:extLst>
              <a:ext uri="{FF2B5EF4-FFF2-40B4-BE49-F238E27FC236}">
                <a16:creationId xmlns:a16="http://schemas.microsoft.com/office/drawing/2014/main" id="{CD88A017-E604-4EE2-98DC-D50EBA806B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8400" y="990600"/>
            <a:ext cx="782638"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00741" name="Text Box 5">
            <a:extLst>
              <a:ext uri="{FF2B5EF4-FFF2-40B4-BE49-F238E27FC236}">
                <a16:creationId xmlns:a16="http://schemas.microsoft.com/office/drawing/2014/main" id="{ACB18AAC-64E4-4C63-8753-CB5729F437A6}"/>
              </a:ext>
            </a:extLst>
          </p:cNvPr>
          <p:cNvSpPr txBox="1">
            <a:spLocks noChangeArrowheads="1"/>
          </p:cNvSpPr>
          <p:nvPr/>
        </p:nvSpPr>
        <p:spPr bwMode="auto">
          <a:xfrm>
            <a:off x="3657600" y="1143000"/>
            <a:ext cx="12001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3600">
                <a:effectLst>
                  <a:outerShdw blurRad="38100" dist="38100" dir="2700000" algn="tl">
                    <a:srgbClr val="C0C0C0"/>
                  </a:outerShdw>
                </a:effectLst>
                <a:latin typeface="Times New Roman" panose="02020603050405020304" pitchFamily="18" charset="0"/>
              </a:rPr>
              <a:t>Note: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ooter Placeholder 1">
            <a:extLst>
              <a:ext uri="{FF2B5EF4-FFF2-40B4-BE49-F238E27FC236}">
                <a16:creationId xmlns:a16="http://schemas.microsoft.com/office/drawing/2014/main" id="{245A699C-D9AB-4346-93FF-E604C1C02439}"/>
              </a:ext>
            </a:extLst>
          </p:cNvPr>
          <p:cNvSpPr>
            <a:spLocks noGrp="1"/>
          </p:cNvSpPr>
          <p:nvPr>
            <p:ph type="ftr" sz="quarter" idx="10"/>
          </p:nvPr>
        </p:nvSpPr>
        <p:spPr/>
        <p:txBody>
          <a:bodyPr/>
          <a:lstStyle/>
          <a:p>
            <a:r>
              <a:rPr lang="en-US" altLang="en-US"/>
              <a:t>TCP/IP Protocol Suite</a:t>
            </a:r>
          </a:p>
        </p:txBody>
      </p:sp>
      <p:sp>
        <p:nvSpPr>
          <p:cNvPr id="12" name="Slide Number Placeholder 2">
            <a:extLst>
              <a:ext uri="{FF2B5EF4-FFF2-40B4-BE49-F238E27FC236}">
                <a16:creationId xmlns:a16="http://schemas.microsoft.com/office/drawing/2014/main" id="{14092CD4-961F-4353-B02C-AD270BA1F862}"/>
              </a:ext>
            </a:extLst>
          </p:cNvPr>
          <p:cNvSpPr>
            <a:spLocks noGrp="1"/>
          </p:cNvSpPr>
          <p:nvPr>
            <p:ph type="sldNum" sz="quarter" idx="11"/>
          </p:nvPr>
        </p:nvSpPr>
        <p:spPr/>
        <p:txBody>
          <a:bodyPr/>
          <a:lstStyle/>
          <a:p>
            <a:fld id="{3A1FFB51-27FF-4A01-8CF0-DC09117E1AD6}" type="slidenum">
              <a:rPr lang="en-US" altLang="en-US"/>
              <a:pPr/>
              <a:t>10</a:t>
            </a:fld>
            <a:endParaRPr lang="en-US" altLang="en-US"/>
          </a:p>
        </p:txBody>
      </p:sp>
      <p:sp>
        <p:nvSpPr>
          <p:cNvPr id="481282" name="Text Box 2">
            <a:extLst>
              <a:ext uri="{FF2B5EF4-FFF2-40B4-BE49-F238E27FC236}">
                <a16:creationId xmlns:a16="http://schemas.microsoft.com/office/drawing/2014/main" id="{59B47E80-700E-4461-888D-1A1E7A0C3943}"/>
              </a:ext>
            </a:extLst>
          </p:cNvPr>
          <p:cNvSpPr txBox="1">
            <a:spLocks noChangeArrowheads="1"/>
          </p:cNvSpPr>
          <p:nvPr/>
        </p:nvSpPr>
        <p:spPr bwMode="auto">
          <a:xfrm>
            <a:off x="2514600" y="90488"/>
            <a:ext cx="57150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solidFill>
                  <a:srgbClr val="0000FF"/>
                </a:solidFill>
                <a:latin typeface="Times New Roman" panose="02020603050405020304" pitchFamily="18" charset="0"/>
              </a:rPr>
              <a:t>Figure 20.4</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Fourth scenario</a:t>
            </a:r>
          </a:p>
        </p:txBody>
      </p:sp>
      <p:sp>
        <p:nvSpPr>
          <p:cNvPr id="481283" name="Rectangle 3">
            <a:extLst>
              <a:ext uri="{FF2B5EF4-FFF2-40B4-BE49-F238E27FC236}">
                <a16:creationId xmlns:a16="http://schemas.microsoft.com/office/drawing/2014/main" id="{BD58E343-C3BE-44C5-B52A-20E532E6E6E6}"/>
              </a:ext>
            </a:extLst>
          </p:cNvPr>
          <p:cNvSpPr>
            <a:spLocks noChangeArrowheads="1"/>
          </p:cNvSpPr>
          <p:nvPr/>
        </p:nvSpPr>
        <p:spPr bwMode="ltGray">
          <a:xfrm>
            <a:off x="1890713" y="107951"/>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81284" name="Rectangle 4">
            <a:extLst>
              <a:ext uri="{FF2B5EF4-FFF2-40B4-BE49-F238E27FC236}">
                <a16:creationId xmlns:a16="http://schemas.microsoft.com/office/drawing/2014/main" id="{E75D7144-C7E7-4652-B653-90FC00C370BC}"/>
              </a:ext>
            </a:extLst>
          </p:cNvPr>
          <p:cNvSpPr>
            <a:spLocks noChangeArrowheads="1"/>
          </p:cNvSpPr>
          <p:nvPr/>
        </p:nvSpPr>
        <p:spPr bwMode="ltGray">
          <a:xfrm>
            <a:off x="2273301" y="107951"/>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81285" name="Rectangle 5">
            <a:extLst>
              <a:ext uri="{FF2B5EF4-FFF2-40B4-BE49-F238E27FC236}">
                <a16:creationId xmlns:a16="http://schemas.microsoft.com/office/drawing/2014/main" id="{609A0ED5-2D42-4A52-B1CE-765BC0D02B30}"/>
              </a:ext>
            </a:extLst>
          </p:cNvPr>
          <p:cNvSpPr>
            <a:spLocks noChangeArrowheads="1"/>
          </p:cNvSpPr>
          <p:nvPr/>
        </p:nvSpPr>
        <p:spPr bwMode="ltGray">
          <a:xfrm>
            <a:off x="2014539" y="530226"/>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81286" name="Rectangle 6">
            <a:extLst>
              <a:ext uri="{FF2B5EF4-FFF2-40B4-BE49-F238E27FC236}">
                <a16:creationId xmlns:a16="http://schemas.microsoft.com/office/drawing/2014/main" id="{68F63AC2-3A40-4A76-9034-D1BEBBB3FEDC}"/>
              </a:ext>
            </a:extLst>
          </p:cNvPr>
          <p:cNvSpPr>
            <a:spLocks noChangeArrowheads="1"/>
          </p:cNvSpPr>
          <p:nvPr/>
        </p:nvSpPr>
        <p:spPr bwMode="ltGray">
          <a:xfrm>
            <a:off x="2384425" y="530226"/>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81287" name="Rectangle 7">
            <a:extLst>
              <a:ext uri="{FF2B5EF4-FFF2-40B4-BE49-F238E27FC236}">
                <a16:creationId xmlns:a16="http://schemas.microsoft.com/office/drawing/2014/main" id="{573FD686-E742-4C61-9A4B-0A35F040D129}"/>
              </a:ext>
            </a:extLst>
          </p:cNvPr>
          <p:cNvSpPr>
            <a:spLocks noChangeArrowheads="1"/>
          </p:cNvSpPr>
          <p:nvPr/>
        </p:nvSpPr>
        <p:spPr bwMode="ltGray">
          <a:xfrm>
            <a:off x="1600200" y="457201"/>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81288" name="Rectangle 8">
            <a:extLst>
              <a:ext uri="{FF2B5EF4-FFF2-40B4-BE49-F238E27FC236}">
                <a16:creationId xmlns:a16="http://schemas.microsoft.com/office/drawing/2014/main" id="{B8A3FA24-15AF-407B-92AC-49CA1B64515C}"/>
              </a:ext>
            </a:extLst>
          </p:cNvPr>
          <p:cNvSpPr>
            <a:spLocks noChangeArrowheads="1"/>
          </p:cNvSpPr>
          <p:nvPr/>
        </p:nvSpPr>
        <p:spPr bwMode="gray">
          <a:xfrm>
            <a:off x="2235200" y="1"/>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81289" name="Rectangle 9">
            <a:extLst>
              <a:ext uri="{FF2B5EF4-FFF2-40B4-BE49-F238E27FC236}">
                <a16:creationId xmlns:a16="http://schemas.microsoft.com/office/drawing/2014/main" id="{DD336547-D2AF-4A14-8D4D-0C4B5C977410}"/>
              </a:ext>
            </a:extLst>
          </p:cNvPr>
          <p:cNvSpPr>
            <a:spLocks noChangeArrowheads="1"/>
          </p:cNvSpPr>
          <p:nvPr/>
        </p:nvSpPr>
        <p:spPr bwMode="gray">
          <a:xfrm>
            <a:off x="1966914"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pic>
        <p:nvPicPr>
          <p:cNvPr id="481290" name="Picture 10">
            <a:extLst>
              <a:ext uri="{FF2B5EF4-FFF2-40B4-BE49-F238E27FC236}">
                <a16:creationId xmlns:a16="http://schemas.microsoft.com/office/drawing/2014/main" id="{6AF51DD7-0B9C-4FE0-A47A-C87A4EA392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9364" y="1155700"/>
            <a:ext cx="7158037" cy="5092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ooter Placeholder 1">
            <a:extLst>
              <a:ext uri="{FF2B5EF4-FFF2-40B4-BE49-F238E27FC236}">
                <a16:creationId xmlns:a16="http://schemas.microsoft.com/office/drawing/2014/main" id="{53385440-3043-420E-9991-01E85A0DD0EE}"/>
              </a:ext>
            </a:extLst>
          </p:cNvPr>
          <p:cNvSpPr>
            <a:spLocks noGrp="1"/>
          </p:cNvSpPr>
          <p:nvPr>
            <p:ph type="ftr" sz="quarter" idx="10"/>
          </p:nvPr>
        </p:nvSpPr>
        <p:spPr/>
        <p:txBody>
          <a:bodyPr/>
          <a:lstStyle/>
          <a:p>
            <a:r>
              <a:rPr lang="en-US" altLang="en-US"/>
              <a:t>TCP/IP Protocol Suite</a:t>
            </a:r>
          </a:p>
        </p:txBody>
      </p:sp>
      <p:sp>
        <p:nvSpPr>
          <p:cNvPr id="12" name="Slide Number Placeholder 2">
            <a:extLst>
              <a:ext uri="{FF2B5EF4-FFF2-40B4-BE49-F238E27FC236}">
                <a16:creationId xmlns:a16="http://schemas.microsoft.com/office/drawing/2014/main" id="{07F44B50-53F1-4051-9426-9E440031FAFA}"/>
              </a:ext>
            </a:extLst>
          </p:cNvPr>
          <p:cNvSpPr>
            <a:spLocks noGrp="1"/>
          </p:cNvSpPr>
          <p:nvPr>
            <p:ph type="sldNum" sz="quarter" idx="11"/>
          </p:nvPr>
        </p:nvSpPr>
        <p:spPr/>
        <p:txBody>
          <a:bodyPr/>
          <a:lstStyle/>
          <a:p>
            <a:fld id="{5B071B25-7EBA-4D9F-B751-4FC90A9EDAFC}" type="slidenum">
              <a:rPr lang="en-US" altLang="en-US"/>
              <a:pPr/>
              <a:t>11</a:t>
            </a:fld>
            <a:endParaRPr lang="en-US" altLang="en-US"/>
          </a:p>
        </p:txBody>
      </p:sp>
      <p:sp>
        <p:nvSpPr>
          <p:cNvPr id="482306" name="Text Box 2">
            <a:extLst>
              <a:ext uri="{FF2B5EF4-FFF2-40B4-BE49-F238E27FC236}">
                <a16:creationId xmlns:a16="http://schemas.microsoft.com/office/drawing/2014/main" id="{B4606947-C115-4D36-B386-7D6E72E17F1E}"/>
              </a:ext>
            </a:extLst>
          </p:cNvPr>
          <p:cNvSpPr txBox="1">
            <a:spLocks noChangeArrowheads="1"/>
          </p:cNvSpPr>
          <p:nvPr/>
        </p:nvSpPr>
        <p:spPr bwMode="auto">
          <a:xfrm>
            <a:off x="2514600" y="90488"/>
            <a:ext cx="57150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solidFill>
                  <a:srgbClr val="0000FF"/>
                </a:solidFill>
                <a:latin typeface="Times New Roman" panose="02020603050405020304" pitchFamily="18" charset="0"/>
              </a:rPr>
              <a:t>Figure 20.5</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Push vs. pull</a:t>
            </a:r>
          </a:p>
        </p:txBody>
      </p:sp>
      <p:sp>
        <p:nvSpPr>
          <p:cNvPr id="482307" name="Rectangle 3">
            <a:extLst>
              <a:ext uri="{FF2B5EF4-FFF2-40B4-BE49-F238E27FC236}">
                <a16:creationId xmlns:a16="http://schemas.microsoft.com/office/drawing/2014/main" id="{23B788E3-7B38-4454-885E-A02CF6EEC78B}"/>
              </a:ext>
            </a:extLst>
          </p:cNvPr>
          <p:cNvSpPr>
            <a:spLocks noChangeArrowheads="1"/>
          </p:cNvSpPr>
          <p:nvPr/>
        </p:nvSpPr>
        <p:spPr bwMode="ltGray">
          <a:xfrm>
            <a:off x="1890713" y="107951"/>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82308" name="Rectangle 4">
            <a:extLst>
              <a:ext uri="{FF2B5EF4-FFF2-40B4-BE49-F238E27FC236}">
                <a16:creationId xmlns:a16="http://schemas.microsoft.com/office/drawing/2014/main" id="{336F60B5-BA64-4024-9D7B-2E80B56A80DF}"/>
              </a:ext>
            </a:extLst>
          </p:cNvPr>
          <p:cNvSpPr>
            <a:spLocks noChangeArrowheads="1"/>
          </p:cNvSpPr>
          <p:nvPr/>
        </p:nvSpPr>
        <p:spPr bwMode="ltGray">
          <a:xfrm>
            <a:off x="2273301" y="107951"/>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82309" name="Rectangle 5">
            <a:extLst>
              <a:ext uri="{FF2B5EF4-FFF2-40B4-BE49-F238E27FC236}">
                <a16:creationId xmlns:a16="http://schemas.microsoft.com/office/drawing/2014/main" id="{55381BCF-5A16-4151-8D2D-29E7994F5477}"/>
              </a:ext>
            </a:extLst>
          </p:cNvPr>
          <p:cNvSpPr>
            <a:spLocks noChangeArrowheads="1"/>
          </p:cNvSpPr>
          <p:nvPr/>
        </p:nvSpPr>
        <p:spPr bwMode="ltGray">
          <a:xfrm>
            <a:off x="2014539" y="530226"/>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82310" name="Rectangle 6">
            <a:extLst>
              <a:ext uri="{FF2B5EF4-FFF2-40B4-BE49-F238E27FC236}">
                <a16:creationId xmlns:a16="http://schemas.microsoft.com/office/drawing/2014/main" id="{126BFE56-9D4B-4CF8-A2C9-98547CC7942E}"/>
              </a:ext>
            </a:extLst>
          </p:cNvPr>
          <p:cNvSpPr>
            <a:spLocks noChangeArrowheads="1"/>
          </p:cNvSpPr>
          <p:nvPr/>
        </p:nvSpPr>
        <p:spPr bwMode="ltGray">
          <a:xfrm>
            <a:off x="2384425" y="530226"/>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82311" name="Rectangle 7">
            <a:extLst>
              <a:ext uri="{FF2B5EF4-FFF2-40B4-BE49-F238E27FC236}">
                <a16:creationId xmlns:a16="http://schemas.microsoft.com/office/drawing/2014/main" id="{38DC1385-EF11-4CC7-B34D-3C83DBEEAB25}"/>
              </a:ext>
            </a:extLst>
          </p:cNvPr>
          <p:cNvSpPr>
            <a:spLocks noChangeArrowheads="1"/>
          </p:cNvSpPr>
          <p:nvPr/>
        </p:nvSpPr>
        <p:spPr bwMode="ltGray">
          <a:xfrm>
            <a:off x="1600200" y="457201"/>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82312" name="Rectangle 8">
            <a:extLst>
              <a:ext uri="{FF2B5EF4-FFF2-40B4-BE49-F238E27FC236}">
                <a16:creationId xmlns:a16="http://schemas.microsoft.com/office/drawing/2014/main" id="{9D9B8724-B5DD-4964-A3C7-81B6F7841F32}"/>
              </a:ext>
            </a:extLst>
          </p:cNvPr>
          <p:cNvSpPr>
            <a:spLocks noChangeArrowheads="1"/>
          </p:cNvSpPr>
          <p:nvPr/>
        </p:nvSpPr>
        <p:spPr bwMode="gray">
          <a:xfrm>
            <a:off x="2235200" y="1"/>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82313" name="Rectangle 9">
            <a:extLst>
              <a:ext uri="{FF2B5EF4-FFF2-40B4-BE49-F238E27FC236}">
                <a16:creationId xmlns:a16="http://schemas.microsoft.com/office/drawing/2014/main" id="{8BC7C742-72DE-40BD-914A-1D47C70613BC}"/>
              </a:ext>
            </a:extLst>
          </p:cNvPr>
          <p:cNvSpPr>
            <a:spLocks noChangeArrowheads="1"/>
          </p:cNvSpPr>
          <p:nvPr/>
        </p:nvSpPr>
        <p:spPr bwMode="gray">
          <a:xfrm>
            <a:off x="1966914"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pic>
        <p:nvPicPr>
          <p:cNvPr id="482314" name="Picture 10">
            <a:extLst>
              <a:ext uri="{FF2B5EF4-FFF2-40B4-BE49-F238E27FC236}">
                <a16:creationId xmlns:a16="http://schemas.microsoft.com/office/drawing/2014/main" id="{DA202F2A-B7FA-4A7C-ABA3-F985D1D83C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0214" y="1598614"/>
            <a:ext cx="6249987" cy="3660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1">
            <a:extLst>
              <a:ext uri="{FF2B5EF4-FFF2-40B4-BE49-F238E27FC236}">
                <a16:creationId xmlns:a16="http://schemas.microsoft.com/office/drawing/2014/main" id="{CEE3A281-53D3-448C-977E-2859B027CB38}"/>
              </a:ext>
            </a:extLst>
          </p:cNvPr>
          <p:cNvSpPr>
            <a:spLocks noGrp="1"/>
          </p:cNvSpPr>
          <p:nvPr>
            <p:ph type="ftr" sz="quarter" idx="10"/>
          </p:nvPr>
        </p:nvSpPr>
        <p:spPr/>
        <p:txBody>
          <a:bodyPr/>
          <a:lstStyle/>
          <a:p>
            <a:r>
              <a:rPr lang="en-US" altLang="en-US"/>
              <a:t>TCP/IP Protocol Suite</a:t>
            </a:r>
          </a:p>
        </p:txBody>
      </p:sp>
      <p:sp>
        <p:nvSpPr>
          <p:cNvPr id="7" name="Slide Number Placeholder 2">
            <a:extLst>
              <a:ext uri="{FF2B5EF4-FFF2-40B4-BE49-F238E27FC236}">
                <a16:creationId xmlns:a16="http://schemas.microsoft.com/office/drawing/2014/main" id="{F61FF36D-0038-4394-B47B-928F3175DED7}"/>
              </a:ext>
            </a:extLst>
          </p:cNvPr>
          <p:cNvSpPr>
            <a:spLocks noGrp="1"/>
          </p:cNvSpPr>
          <p:nvPr>
            <p:ph type="sldNum" sz="quarter" idx="11"/>
          </p:nvPr>
        </p:nvSpPr>
        <p:spPr/>
        <p:txBody>
          <a:bodyPr/>
          <a:lstStyle/>
          <a:p>
            <a:fld id="{60C55501-74EE-46A2-934F-DFF81CE1001E}" type="slidenum">
              <a:rPr lang="en-US" altLang="en-US"/>
              <a:pPr/>
              <a:t>12</a:t>
            </a:fld>
            <a:endParaRPr lang="en-US" altLang="en-US"/>
          </a:p>
        </p:txBody>
      </p:sp>
      <p:sp>
        <p:nvSpPr>
          <p:cNvPr id="501762" name="Rectangle 2">
            <a:extLst>
              <a:ext uri="{FF2B5EF4-FFF2-40B4-BE49-F238E27FC236}">
                <a16:creationId xmlns:a16="http://schemas.microsoft.com/office/drawing/2014/main" id="{952F64CC-F9BB-49F6-9ED7-72CC81734CE4}"/>
              </a:ext>
            </a:extLst>
          </p:cNvPr>
          <p:cNvSpPr>
            <a:spLocks noChangeArrowheads="1"/>
          </p:cNvSpPr>
          <p:nvPr/>
        </p:nvSpPr>
        <p:spPr bwMode="auto">
          <a:xfrm>
            <a:off x="2362200" y="2195513"/>
            <a:ext cx="7543800" cy="3416320"/>
          </a:xfrm>
          <a:prstGeom prst="rect">
            <a:avLst/>
          </a:prstGeom>
          <a:solidFill>
            <a:schemeClr val="bg1"/>
          </a:solidFill>
          <a:ln w="57150">
            <a:solidFill>
              <a:srgbClr val="FF00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ts val="1200"/>
              </a:spcBef>
              <a:spcAft>
                <a:spcPts val="1000"/>
              </a:spcAft>
            </a:pPr>
            <a:r>
              <a:rPr lang="en-US" altLang="en-US" sz="3600" i="1">
                <a:latin typeface="Times New Roman" panose="02020603050405020304" pitchFamily="18" charset="0"/>
              </a:rPr>
              <a:t>When both sender and receiver are connected to the mail server via a LAN or a WAN, we need two UAs, two pairs of MTAs (client and server), and a pair of MAAs (client and server). </a:t>
            </a:r>
            <a:r>
              <a:rPr lang="en-US" altLang="en-US" sz="3600" i="1">
                <a:solidFill>
                  <a:schemeClr val="hlink"/>
                </a:solidFill>
                <a:latin typeface="Times New Roman" panose="02020603050405020304" pitchFamily="18" charset="0"/>
              </a:rPr>
              <a:t>This is the most common situation today.</a:t>
            </a:r>
          </a:p>
        </p:txBody>
      </p:sp>
      <p:sp>
        <p:nvSpPr>
          <p:cNvPr id="501763" name="PubRRectCallout">
            <a:extLst>
              <a:ext uri="{FF2B5EF4-FFF2-40B4-BE49-F238E27FC236}">
                <a16:creationId xmlns:a16="http://schemas.microsoft.com/office/drawing/2014/main" id="{11C209CF-C724-47FA-8985-754C61CB2F03}"/>
              </a:ext>
            </a:extLst>
          </p:cNvPr>
          <p:cNvSpPr>
            <a:spLocks noEditPoints="1" noChangeArrowheads="1"/>
          </p:cNvSpPr>
          <p:nvPr/>
        </p:nvSpPr>
        <p:spPr bwMode="auto">
          <a:xfrm>
            <a:off x="2362200" y="990600"/>
            <a:ext cx="2743200" cy="1143000"/>
          </a:xfrm>
          <a:custGeom>
            <a:avLst/>
            <a:gdLst>
              <a:gd name="G0" fmla="+- 0 0 0"/>
              <a:gd name="G1" fmla="+- 8607 0 0"/>
              <a:gd name="T0" fmla="*/ 10800 w 21600"/>
              <a:gd name="T1" fmla="*/ 0 h 21600"/>
              <a:gd name="T2" fmla="*/ 0 w 21600"/>
              <a:gd name="T3" fmla="*/ 8638 h 21600"/>
              <a:gd name="T4" fmla="*/ 8607 w 21600"/>
              <a:gd name="T5" fmla="*/ 21600 h 21600"/>
              <a:gd name="T6" fmla="*/ 10800 w 21600"/>
              <a:gd name="T7" fmla="*/ 17277 h 21600"/>
              <a:gd name="T8" fmla="*/ 21600 w 21600"/>
              <a:gd name="T9" fmla="*/ 8638 h 21600"/>
              <a:gd name="T10" fmla="*/ 17694720 60000 65536"/>
              <a:gd name="T11" fmla="*/ 11796480 60000 65536"/>
              <a:gd name="T12" fmla="*/ 5898240 60000 65536"/>
              <a:gd name="T13" fmla="*/ 5898240 60000 65536"/>
              <a:gd name="T14" fmla="*/ 0 60000 65536"/>
              <a:gd name="T15" fmla="*/ 145 w 21600"/>
              <a:gd name="T16" fmla="*/ 145 h 21600"/>
              <a:gd name="T17" fmla="*/ 21409 w 21600"/>
              <a:gd name="T18" fmla="*/ 17106 h 21600"/>
            </a:gdLst>
            <a:ahLst/>
            <a:cxnLst>
              <a:cxn ang="T10">
                <a:pos x="T0" y="T1"/>
              </a:cxn>
              <a:cxn ang="T11">
                <a:pos x="T2" y="T3"/>
              </a:cxn>
              <a:cxn ang="T12">
                <a:pos x="T4" y="T5"/>
              </a:cxn>
              <a:cxn ang="T13">
                <a:pos x="T6" y="T7"/>
              </a:cxn>
              <a:cxn ang="T14">
                <a:pos x="T8" y="T9"/>
              </a:cxn>
            </a:cxnLst>
            <a:rect l="T15" t="T16" r="T17" b="T18"/>
            <a:pathLst>
              <a:path w="21600" h="21600">
                <a:moveTo>
                  <a:pt x="532" y="0"/>
                </a:moveTo>
                <a:cubicBezTo>
                  <a:pt x="238" y="0"/>
                  <a:pt x="0" y="238"/>
                  <a:pt x="0" y="532"/>
                </a:cubicBezTo>
                <a:lnTo>
                  <a:pt x="0" y="16745"/>
                </a:lnTo>
                <a:cubicBezTo>
                  <a:pt x="0" y="17039"/>
                  <a:pt x="238" y="17277"/>
                  <a:pt x="532" y="17277"/>
                </a:cubicBezTo>
                <a:lnTo>
                  <a:pt x="2623" y="17277"/>
                </a:lnTo>
                <a:lnTo>
                  <a:pt x="8607" y="21600"/>
                </a:lnTo>
                <a:lnTo>
                  <a:pt x="6515" y="17277"/>
                </a:lnTo>
                <a:lnTo>
                  <a:pt x="21016" y="17277"/>
                </a:lnTo>
                <a:cubicBezTo>
                  <a:pt x="21339" y="17277"/>
                  <a:pt x="21600" y="17039"/>
                  <a:pt x="21600" y="16745"/>
                </a:cubicBezTo>
                <a:lnTo>
                  <a:pt x="21600" y="532"/>
                </a:lnTo>
                <a:cubicBezTo>
                  <a:pt x="21600" y="238"/>
                  <a:pt x="21339" y="0"/>
                  <a:pt x="21016" y="0"/>
                </a:cubicBezTo>
                <a:close/>
              </a:path>
            </a:pathLst>
          </a:custGeom>
          <a:solidFill>
            <a:srgbClr val="FFFF00"/>
          </a:solidFill>
          <a:ln w="9525">
            <a:solidFill>
              <a:srgbClr val="000000"/>
            </a:solidFill>
            <a:miter lim="800000"/>
            <a:headEnd/>
            <a:tailEnd/>
          </a:ln>
          <a:effectLst>
            <a:outerShdw dist="107763" dir="2700000" algn="ctr" rotWithShape="0">
              <a:srgbClr val="808080"/>
            </a:outerShdw>
          </a:effectLst>
        </p:spPr>
        <p:txBody>
          <a:bodyPr/>
          <a:lstStyle/>
          <a:p>
            <a:endParaRPr lang="en-IN"/>
          </a:p>
        </p:txBody>
      </p:sp>
      <p:pic>
        <p:nvPicPr>
          <p:cNvPr id="501764" name="Picture 4">
            <a:extLst>
              <a:ext uri="{FF2B5EF4-FFF2-40B4-BE49-F238E27FC236}">
                <a16:creationId xmlns:a16="http://schemas.microsoft.com/office/drawing/2014/main" id="{04E86F66-6738-4AD5-9EC0-DAE1F443BF0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8400" y="990600"/>
            <a:ext cx="782638"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01765" name="Text Box 5">
            <a:extLst>
              <a:ext uri="{FF2B5EF4-FFF2-40B4-BE49-F238E27FC236}">
                <a16:creationId xmlns:a16="http://schemas.microsoft.com/office/drawing/2014/main" id="{C75EC274-3146-4173-9F8F-BEBBD7CE38B6}"/>
              </a:ext>
            </a:extLst>
          </p:cNvPr>
          <p:cNvSpPr txBox="1">
            <a:spLocks noChangeArrowheads="1"/>
          </p:cNvSpPr>
          <p:nvPr/>
        </p:nvSpPr>
        <p:spPr bwMode="auto">
          <a:xfrm>
            <a:off x="3657600" y="1143000"/>
            <a:ext cx="12001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3600">
                <a:effectLst>
                  <a:outerShdw blurRad="38100" dist="38100" dir="2700000" algn="tl">
                    <a:srgbClr val="C0C0C0"/>
                  </a:outerShdw>
                </a:effectLst>
                <a:latin typeface="Times New Roman" panose="02020603050405020304" pitchFamily="18" charset="0"/>
              </a:rPr>
              <a:t>Note: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 name="Footer Placeholder 1">
            <a:extLst>
              <a:ext uri="{FF2B5EF4-FFF2-40B4-BE49-F238E27FC236}">
                <a16:creationId xmlns:a16="http://schemas.microsoft.com/office/drawing/2014/main" id="{FFEDC832-B8FE-479D-A85C-00B2F192D1E3}"/>
              </a:ext>
            </a:extLst>
          </p:cNvPr>
          <p:cNvSpPr>
            <a:spLocks noGrp="1"/>
          </p:cNvSpPr>
          <p:nvPr>
            <p:ph type="ftr" sz="quarter" idx="10"/>
          </p:nvPr>
        </p:nvSpPr>
        <p:spPr/>
        <p:txBody>
          <a:bodyPr/>
          <a:lstStyle/>
          <a:p>
            <a:r>
              <a:rPr lang="en-US" altLang="en-US"/>
              <a:t>TCP/IP Protocol Suite</a:t>
            </a:r>
          </a:p>
        </p:txBody>
      </p:sp>
      <p:sp>
        <p:nvSpPr>
          <p:cNvPr id="11" name="Slide Number Placeholder 2">
            <a:extLst>
              <a:ext uri="{FF2B5EF4-FFF2-40B4-BE49-F238E27FC236}">
                <a16:creationId xmlns:a16="http://schemas.microsoft.com/office/drawing/2014/main" id="{49016B17-910E-4D56-BA1C-C2385771AA6B}"/>
              </a:ext>
            </a:extLst>
          </p:cNvPr>
          <p:cNvSpPr>
            <a:spLocks noGrp="1"/>
          </p:cNvSpPr>
          <p:nvPr>
            <p:ph type="sldNum" sz="quarter" idx="11"/>
          </p:nvPr>
        </p:nvSpPr>
        <p:spPr/>
        <p:txBody>
          <a:bodyPr/>
          <a:lstStyle/>
          <a:p>
            <a:fld id="{7DF18DBE-C785-448C-A572-BB9E033EC886}" type="slidenum">
              <a:rPr lang="en-US" altLang="en-US"/>
              <a:pPr/>
              <a:t>13</a:t>
            </a:fld>
            <a:endParaRPr lang="en-US" altLang="en-US"/>
          </a:p>
        </p:txBody>
      </p:sp>
      <p:grpSp>
        <p:nvGrpSpPr>
          <p:cNvPr id="474114" name="Group 2">
            <a:extLst>
              <a:ext uri="{FF2B5EF4-FFF2-40B4-BE49-F238E27FC236}">
                <a16:creationId xmlns:a16="http://schemas.microsoft.com/office/drawing/2014/main" id="{943D1AD2-716A-4F32-A80B-F419EA9358BD}"/>
              </a:ext>
            </a:extLst>
          </p:cNvPr>
          <p:cNvGrpSpPr>
            <a:grpSpLocks/>
          </p:cNvGrpSpPr>
          <p:nvPr/>
        </p:nvGrpSpPr>
        <p:grpSpPr bwMode="auto">
          <a:xfrm>
            <a:off x="1524000" y="0"/>
            <a:ext cx="8686800" cy="6400800"/>
            <a:chOff x="0" y="96"/>
            <a:chExt cx="5472" cy="3840"/>
          </a:xfrm>
        </p:grpSpPr>
        <p:sp>
          <p:nvSpPr>
            <p:cNvPr id="474115" name="AutoShape 3">
              <a:extLst>
                <a:ext uri="{FF2B5EF4-FFF2-40B4-BE49-F238E27FC236}">
                  <a16:creationId xmlns:a16="http://schemas.microsoft.com/office/drawing/2014/main" id="{4353A594-5B1D-44DA-8B6E-6E755463E475}"/>
                </a:ext>
              </a:extLst>
            </p:cNvPr>
            <p:cNvSpPr>
              <a:spLocks noChangeArrowheads="1"/>
            </p:cNvSpPr>
            <p:nvPr/>
          </p:nvSpPr>
          <p:spPr bwMode="auto">
            <a:xfrm>
              <a:off x="240" y="336"/>
              <a:ext cx="5232" cy="3600"/>
            </a:xfrm>
            <a:prstGeom prst="roundRect">
              <a:avLst>
                <a:gd name="adj" fmla="val 13727"/>
              </a:avLst>
            </a:prstGeom>
            <a:noFill/>
            <a:ln w="50800">
              <a:solidFill>
                <a:schemeClr val="bg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altLang="en-US" sz="2400">
                <a:latin typeface="Times New Roman" panose="02020603050405020304" pitchFamily="18" charset="0"/>
              </a:endParaRPr>
            </a:p>
          </p:txBody>
        </p:sp>
        <p:sp>
          <p:nvSpPr>
            <p:cNvPr id="474116" name="AutoShape 4">
              <a:extLst>
                <a:ext uri="{FF2B5EF4-FFF2-40B4-BE49-F238E27FC236}">
                  <a16:creationId xmlns:a16="http://schemas.microsoft.com/office/drawing/2014/main" id="{F9D154A8-4866-451C-AF84-59743EE12075}"/>
                </a:ext>
              </a:extLst>
            </p:cNvPr>
            <p:cNvSpPr>
              <a:spLocks noChangeArrowheads="1"/>
            </p:cNvSpPr>
            <p:nvPr/>
          </p:nvSpPr>
          <p:spPr bwMode="blackWhite">
            <a:xfrm>
              <a:off x="0" y="96"/>
              <a:ext cx="5376" cy="768"/>
            </a:xfrm>
            <a:custGeom>
              <a:avLst/>
              <a:gdLst>
                <a:gd name="G0" fmla="+- 1000 0 0"/>
                <a:gd name="G1" fmla="+- 1000 0 0"/>
                <a:gd name="G2" fmla="+- G0 0 G1"/>
                <a:gd name="G3" fmla="*/ G1 1 2"/>
                <a:gd name="G4" fmla="+- G0 0 G3"/>
                <a:gd name="T0" fmla="*/ 0 w 1000"/>
                <a:gd name="T1" fmla="*/ 0 h 1000"/>
                <a:gd name="T2" fmla="*/ 6170 w 1000"/>
                <a:gd name="T3" fmla="*/ 0 h 1000"/>
                <a:gd name="T4" fmla="*/ 6670 w 1000"/>
                <a:gd name="T5" fmla="*/ 500 h 1000"/>
                <a:gd name="T6" fmla="*/ 6170 w 1000"/>
                <a:gd name="T7" fmla="*/ 999 h 1000"/>
                <a:gd name="T8" fmla="*/ 0 w 1000"/>
                <a:gd name="T9" fmla="*/ 1000 h 1000"/>
                <a:gd name="T10" fmla="*/ 0 w 1000"/>
                <a:gd name="T11" fmla="*/ 0 h 1000"/>
                <a:gd name="T12" fmla="*/ G4 w 1000"/>
                <a:gd name="T13" fmla="*/ G1 h 1000"/>
              </a:gdLst>
              <a:ahLst/>
              <a:cxnLst>
                <a:cxn ang="0">
                  <a:pos x="T0" y="T1"/>
                </a:cxn>
                <a:cxn ang="0">
                  <a:pos x="T2" y="T3"/>
                </a:cxn>
                <a:cxn ang="0">
                  <a:pos x="T4" y="T5"/>
                </a:cxn>
                <a:cxn ang="0">
                  <a:pos x="T6" y="T7"/>
                </a:cxn>
                <a:cxn ang="0">
                  <a:pos x="T8" y="T9"/>
                </a:cxn>
              </a:cxnLst>
              <a:rect l="T10" t="T11" r="T12" b="T13"/>
              <a:pathLst>
                <a:path w="7000" h="1000">
                  <a:moveTo>
                    <a:pt x="0" y="0"/>
                  </a:moveTo>
                  <a:lnTo>
                    <a:pt x="6170" y="0"/>
                  </a:lnTo>
                  <a:cubicBezTo>
                    <a:pt x="6446" y="0"/>
                    <a:pt x="6670" y="223"/>
                    <a:pt x="6670" y="500"/>
                  </a:cubicBezTo>
                  <a:cubicBezTo>
                    <a:pt x="6670" y="776"/>
                    <a:pt x="6446" y="999"/>
                    <a:pt x="6170" y="999"/>
                  </a:cubicBezTo>
                  <a:lnTo>
                    <a:pt x="0" y="1000"/>
                  </a:lnTo>
                  <a:close/>
                </a:path>
              </a:pathLst>
            </a:cu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z="2400">
                <a:latin typeface="Times New Roman" panose="02020603050405020304" pitchFamily="18" charset="0"/>
              </a:endParaRPr>
            </a:p>
          </p:txBody>
        </p:sp>
        <p:sp>
          <p:nvSpPr>
            <p:cNvPr id="474117" name="Line 5">
              <a:extLst>
                <a:ext uri="{FF2B5EF4-FFF2-40B4-BE49-F238E27FC236}">
                  <a16:creationId xmlns:a16="http://schemas.microsoft.com/office/drawing/2014/main" id="{52EE4E2B-3A63-41B7-BF61-1990F45D585E}"/>
                </a:ext>
              </a:extLst>
            </p:cNvPr>
            <p:cNvSpPr>
              <a:spLocks noChangeShapeType="1"/>
            </p:cNvSpPr>
            <p:nvPr/>
          </p:nvSpPr>
          <p:spPr bwMode="auto">
            <a:xfrm>
              <a:off x="0" y="768"/>
              <a:ext cx="5088" cy="0"/>
            </a:xfrm>
            <a:prstGeom prst="line">
              <a:avLst/>
            </a:prstGeom>
            <a:noFill/>
            <a:ln w="381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sp>
        <p:nvSpPr>
          <p:cNvPr id="474118" name="Text Box 6">
            <a:extLst>
              <a:ext uri="{FF2B5EF4-FFF2-40B4-BE49-F238E27FC236}">
                <a16:creationId xmlns:a16="http://schemas.microsoft.com/office/drawing/2014/main" id="{93469443-07C2-4A48-AF8B-818ADE37DF3A}"/>
              </a:ext>
            </a:extLst>
          </p:cNvPr>
          <p:cNvSpPr txBox="1">
            <a:spLocks noChangeArrowheads="1"/>
          </p:cNvSpPr>
          <p:nvPr/>
        </p:nvSpPr>
        <p:spPr bwMode="auto">
          <a:xfrm>
            <a:off x="1752600" y="354013"/>
            <a:ext cx="4451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600">
                <a:solidFill>
                  <a:schemeClr val="bg1"/>
                </a:solidFill>
                <a:latin typeface="Arial" panose="020B0604020202020204" pitchFamily="34" charset="0"/>
              </a:rPr>
              <a:t>20.2   USER AGENT</a:t>
            </a:r>
          </a:p>
        </p:txBody>
      </p:sp>
      <p:sp>
        <p:nvSpPr>
          <p:cNvPr id="474119" name="Rectangle 7">
            <a:extLst>
              <a:ext uri="{FF2B5EF4-FFF2-40B4-BE49-F238E27FC236}">
                <a16:creationId xmlns:a16="http://schemas.microsoft.com/office/drawing/2014/main" id="{FB003309-B303-4699-A5C7-0764B37B4C4F}"/>
              </a:ext>
            </a:extLst>
          </p:cNvPr>
          <p:cNvSpPr>
            <a:spLocks noChangeArrowheads="1"/>
          </p:cNvSpPr>
          <p:nvPr/>
        </p:nvSpPr>
        <p:spPr bwMode="auto">
          <a:xfrm>
            <a:off x="2057400" y="1371601"/>
            <a:ext cx="78486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en-US" sz="2000" i="1">
                <a:effectLst>
                  <a:outerShdw blurRad="38100" dist="38100" dir="2700000" algn="tl">
                    <a:srgbClr val="C0C0C0"/>
                  </a:outerShdw>
                </a:effectLst>
                <a:latin typeface="Times New Roman" panose="02020603050405020304" pitchFamily="18" charset="0"/>
              </a:rPr>
              <a:t>The user agent (UA) provides service to the user to make the process of sending and receiving a message easier.</a:t>
            </a:r>
          </a:p>
        </p:txBody>
      </p:sp>
      <p:sp>
        <p:nvSpPr>
          <p:cNvPr id="474120" name="Rectangle 8">
            <a:extLst>
              <a:ext uri="{FF2B5EF4-FFF2-40B4-BE49-F238E27FC236}">
                <a16:creationId xmlns:a16="http://schemas.microsoft.com/office/drawing/2014/main" id="{7789A6D8-1707-431B-89DA-1160869ACD9E}"/>
              </a:ext>
            </a:extLst>
          </p:cNvPr>
          <p:cNvSpPr>
            <a:spLocks noChangeArrowheads="1"/>
          </p:cNvSpPr>
          <p:nvPr/>
        </p:nvSpPr>
        <p:spPr bwMode="auto">
          <a:xfrm>
            <a:off x="2209800" y="3048001"/>
            <a:ext cx="7848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000" i="1">
                <a:solidFill>
                  <a:schemeClr val="hlink"/>
                </a:solidFill>
                <a:effectLst>
                  <a:outerShdw blurRad="38100" dist="38100" dir="2700000" algn="tl">
                    <a:srgbClr val="C0C0C0"/>
                  </a:outerShdw>
                </a:effectLst>
                <a:latin typeface="Times New Roman" panose="02020603050405020304" pitchFamily="18" charset="0"/>
              </a:rPr>
              <a:t>The topics discussed in this section include:</a:t>
            </a:r>
          </a:p>
        </p:txBody>
      </p:sp>
      <p:sp>
        <p:nvSpPr>
          <p:cNvPr id="474121" name="Rectangle 9">
            <a:extLst>
              <a:ext uri="{FF2B5EF4-FFF2-40B4-BE49-F238E27FC236}">
                <a16:creationId xmlns:a16="http://schemas.microsoft.com/office/drawing/2014/main" id="{46ABBC48-7C8F-4B5D-9E6F-C9F42E91172E}"/>
              </a:ext>
            </a:extLst>
          </p:cNvPr>
          <p:cNvSpPr>
            <a:spLocks noChangeArrowheads="1"/>
          </p:cNvSpPr>
          <p:nvPr/>
        </p:nvSpPr>
        <p:spPr bwMode="auto">
          <a:xfrm>
            <a:off x="2209800" y="3581401"/>
            <a:ext cx="7315200" cy="2225675"/>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76200">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000" i="1">
                <a:effectLst>
                  <a:outerShdw blurRad="38100" dist="38100" dir="2700000" algn="tl">
                    <a:srgbClr val="C0C0C0"/>
                  </a:outerShdw>
                </a:effectLst>
                <a:latin typeface="Times New Roman" panose="02020603050405020304" pitchFamily="18" charset="0"/>
              </a:rPr>
              <a:t>Services Provided by a User Agent </a:t>
            </a:r>
          </a:p>
          <a:p>
            <a:r>
              <a:rPr lang="en-US" altLang="en-US" sz="2000" i="1">
                <a:effectLst>
                  <a:outerShdw blurRad="38100" dist="38100" dir="2700000" algn="tl">
                    <a:srgbClr val="C0C0C0"/>
                  </a:outerShdw>
                </a:effectLst>
                <a:latin typeface="Times New Roman" panose="02020603050405020304" pitchFamily="18" charset="0"/>
              </a:rPr>
              <a:t>User Agent Types </a:t>
            </a:r>
          </a:p>
          <a:p>
            <a:r>
              <a:rPr lang="en-US" altLang="en-US" sz="2000" i="1">
                <a:effectLst>
                  <a:outerShdw blurRad="38100" dist="38100" dir="2700000" algn="tl">
                    <a:srgbClr val="C0C0C0"/>
                  </a:outerShdw>
                </a:effectLst>
                <a:latin typeface="Times New Roman" panose="02020603050405020304" pitchFamily="18" charset="0"/>
              </a:rPr>
              <a:t>Sending Mail </a:t>
            </a:r>
          </a:p>
          <a:p>
            <a:r>
              <a:rPr lang="en-US" altLang="en-US" sz="2000" i="1">
                <a:effectLst>
                  <a:outerShdw blurRad="38100" dist="38100" dir="2700000" algn="tl">
                    <a:srgbClr val="C0C0C0"/>
                  </a:outerShdw>
                </a:effectLst>
                <a:latin typeface="Times New Roman" panose="02020603050405020304" pitchFamily="18" charset="0"/>
              </a:rPr>
              <a:t>Receiving Mail </a:t>
            </a:r>
          </a:p>
          <a:p>
            <a:r>
              <a:rPr lang="en-US" altLang="en-US" sz="2000" i="1">
                <a:effectLst>
                  <a:outerShdw blurRad="38100" dist="38100" dir="2700000" algn="tl">
                    <a:srgbClr val="C0C0C0"/>
                  </a:outerShdw>
                </a:effectLst>
                <a:latin typeface="Times New Roman" panose="02020603050405020304" pitchFamily="18" charset="0"/>
              </a:rPr>
              <a:t>Addresses </a:t>
            </a:r>
          </a:p>
          <a:p>
            <a:r>
              <a:rPr lang="en-US" altLang="en-US" sz="2000" i="1">
                <a:effectLst>
                  <a:outerShdw blurRad="38100" dist="38100" dir="2700000" algn="tl">
                    <a:srgbClr val="C0C0C0"/>
                  </a:outerShdw>
                </a:effectLst>
                <a:latin typeface="Times New Roman" panose="02020603050405020304" pitchFamily="18" charset="0"/>
              </a:rPr>
              <a:t>Mailing List </a:t>
            </a:r>
          </a:p>
          <a:p>
            <a:r>
              <a:rPr lang="en-US" altLang="en-US" sz="2000" i="1">
                <a:effectLst>
                  <a:outerShdw blurRad="38100" dist="38100" dir="2700000" algn="tl">
                    <a:srgbClr val="C0C0C0"/>
                  </a:outerShdw>
                </a:effectLst>
                <a:latin typeface="Times New Roman" panose="02020603050405020304" pitchFamily="18" charset="0"/>
              </a:rPr>
              <a:t>MIME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ooter Placeholder 1">
            <a:extLst>
              <a:ext uri="{FF2B5EF4-FFF2-40B4-BE49-F238E27FC236}">
                <a16:creationId xmlns:a16="http://schemas.microsoft.com/office/drawing/2014/main" id="{2009C2D4-DF02-4AFD-A28C-154849F95E1B}"/>
              </a:ext>
            </a:extLst>
          </p:cNvPr>
          <p:cNvSpPr>
            <a:spLocks noGrp="1"/>
          </p:cNvSpPr>
          <p:nvPr>
            <p:ph type="ftr" sz="quarter" idx="10"/>
          </p:nvPr>
        </p:nvSpPr>
        <p:spPr/>
        <p:txBody>
          <a:bodyPr/>
          <a:lstStyle/>
          <a:p>
            <a:r>
              <a:rPr lang="en-US" altLang="en-US"/>
              <a:t>TCP/IP Protocol Suite</a:t>
            </a:r>
          </a:p>
        </p:txBody>
      </p:sp>
      <p:sp>
        <p:nvSpPr>
          <p:cNvPr id="12" name="Slide Number Placeholder 2">
            <a:extLst>
              <a:ext uri="{FF2B5EF4-FFF2-40B4-BE49-F238E27FC236}">
                <a16:creationId xmlns:a16="http://schemas.microsoft.com/office/drawing/2014/main" id="{9BA23B6A-A8FA-40AA-8046-95E9657B1B3F}"/>
              </a:ext>
            </a:extLst>
          </p:cNvPr>
          <p:cNvSpPr>
            <a:spLocks noGrp="1"/>
          </p:cNvSpPr>
          <p:nvPr>
            <p:ph type="sldNum" sz="quarter" idx="11"/>
          </p:nvPr>
        </p:nvSpPr>
        <p:spPr/>
        <p:txBody>
          <a:bodyPr/>
          <a:lstStyle/>
          <a:p>
            <a:fld id="{4C9F77D1-671E-4D3C-B364-3CCC0FDC6A89}" type="slidenum">
              <a:rPr lang="en-US" altLang="en-US"/>
              <a:pPr/>
              <a:t>14</a:t>
            </a:fld>
            <a:endParaRPr lang="en-US" altLang="en-US"/>
          </a:p>
        </p:txBody>
      </p:sp>
      <p:sp>
        <p:nvSpPr>
          <p:cNvPr id="483330" name="Text Box 2">
            <a:extLst>
              <a:ext uri="{FF2B5EF4-FFF2-40B4-BE49-F238E27FC236}">
                <a16:creationId xmlns:a16="http://schemas.microsoft.com/office/drawing/2014/main" id="{0FB68DEE-B7C3-4B86-88D2-730EF79261CE}"/>
              </a:ext>
            </a:extLst>
          </p:cNvPr>
          <p:cNvSpPr txBox="1">
            <a:spLocks noChangeArrowheads="1"/>
          </p:cNvSpPr>
          <p:nvPr/>
        </p:nvSpPr>
        <p:spPr bwMode="auto">
          <a:xfrm>
            <a:off x="2514600" y="90488"/>
            <a:ext cx="57150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solidFill>
                  <a:srgbClr val="0000FF"/>
                </a:solidFill>
                <a:latin typeface="Times New Roman" panose="02020603050405020304" pitchFamily="18" charset="0"/>
              </a:rPr>
              <a:t>Figure 20.6</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User agent</a:t>
            </a:r>
          </a:p>
        </p:txBody>
      </p:sp>
      <p:sp>
        <p:nvSpPr>
          <p:cNvPr id="483331" name="Rectangle 3">
            <a:extLst>
              <a:ext uri="{FF2B5EF4-FFF2-40B4-BE49-F238E27FC236}">
                <a16:creationId xmlns:a16="http://schemas.microsoft.com/office/drawing/2014/main" id="{8C2BD99D-4B8C-4858-A378-8FBEF219533A}"/>
              </a:ext>
            </a:extLst>
          </p:cNvPr>
          <p:cNvSpPr>
            <a:spLocks noChangeArrowheads="1"/>
          </p:cNvSpPr>
          <p:nvPr/>
        </p:nvSpPr>
        <p:spPr bwMode="ltGray">
          <a:xfrm>
            <a:off x="1890713" y="107951"/>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83332" name="Rectangle 4">
            <a:extLst>
              <a:ext uri="{FF2B5EF4-FFF2-40B4-BE49-F238E27FC236}">
                <a16:creationId xmlns:a16="http://schemas.microsoft.com/office/drawing/2014/main" id="{DCC2C4C8-F634-4C8D-9297-5CC03250C781}"/>
              </a:ext>
            </a:extLst>
          </p:cNvPr>
          <p:cNvSpPr>
            <a:spLocks noChangeArrowheads="1"/>
          </p:cNvSpPr>
          <p:nvPr/>
        </p:nvSpPr>
        <p:spPr bwMode="ltGray">
          <a:xfrm>
            <a:off x="2273301" y="107951"/>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83333" name="Rectangle 5">
            <a:extLst>
              <a:ext uri="{FF2B5EF4-FFF2-40B4-BE49-F238E27FC236}">
                <a16:creationId xmlns:a16="http://schemas.microsoft.com/office/drawing/2014/main" id="{6BCDFD1C-B062-4CBA-9F70-6B01C1E46A51}"/>
              </a:ext>
            </a:extLst>
          </p:cNvPr>
          <p:cNvSpPr>
            <a:spLocks noChangeArrowheads="1"/>
          </p:cNvSpPr>
          <p:nvPr/>
        </p:nvSpPr>
        <p:spPr bwMode="ltGray">
          <a:xfrm>
            <a:off x="2014539" y="530226"/>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83334" name="Rectangle 6">
            <a:extLst>
              <a:ext uri="{FF2B5EF4-FFF2-40B4-BE49-F238E27FC236}">
                <a16:creationId xmlns:a16="http://schemas.microsoft.com/office/drawing/2014/main" id="{2DD259B4-3069-4F57-A2B5-97E195DD3379}"/>
              </a:ext>
            </a:extLst>
          </p:cNvPr>
          <p:cNvSpPr>
            <a:spLocks noChangeArrowheads="1"/>
          </p:cNvSpPr>
          <p:nvPr/>
        </p:nvSpPr>
        <p:spPr bwMode="ltGray">
          <a:xfrm>
            <a:off x="2384425" y="530226"/>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83335" name="Rectangle 7">
            <a:extLst>
              <a:ext uri="{FF2B5EF4-FFF2-40B4-BE49-F238E27FC236}">
                <a16:creationId xmlns:a16="http://schemas.microsoft.com/office/drawing/2014/main" id="{A4912834-4721-4605-965A-1D81A51CBAF9}"/>
              </a:ext>
            </a:extLst>
          </p:cNvPr>
          <p:cNvSpPr>
            <a:spLocks noChangeArrowheads="1"/>
          </p:cNvSpPr>
          <p:nvPr/>
        </p:nvSpPr>
        <p:spPr bwMode="ltGray">
          <a:xfrm>
            <a:off x="1600200" y="457201"/>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83336" name="Rectangle 8">
            <a:extLst>
              <a:ext uri="{FF2B5EF4-FFF2-40B4-BE49-F238E27FC236}">
                <a16:creationId xmlns:a16="http://schemas.microsoft.com/office/drawing/2014/main" id="{AE206E15-79F9-4A29-B238-0E16A19D49E5}"/>
              </a:ext>
            </a:extLst>
          </p:cNvPr>
          <p:cNvSpPr>
            <a:spLocks noChangeArrowheads="1"/>
          </p:cNvSpPr>
          <p:nvPr/>
        </p:nvSpPr>
        <p:spPr bwMode="gray">
          <a:xfrm>
            <a:off x="2235200" y="1"/>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83337" name="Rectangle 9">
            <a:extLst>
              <a:ext uri="{FF2B5EF4-FFF2-40B4-BE49-F238E27FC236}">
                <a16:creationId xmlns:a16="http://schemas.microsoft.com/office/drawing/2014/main" id="{C849884B-3723-4EB1-941A-C957850212A7}"/>
              </a:ext>
            </a:extLst>
          </p:cNvPr>
          <p:cNvSpPr>
            <a:spLocks noChangeArrowheads="1"/>
          </p:cNvSpPr>
          <p:nvPr/>
        </p:nvSpPr>
        <p:spPr bwMode="gray">
          <a:xfrm>
            <a:off x="1966914"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pic>
        <p:nvPicPr>
          <p:cNvPr id="483338" name="Picture 10">
            <a:extLst>
              <a:ext uri="{FF2B5EF4-FFF2-40B4-BE49-F238E27FC236}">
                <a16:creationId xmlns:a16="http://schemas.microsoft.com/office/drawing/2014/main" id="{013993F6-C2EB-4563-B6AB-F49B414150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8026" y="2105025"/>
            <a:ext cx="8080375" cy="185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1">
            <a:extLst>
              <a:ext uri="{FF2B5EF4-FFF2-40B4-BE49-F238E27FC236}">
                <a16:creationId xmlns:a16="http://schemas.microsoft.com/office/drawing/2014/main" id="{800E2D6D-D83E-4DC3-83E1-81E39BE80945}"/>
              </a:ext>
            </a:extLst>
          </p:cNvPr>
          <p:cNvSpPr>
            <a:spLocks noGrp="1"/>
          </p:cNvSpPr>
          <p:nvPr>
            <p:ph type="ftr" sz="quarter" idx="10"/>
          </p:nvPr>
        </p:nvSpPr>
        <p:spPr/>
        <p:txBody>
          <a:bodyPr/>
          <a:lstStyle/>
          <a:p>
            <a:r>
              <a:rPr lang="en-US" altLang="en-US"/>
              <a:t>TCP/IP Protocol Suite</a:t>
            </a:r>
          </a:p>
        </p:txBody>
      </p:sp>
      <p:sp>
        <p:nvSpPr>
          <p:cNvPr id="7" name="Slide Number Placeholder 2">
            <a:extLst>
              <a:ext uri="{FF2B5EF4-FFF2-40B4-BE49-F238E27FC236}">
                <a16:creationId xmlns:a16="http://schemas.microsoft.com/office/drawing/2014/main" id="{3BBACEF9-24BA-403E-A466-268423229D84}"/>
              </a:ext>
            </a:extLst>
          </p:cNvPr>
          <p:cNvSpPr>
            <a:spLocks noGrp="1"/>
          </p:cNvSpPr>
          <p:nvPr>
            <p:ph type="sldNum" sz="quarter" idx="11"/>
          </p:nvPr>
        </p:nvSpPr>
        <p:spPr/>
        <p:txBody>
          <a:bodyPr/>
          <a:lstStyle/>
          <a:p>
            <a:fld id="{E623C964-4C98-4DD5-87A4-4D4B8C44B4CA}" type="slidenum">
              <a:rPr lang="en-US" altLang="en-US"/>
              <a:pPr/>
              <a:t>15</a:t>
            </a:fld>
            <a:endParaRPr lang="en-US" altLang="en-US"/>
          </a:p>
        </p:txBody>
      </p:sp>
      <p:sp>
        <p:nvSpPr>
          <p:cNvPr id="502786" name="Rectangle 2">
            <a:extLst>
              <a:ext uri="{FF2B5EF4-FFF2-40B4-BE49-F238E27FC236}">
                <a16:creationId xmlns:a16="http://schemas.microsoft.com/office/drawing/2014/main" id="{AFC90ECC-D452-4865-948F-CA9F5FB66B11}"/>
              </a:ext>
            </a:extLst>
          </p:cNvPr>
          <p:cNvSpPr>
            <a:spLocks noChangeArrowheads="1"/>
          </p:cNvSpPr>
          <p:nvPr/>
        </p:nvSpPr>
        <p:spPr bwMode="auto">
          <a:xfrm>
            <a:off x="2362200" y="2195514"/>
            <a:ext cx="7543800" cy="1247775"/>
          </a:xfrm>
          <a:prstGeom prst="rect">
            <a:avLst/>
          </a:prstGeom>
          <a:solidFill>
            <a:schemeClr val="bg1"/>
          </a:solidFill>
          <a:ln w="57150">
            <a:solidFill>
              <a:srgbClr val="FF00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ts val="1200"/>
              </a:spcBef>
              <a:spcAft>
                <a:spcPts val="1000"/>
              </a:spcAft>
            </a:pPr>
            <a:r>
              <a:rPr lang="en-US" altLang="en-US" sz="3600" i="1">
                <a:latin typeface="Times New Roman" panose="02020603050405020304" pitchFamily="18" charset="0"/>
              </a:rPr>
              <a:t>Some examples of command-driven user agents are </a:t>
            </a:r>
            <a:r>
              <a:rPr lang="en-US" altLang="en-US" sz="3600" i="1">
                <a:solidFill>
                  <a:schemeClr val="hlink"/>
                </a:solidFill>
                <a:latin typeface="Times New Roman" panose="02020603050405020304" pitchFamily="18" charset="0"/>
              </a:rPr>
              <a:t>mail</a:t>
            </a:r>
            <a:r>
              <a:rPr lang="en-US" altLang="en-US" sz="3600" i="1">
                <a:latin typeface="Times New Roman" panose="02020603050405020304" pitchFamily="18" charset="0"/>
              </a:rPr>
              <a:t>, </a:t>
            </a:r>
            <a:r>
              <a:rPr lang="en-US" altLang="en-US" sz="3600" i="1">
                <a:solidFill>
                  <a:schemeClr val="hlink"/>
                </a:solidFill>
                <a:latin typeface="Times New Roman" panose="02020603050405020304" pitchFamily="18" charset="0"/>
              </a:rPr>
              <a:t>pine</a:t>
            </a:r>
            <a:r>
              <a:rPr lang="en-US" altLang="en-US" sz="3600" i="1">
                <a:latin typeface="Times New Roman" panose="02020603050405020304" pitchFamily="18" charset="0"/>
              </a:rPr>
              <a:t>, and </a:t>
            </a:r>
            <a:r>
              <a:rPr lang="en-US" altLang="en-US" sz="3600" i="1">
                <a:solidFill>
                  <a:schemeClr val="hlink"/>
                </a:solidFill>
                <a:latin typeface="Times New Roman" panose="02020603050405020304" pitchFamily="18" charset="0"/>
              </a:rPr>
              <a:t>elm</a:t>
            </a:r>
          </a:p>
        </p:txBody>
      </p:sp>
      <p:sp>
        <p:nvSpPr>
          <p:cNvPr id="502787" name="PubRRectCallout">
            <a:extLst>
              <a:ext uri="{FF2B5EF4-FFF2-40B4-BE49-F238E27FC236}">
                <a16:creationId xmlns:a16="http://schemas.microsoft.com/office/drawing/2014/main" id="{A30136B5-DAC6-488B-9947-12DDAA946428}"/>
              </a:ext>
            </a:extLst>
          </p:cNvPr>
          <p:cNvSpPr>
            <a:spLocks noEditPoints="1" noChangeArrowheads="1"/>
          </p:cNvSpPr>
          <p:nvPr/>
        </p:nvSpPr>
        <p:spPr bwMode="auto">
          <a:xfrm>
            <a:off x="2362200" y="990600"/>
            <a:ext cx="2743200" cy="1143000"/>
          </a:xfrm>
          <a:custGeom>
            <a:avLst/>
            <a:gdLst>
              <a:gd name="G0" fmla="+- 0 0 0"/>
              <a:gd name="G1" fmla="+- 8607 0 0"/>
              <a:gd name="T0" fmla="*/ 10800 w 21600"/>
              <a:gd name="T1" fmla="*/ 0 h 21600"/>
              <a:gd name="T2" fmla="*/ 0 w 21600"/>
              <a:gd name="T3" fmla="*/ 8638 h 21600"/>
              <a:gd name="T4" fmla="*/ 8607 w 21600"/>
              <a:gd name="T5" fmla="*/ 21600 h 21600"/>
              <a:gd name="T6" fmla="*/ 10800 w 21600"/>
              <a:gd name="T7" fmla="*/ 17277 h 21600"/>
              <a:gd name="T8" fmla="*/ 21600 w 21600"/>
              <a:gd name="T9" fmla="*/ 8638 h 21600"/>
              <a:gd name="T10" fmla="*/ 17694720 60000 65536"/>
              <a:gd name="T11" fmla="*/ 11796480 60000 65536"/>
              <a:gd name="T12" fmla="*/ 5898240 60000 65536"/>
              <a:gd name="T13" fmla="*/ 5898240 60000 65536"/>
              <a:gd name="T14" fmla="*/ 0 60000 65536"/>
              <a:gd name="T15" fmla="*/ 145 w 21600"/>
              <a:gd name="T16" fmla="*/ 145 h 21600"/>
              <a:gd name="T17" fmla="*/ 21409 w 21600"/>
              <a:gd name="T18" fmla="*/ 17106 h 21600"/>
            </a:gdLst>
            <a:ahLst/>
            <a:cxnLst>
              <a:cxn ang="T10">
                <a:pos x="T0" y="T1"/>
              </a:cxn>
              <a:cxn ang="T11">
                <a:pos x="T2" y="T3"/>
              </a:cxn>
              <a:cxn ang="T12">
                <a:pos x="T4" y="T5"/>
              </a:cxn>
              <a:cxn ang="T13">
                <a:pos x="T6" y="T7"/>
              </a:cxn>
              <a:cxn ang="T14">
                <a:pos x="T8" y="T9"/>
              </a:cxn>
            </a:cxnLst>
            <a:rect l="T15" t="T16" r="T17" b="T18"/>
            <a:pathLst>
              <a:path w="21600" h="21600">
                <a:moveTo>
                  <a:pt x="532" y="0"/>
                </a:moveTo>
                <a:cubicBezTo>
                  <a:pt x="238" y="0"/>
                  <a:pt x="0" y="238"/>
                  <a:pt x="0" y="532"/>
                </a:cubicBezTo>
                <a:lnTo>
                  <a:pt x="0" y="16745"/>
                </a:lnTo>
                <a:cubicBezTo>
                  <a:pt x="0" y="17039"/>
                  <a:pt x="238" y="17277"/>
                  <a:pt x="532" y="17277"/>
                </a:cubicBezTo>
                <a:lnTo>
                  <a:pt x="2623" y="17277"/>
                </a:lnTo>
                <a:lnTo>
                  <a:pt x="8607" y="21600"/>
                </a:lnTo>
                <a:lnTo>
                  <a:pt x="6515" y="17277"/>
                </a:lnTo>
                <a:lnTo>
                  <a:pt x="21016" y="17277"/>
                </a:lnTo>
                <a:cubicBezTo>
                  <a:pt x="21339" y="17277"/>
                  <a:pt x="21600" y="17039"/>
                  <a:pt x="21600" y="16745"/>
                </a:cubicBezTo>
                <a:lnTo>
                  <a:pt x="21600" y="532"/>
                </a:lnTo>
                <a:cubicBezTo>
                  <a:pt x="21600" y="238"/>
                  <a:pt x="21339" y="0"/>
                  <a:pt x="21016" y="0"/>
                </a:cubicBezTo>
                <a:close/>
              </a:path>
            </a:pathLst>
          </a:custGeom>
          <a:solidFill>
            <a:srgbClr val="FFFF00"/>
          </a:solidFill>
          <a:ln w="9525">
            <a:solidFill>
              <a:srgbClr val="000000"/>
            </a:solidFill>
            <a:miter lim="800000"/>
            <a:headEnd/>
            <a:tailEnd/>
          </a:ln>
          <a:effectLst>
            <a:outerShdw dist="107763" dir="2700000" algn="ctr" rotWithShape="0">
              <a:srgbClr val="808080"/>
            </a:outerShdw>
          </a:effectLst>
        </p:spPr>
        <p:txBody>
          <a:bodyPr/>
          <a:lstStyle/>
          <a:p>
            <a:endParaRPr lang="en-IN"/>
          </a:p>
        </p:txBody>
      </p:sp>
      <p:pic>
        <p:nvPicPr>
          <p:cNvPr id="502788" name="Picture 4">
            <a:extLst>
              <a:ext uri="{FF2B5EF4-FFF2-40B4-BE49-F238E27FC236}">
                <a16:creationId xmlns:a16="http://schemas.microsoft.com/office/drawing/2014/main" id="{8D68BE27-60E4-485E-8863-1B507A846FB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8400" y="990600"/>
            <a:ext cx="782638"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02789" name="Text Box 5">
            <a:extLst>
              <a:ext uri="{FF2B5EF4-FFF2-40B4-BE49-F238E27FC236}">
                <a16:creationId xmlns:a16="http://schemas.microsoft.com/office/drawing/2014/main" id="{CE2BA94D-F9FF-43C3-83BD-FA5F4D204C8F}"/>
              </a:ext>
            </a:extLst>
          </p:cNvPr>
          <p:cNvSpPr txBox="1">
            <a:spLocks noChangeArrowheads="1"/>
          </p:cNvSpPr>
          <p:nvPr/>
        </p:nvSpPr>
        <p:spPr bwMode="auto">
          <a:xfrm>
            <a:off x="3657600" y="1143000"/>
            <a:ext cx="12001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3600">
                <a:effectLst>
                  <a:outerShdw blurRad="38100" dist="38100" dir="2700000" algn="tl">
                    <a:srgbClr val="C0C0C0"/>
                  </a:outerShdw>
                </a:effectLst>
                <a:latin typeface="Times New Roman" panose="02020603050405020304" pitchFamily="18" charset="0"/>
              </a:rPr>
              <a:t>Note: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1">
            <a:extLst>
              <a:ext uri="{FF2B5EF4-FFF2-40B4-BE49-F238E27FC236}">
                <a16:creationId xmlns:a16="http://schemas.microsoft.com/office/drawing/2014/main" id="{3611FB0A-B5D2-490B-9226-E71764C7CD78}"/>
              </a:ext>
            </a:extLst>
          </p:cNvPr>
          <p:cNvSpPr>
            <a:spLocks noGrp="1"/>
          </p:cNvSpPr>
          <p:nvPr>
            <p:ph type="ftr" sz="quarter" idx="10"/>
          </p:nvPr>
        </p:nvSpPr>
        <p:spPr/>
        <p:txBody>
          <a:bodyPr/>
          <a:lstStyle/>
          <a:p>
            <a:r>
              <a:rPr lang="en-US" altLang="en-US"/>
              <a:t>TCP/IP Protocol Suite</a:t>
            </a:r>
          </a:p>
        </p:txBody>
      </p:sp>
      <p:sp>
        <p:nvSpPr>
          <p:cNvPr id="7" name="Slide Number Placeholder 2">
            <a:extLst>
              <a:ext uri="{FF2B5EF4-FFF2-40B4-BE49-F238E27FC236}">
                <a16:creationId xmlns:a16="http://schemas.microsoft.com/office/drawing/2014/main" id="{A3384842-D77B-4A58-A895-530831F9D278}"/>
              </a:ext>
            </a:extLst>
          </p:cNvPr>
          <p:cNvSpPr>
            <a:spLocks noGrp="1"/>
          </p:cNvSpPr>
          <p:nvPr>
            <p:ph type="sldNum" sz="quarter" idx="11"/>
          </p:nvPr>
        </p:nvSpPr>
        <p:spPr/>
        <p:txBody>
          <a:bodyPr/>
          <a:lstStyle/>
          <a:p>
            <a:fld id="{55651CEE-E8B4-465E-B320-0EAC7311E64C}" type="slidenum">
              <a:rPr lang="en-US" altLang="en-US"/>
              <a:pPr/>
              <a:t>16</a:t>
            </a:fld>
            <a:endParaRPr lang="en-US" altLang="en-US"/>
          </a:p>
        </p:txBody>
      </p:sp>
      <p:sp>
        <p:nvSpPr>
          <p:cNvPr id="503810" name="Rectangle 2">
            <a:extLst>
              <a:ext uri="{FF2B5EF4-FFF2-40B4-BE49-F238E27FC236}">
                <a16:creationId xmlns:a16="http://schemas.microsoft.com/office/drawing/2014/main" id="{DC2AECE4-01BE-4BFB-863B-357C2B20CB0F}"/>
              </a:ext>
            </a:extLst>
          </p:cNvPr>
          <p:cNvSpPr>
            <a:spLocks noChangeArrowheads="1"/>
          </p:cNvSpPr>
          <p:nvPr/>
        </p:nvSpPr>
        <p:spPr bwMode="auto">
          <a:xfrm>
            <a:off x="2362200" y="2195513"/>
            <a:ext cx="7543800" cy="1797050"/>
          </a:xfrm>
          <a:prstGeom prst="rect">
            <a:avLst/>
          </a:prstGeom>
          <a:solidFill>
            <a:schemeClr val="bg1"/>
          </a:solidFill>
          <a:ln w="57150">
            <a:solidFill>
              <a:srgbClr val="FF00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ts val="1200"/>
              </a:spcBef>
              <a:spcAft>
                <a:spcPts val="1000"/>
              </a:spcAft>
            </a:pPr>
            <a:r>
              <a:rPr lang="en-US" altLang="en-US" sz="3600" i="1">
                <a:latin typeface="Times New Roman" panose="02020603050405020304" pitchFamily="18" charset="0"/>
              </a:rPr>
              <a:t>Some examples of GUI-based user agents are </a:t>
            </a:r>
            <a:r>
              <a:rPr lang="en-US" altLang="en-US" sz="3600" i="1">
                <a:solidFill>
                  <a:schemeClr val="hlink"/>
                </a:solidFill>
                <a:latin typeface="Times New Roman" panose="02020603050405020304" pitchFamily="18" charset="0"/>
              </a:rPr>
              <a:t>Eudora</a:t>
            </a:r>
            <a:r>
              <a:rPr lang="en-US" altLang="en-US" sz="3600" i="1">
                <a:latin typeface="Times New Roman" panose="02020603050405020304" pitchFamily="18" charset="0"/>
              </a:rPr>
              <a:t>, </a:t>
            </a:r>
            <a:r>
              <a:rPr lang="en-US" altLang="en-US" sz="3600" i="1">
                <a:solidFill>
                  <a:schemeClr val="hlink"/>
                </a:solidFill>
                <a:latin typeface="Times New Roman" panose="02020603050405020304" pitchFamily="18" charset="0"/>
              </a:rPr>
              <a:t>Outlook</a:t>
            </a:r>
            <a:r>
              <a:rPr lang="en-US" altLang="en-US" sz="3600" i="1">
                <a:latin typeface="Times New Roman" panose="02020603050405020304" pitchFamily="18" charset="0"/>
              </a:rPr>
              <a:t>, and </a:t>
            </a:r>
            <a:r>
              <a:rPr lang="en-US" altLang="en-US" sz="3600" i="1">
                <a:solidFill>
                  <a:schemeClr val="hlink"/>
                </a:solidFill>
                <a:latin typeface="Times New Roman" panose="02020603050405020304" pitchFamily="18" charset="0"/>
              </a:rPr>
              <a:t>Netscape</a:t>
            </a:r>
            <a:r>
              <a:rPr lang="en-US" altLang="en-US" sz="3600" i="1">
                <a:latin typeface="Times New Roman" panose="02020603050405020304" pitchFamily="18" charset="0"/>
              </a:rPr>
              <a:t>.</a:t>
            </a:r>
          </a:p>
        </p:txBody>
      </p:sp>
      <p:sp>
        <p:nvSpPr>
          <p:cNvPr id="503811" name="PubRRectCallout">
            <a:extLst>
              <a:ext uri="{FF2B5EF4-FFF2-40B4-BE49-F238E27FC236}">
                <a16:creationId xmlns:a16="http://schemas.microsoft.com/office/drawing/2014/main" id="{3B548A55-CECF-4B83-8A8E-2C058AA47B6A}"/>
              </a:ext>
            </a:extLst>
          </p:cNvPr>
          <p:cNvSpPr>
            <a:spLocks noEditPoints="1" noChangeArrowheads="1"/>
          </p:cNvSpPr>
          <p:nvPr/>
        </p:nvSpPr>
        <p:spPr bwMode="auto">
          <a:xfrm>
            <a:off x="2362200" y="990600"/>
            <a:ext cx="2743200" cy="1143000"/>
          </a:xfrm>
          <a:custGeom>
            <a:avLst/>
            <a:gdLst>
              <a:gd name="G0" fmla="+- 0 0 0"/>
              <a:gd name="G1" fmla="+- 8607 0 0"/>
              <a:gd name="T0" fmla="*/ 10800 w 21600"/>
              <a:gd name="T1" fmla="*/ 0 h 21600"/>
              <a:gd name="T2" fmla="*/ 0 w 21600"/>
              <a:gd name="T3" fmla="*/ 8638 h 21600"/>
              <a:gd name="T4" fmla="*/ 8607 w 21600"/>
              <a:gd name="T5" fmla="*/ 21600 h 21600"/>
              <a:gd name="T6" fmla="*/ 10800 w 21600"/>
              <a:gd name="T7" fmla="*/ 17277 h 21600"/>
              <a:gd name="T8" fmla="*/ 21600 w 21600"/>
              <a:gd name="T9" fmla="*/ 8638 h 21600"/>
              <a:gd name="T10" fmla="*/ 17694720 60000 65536"/>
              <a:gd name="T11" fmla="*/ 11796480 60000 65536"/>
              <a:gd name="T12" fmla="*/ 5898240 60000 65536"/>
              <a:gd name="T13" fmla="*/ 5898240 60000 65536"/>
              <a:gd name="T14" fmla="*/ 0 60000 65536"/>
              <a:gd name="T15" fmla="*/ 145 w 21600"/>
              <a:gd name="T16" fmla="*/ 145 h 21600"/>
              <a:gd name="T17" fmla="*/ 21409 w 21600"/>
              <a:gd name="T18" fmla="*/ 17106 h 21600"/>
            </a:gdLst>
            <a:ahLst/>
            <a:cxnLst>
              <a:cxn ang="T10">
                <a:pos x="T0" y="T1"/>
              </a:cxn>
              <a:cxn ang="T11">
                <a:pos x="T2" y="T3"/>
              </a:cxn>
              <a:cxn ang="T12">
                <a:pos x="T4" y="T5"/>
              </a:cxn>
              <a:cxn ang="T13">
                <a:pos x="T6" y="T7"/>
              </a:cxn>
              <a:cxn ang="T14">
                <a:pos x="T8" y="T9"/>
              </a:cxn>
            </a:cxnLst>
            <a:rect l="T15" t="T16" r="T17" b="T18"/>
            <a:pathLst>
              <a:path w="21600" h="21600">
                <a:moveTo>
                  <a:pt x="532" y="0"/>
                </a:moveTo>
                <a:cubicBezTo>
                  <a:pt x="238" y="0"/>
                  <a:pt x="0" y="238"/>
                  <a:pt x="0" y="532"/>
                </a:cubicBezTo>
                <a:lnTo>
                  <a:pt x="0" y="16745"/>
                </a:lnTo>
                <a:cubicBezTo>
                  <a:pt x="0" y="17039"/>
                  <a:pt x="238" y="17277"/>
                  <a:pt x="532" y="17277"/>
                </a:cubicBezTo>
                <a:lnTo>
                  <a:pt x="2623" y="17277"/>
                </a:lnTo>
                <a:lnTo>
                  <a:pt x="8607" y="21600"/>
                </a:lnTo>
                <a:lnTo>
                  <a:pt x="6515" y="17277"/>
                </a:lnTo>
                <a:lnTo>
                  <a:pt x="21016" y="17277"/>
                </a:lnTo>
                <a:cubicBezTo>
                  <a:pt x="21339" y="17277"/>
                  <a:pt x="21600" y="17039"/>
                  <a:pt x="21600" y="16745"/>
                </a:cubicBezTo>
                <a:lnTo>
                  <a:pt x="21600" y="532"/>
                </a:lnTo>
                <a:cubicBezTo>
                  <a:pt x="21600" y="238"/>
                  <a:pt x="21339" y="0"/>
                  <a:pt x="21016" y="0"/>
                </a:cubicBezTo>
                <a:close/>
              </a:path>
            </a:pathLst>
          </a:custGeom>
          <a:solidFill>
            <a:srgbClr val="FFFF00"/>
          </a:solidFill>
          <a:ln w="9525">
            <a:solidFill>
              <a:srgbClr val="000000"/>
            </a:solidFill>
            <a:miter lim="800000"/>
            <a:headEnd/>
            <a:tailEnd/>
          </a:ln>
          <a:effectLst>
            <a:outerShdw dist="107763" dir="2700000" algn="ctr" rotWithShape="0">
              <a:srgbClr val="808080"/>
            </a:outerShdw>
          </a:effectLst>
        </p:spPr>
        <p:txBody>
          <a:bodyPr/>
          <a:lstStyle/>
          <a:p>
            <a:endParaRPr lang="en-IN"/>
          </a:p>
        </p:txBody>
      </p:sp>
      <p:pic>
        <p:nvPicPr>
          <p:cNvPr id="503812" name="Picture 4">
            <a:extLst>
              <a:ext uri="{FF2B5EF4-FFF2-40B4-BE49-F238E27FC236}">
                <a16:creationId xmlns:a16="http://schemas.microsoft.com/office/drawing/2014/main" id="{2BE4BC58-AFF2-4DB5-BFB0-D3C683D537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8400" y="990600"/>
            <a:ext cx="782638"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03813" name="Text Box 5">
            <a:extLst>
              <a:ext uri="{FF2B5EF4-FFF2-40B4-BE49-F238E27FC236}">
                <a16:creationId xmlns:a16="http://schemas.microsoft.com/office/drawing/2014/main" id="{8B360132-E51F-4CB1-BDC7-9C1CCC066415}"/>
              </a:ext>
            </a:extLst>
          </p:cNvPr>
          <p:cNvSpPr txBox="1">
            <a:spLocks noChangeArrowheads="1"/>
          </p:cNvSpPr>
          <p:nvPr/>
        </p:nvSpPr>
        <p:spPr bwMode="auto">
          <a:xfrm>
            <a:off x="3657600" y="1143000"/>
            <a:ext cx="12001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3600">
                <a:effectLst>
                  <a:outerShdw blurRad="38100" dist="38100" dir="2700000" algn="tl">
                    <a:srgbClr val="C0C0C0"/>
                  </a:outerShdw>
                </a:effectLst>
                <a:latin typeface="Times New Roman" panose="02020603050405020304" pitchFamily="18" charset="0"/>
              </a:rPr>
              <a:t>Note: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ooter Placeholder 1">
            <a:extLst>
              <a:ext uri="{FF2B5EF4-FFF2-40B4-BE49-F238E27FC236}">
                <a16:creationId xmlns:a16="http://schemas.microsoft.com/office/drawing/2014/main" id="{A4EDF20A-97D6-4731-B57F-44E4A37AB36C}"/>
              </a:ext>
            </a:extLst>
          </p:cNvPr>
          <p:cNvSpPr>
            <a:spLocks noGrp="1"/>
          </p:cNvSpPr>
          <p:nvPr>
            <p:ph type="ftr" sz="quarter" idx="10"/>
          </p:nvPr>
        </p:nvSpPr>
        <p:spPr/>
        <p:txBody>
          <a:bodyPr/>
          <a:lstStyle/>
          <a:p>
            <a:r>
              <a:rPr lang="en-US" altLang="en-US"/>
              <a:t>TCP/IP Protocol Suite</a:t>
            </a:r>
          </a:p>
        </p:txBody>
      </p:sp>
      <p:sp>
        <p:nvSpPr>
          <p:cNvPr id="12" name="Slide Number Placeholder 2">
            <a:extLst>
              <a:ext uri="{FF2B5EF4-FFF2-40B4-BE49-F238E27FC236}">
                <a16:creationId xmlns:a16="http://schemas.microsoft.com/office/drawing/2014/main" id="{60D2C36F-0FBC-4149-AFFE-555A9E1C1F80}"/>
              </a:ext>
            </a:extLst>
          </p:cNvPr>
          <p:cNvSpPr>
            <a:spLocks noGrp="1"/>
          </p:cNvSpPr>
          <p:nvPr>
            <p:ph type="sldNum" sz="quarter" idx="11"/>
          </p:nvPr>
        </p:nvSpPr>
        <p:spPr/>
        <p:txBody>
          <a:bodyPr/>
          <a:lstStyle/>
          <a:p>
            <a:fld id="{4C69B684-9AC0-47FD-9C80-7F795635B56B}" type="slidenum">
              <a:rPr lang="en-US" altLang="en-US"/>
              <a:pPr/>
              <a:t>17</a:t>
            </a:fld>
            <a:endParaRPr lang="en-US" altLang="en-US"/>
          </a:p>
        </p:txBody>
      </p:sp>
      <p:sp>
        <p:nvSpPr>
          <p:cNvPr id="484354" name="Text Box 2">
            <a:extLst>
              <a:ext uri="{FF2B5EF4-FFF2-40B4-BE49-F238E27FC236}">
                <a16:creationId xmlns:a16="http://schemas.microsoft.com/office/drawing/2014/main" id="{437944C7-5C22-4D97-8CA7-0183B76E8BB8}"/>
              </a:ext>
            </a:extLst>
          </p:cNvPr>
          <p:cNvSpPr txBox="1">
            <a:spLocks noChangeArrowheads="1"/>
          </p:cNvSpPr>
          <p:nvPr/>
        </p:nvSpPr>
        <p:spPr bwMode="auto">
          <a:xfrm>
            <a:off x="2514600" y="90488"/>
            <a:ext cx="57150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solidFill>
                  <a:srgbClr val="0000FF"/>
                </a:solidFill>
                <a:latin typeface="Times New Roman" panose="02020603050405020304" pitchFamily="18" charset="0"/>
              </a:rPr>
              <a:t>Figure 20.7</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Format of an email</a:t>
            </a:r>
          </a:p>
        </p:txBody>
      </p:sp>
      <p:sp>
        <p:nvSpPr>
          <p:cNvPr id="484355" name="Rectangle 3">
            <a:extLst>
              <a:ext uri="{FF2B5EF4-FFF2-40B4-BE49-F238E27FC236}">
                <a16:creationId xmlns:a16="http://schemas.microsoft.com/office/drawing/2014/main" id="{B7E9A473-97C3-42A3-A347-CC4F765CADED}"/>
              </a:ext>
            </a:extLst>
          </p:cNvPr>
          <p:cNvSpPr>
            <a:spLocks noChangeArrowheads="1"/>
          </p:cNvSpPr>
          <p:nvPr/>
        </p:nvSpPr>
        <p:spPr bwMode="ltGray">
          <a:xfrm>
            <a:off x="1890713" y="107951"/>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84356" name="Rectangle 4">
            <a:extLst>
              <a:ext uri="{FF2B5EF4-FFF2-40B4-BE49-F238E27FC236}">
                <a16:creationId xmlns:a16="http://schemas.microsoft.com/office/drawing/2014/main" id="{69A9FFF4-9ECA-47F2-99A5-95574759F980}"/>
              </a:ext>
            </a:extLst>
          </p:cNvPr>
          <p:cNvSpPr>
            <a:spLocks noChangeArrowheads="1"/>
          </p:cNvSpPr>
          <p:nvPr/>
        </p:nvSpPr>
        <p:spPr bwMode="ltGray">
          <a:xfrm>
            <a:off x="2273301" y="107951"/>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84357" name="Rectangle 5">
            <a:extLst>
              <a:ext uri="{FF2B5EF4-FFF2-40B4-BE49-F238E27FC236}">
                <a16:creationId xmlns:a16="http://schemas.microsoft.com/office/drawing/2014/main" id="{1F1B619E-A422-4D5B-A5EC-AFA774581514}"/>
              </a:ext>
            </a:extLst>
          </p:cNvPr>
          <p:cNvSpPr>
            <a:spLocks noChangeArrowheads="1"/>
          </p:cNvSpPr>
          <p:nvPr/>
        </p:nvSpPr>
        <p:spPr bwMode="ltGray">
          <a:xfrm>
            <a:off x="2014539" y="530226"/>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84358" name="Rectangle 6">
            <a:extLst>
              <a:ext uri="{FF2B5EF4-FFF2-40B4-BE49-F238E27FC236}">
                <a16:creationId xmlns:a16="http://schemas.microsoft.com/office/drawing/2014/main" id="{371668AE-D02F-40D4-969E-1BBF3D6276C3}"/>
              </a:ext>
            </a:extLst>
          </p:cNvPr>
          <p:cNvSpPr>
            <a:spLocks noChangeArrowheads="1"/>
          </p:cNvSpPr>
          <p:nvPr/>
        </p:nvSpPr>
        <p:spPr bwMode="ltGray">
          <a:xfrm>
            <a:off x="2384425" y="530226"/>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84359" name="Rectangle 7">
            <a:extLst>
              <a:ext uri="{FF2B5EF4-FFF2-40B4-BE49-F238E27FC236}">
                <a16:creationId xmlns:a16="http://schemas.microsoft.com/office/drawing/2014/main" id="{88CD1E5F-E122-4614-932A-E59E2727AF4F}"/>
              </a:ext>
            </a:extLst>
          </p:cNvPr>
          <p:cNvSpPr>
            <a:spLocks noChangeArrowheads="1"/>
          </p:cNvSpPr>
          <p:nvPr/>
        </p:nvSpPr>
        <p:spPr bwMode="ltGray">
          <a:xfrm>
            <a:off x="1600200" y="457201"/>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84360" name="Rectangle 8">
            <a:extLst>
              <a:ext uri="{FF2B5EF4-FFF2-40B4-BE49-F238E27FC236}">
                <a16:creationId xmlns:a16="http://schemas.microsoft.com/office/drawing/2014/main" id="{1C5D815F-4871-4EB0-9A18-8F2A7E92C45D}"/>
              </a:ext>
            </a:extLst>
          </p:cNvPr>
          <p:cNvSpPr>
            <a:spLocks noChangeArrowheads="1"/>
          </p:cNvSpPr>
          <p:nvPr/>
        </p:nvSpPr>
        <p:spPr bwMode="gray">
          <a:xfrm>
            <a:off x="2235200" y="1"/>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84361" name="Rectangle 9">
            <a:extLst>
              <a:ext uri="{FF2B5EF4-FFF2-40B4-BE49-F238E27FC236}">
                <a16:creationId xmlns:a16="http://schemas.microsoft.com/office/drawing/2014/main" id="{0EDEA74A-A127-4E36-9E7C-3D0405E30470}"/>
              </a:ext>
            </a:extLst>
          </p:cNvPr>
          <p:cNvSpPr>
            <a:spLocks noChangeArrowheads="1"/>
          </p:cNvSpPr>
          <p:nvPr/>
        </p:nvSpPr>
        <p:spPr bwMode="gray">
          <a:xfrm>
            <a:off x="1966914"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pic>
        <p:nvPicPr>
          <p:cNvPr id="484362" name="Picture 10">
            <a:extLst>
              <a:ext uri="{FF2B5EF4-FFF2-40B4-BE49-F238E27FC236}">
                <a16:creationId xmlns:a16="http://schemas.microsoft.com/office/drawing/2014/main" id="{66BB2DF9-4B25-46DE-9DD9-2552D6EE5D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81276" y="762001"/>
            <a:ext cx="7477125" cy="554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ooter Placeholder 1">
            <a:extLst>
              <a:ext uri="{FF2B5EF4-FFF2-40B4-BE49-F238E27FC236}">
                <a16:creationId xmlns:a16="http://schemas.microsoft.com/office/drawing/2014/main" id="{2307CC3F-DA5C-4BCC-B89E-C0D8609EA009}"/>
              </a:ext>
            </a:extLst>
          </p:cNvPr>
          <p:cNvSpPr>
            <a:spLocks noGrp="1"/>
          </p:cNvSpPr>
          <p:nvPr>
            <p:ph type="ftr" sz="quarter" idx="10"/>
          </p:nvPr>
        </p:nvSpPr>
        <p:spPr/>
        <p:txBody>
          <a:bodyPr/>
          <a:lstStyle/>
          <a:p>
            <a:r>
              <a:rPr lang="en-US" altLang="en-US"/>
              <a:t>TCP/IP Protocol Suite</a:t>
            </a:r>
          </a:p>
        </p:txBody>
      </p:sp>
      <p:sp>
        <p:nvSpPr>
          <p:cNvPr id="12" name="Slide Number Placeholder 2">
            <a:extLst>
              <a:ext uri="{FF2B5EF4-FFF2-40B4-BE49-F238E27FC236}">
                <a16:creationId xmlns:a16="http://schemas.microsoft.com/office/drawing/2014/main" id="{CB41338B-A1B0-4758-B3FE-0BFA035AAE2D}"/>
              </a:ext>
            </a:extLst>
          </p:cNvPr>
          <p:cNvSpPr>
            <a:spLocks noGrp="1"/>
          </p:cNvSpPr>
          <p:nvPr>
            <p:ph type="sldNum" sz="quarter" idx="11"/>
          </p:nvPr>
        </p:nvSpPr>
        <p:spPr/>
        <p:txBody>
          <a:bodyPr/>
          <a:lstStyle/>
          <a:p>
            <a:fld id="{12D19DD2-BAD2-485E-9CD1-AB923BF61B5E}" type="slidenum">
              <a:rPr lang="en-US" altLang="en-US"/>
              <a:pPr/>
              <a:t>18</a:t>
            </a:fld>
            <a:endParaRPr lang="en-US" altLang="en-US"/>
          </a:p>
        </p:txBody>
      </p:sp>
      <p:sp>
        <p:nvSpPr>
          <p:cNvPr id="485378" name="Text Box 2">
            <a:extLst>
              <a:ext uri="{FF2B5EF4-FFF2-40B4-BE49-F238E27FC236}">
                <a16:creationId xmlns:a16="http://schemas.microsoft.com/office/drawing/2014/main" id="{73ED2CBF-ACB3-451F-AA81-D8182E6DB235}"/>
              </a:ext>
            </a:extLst>
          </p:cNvPr>
          <p:cNvSpPr txBox="1">
            <a:spLocks noChangeArrowheads="1"/>
          </p:cNvSpPr>
          <p:nvPr/>
        </p:nvSpPr>
        <p:spPr bwMode="auto">
          <a:xfrm>
            <a:off x="2514600" y="90488"/>
            <a:ext cx="57150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solidFill>
                  <a:srgbClr val="0000FF"/>
                </a:solidFill>
                <a:latin typeface="Times New Roman" panose="02020603050405020304" pitchFamily="18" charset="0"/>
              </a:rPr>
              <a:t>Figure 20.8</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Email address</a:t>
            </a:r>
          </a:p>
        </p:txBody>
      </p:sp>
      <p:sp>
        <p:nvSpPr>
          <p:cNvPr id="485379" name="Rectangle 3">
            <a:extLst>
              <a:ext uri="{FF2B5EF4-FFF2-40B4-BE49-F238E27FC236}">
                <a16:creationId xmlns:a16="http://schemas.microsoft.com/office/drawing/2014/main" id="{8C1C3EA6-010D-4790-9A8E-CE2D911A03B7}"/>
              </a:ext>
            </a:extLst>
          </p:cNvPr>
          <p:cNvSpPr>
            <a:spLocks noChangeArrowheads="1"/>
          </p:cNvSpPr>
          <p:nvPr/>
        </p:nvSpPr>
        <p:spPr bwMode="ltGray">
          <a:xfrm>
            <a:off x="1890713" y="107951"/>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85380" name="Rectangle 4">
            <a:extLst>
              <a:ext uri="{FF2B5EF4-FFF2-40B4-BE49-F238E27FC236}">
                <a16:creationId xmlns:a16="http://schemas.microsoft.com/office/drawing/2014/main" id="{73CE4995-99E9-4D9A-AAB6-E4D4D6BA8D79}"/>
              </a:ext>
            </a:extLst>
          </p:cNvPr>
          <p:cNvSpPr>
            <a:spLocks noChangeArrowheads="1"/>
          </p:cNvSpPr>
          <p:nvPr/>
        </p:nvSpPr>
        <p:spPr bwMode="ltGray">
          <a:xfrm>
            <a:off x="2273301" y="107951"/>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85381" name="Rectangle 5">
            <a:extLst>
              <a:ext uri="{FF2B5EF4-FFF2-40B4-BE49-F238E27FC236}">
                <a16:creationId xmlns:a16="http://schemas.microsoft.com/office/drawing/2014/main" id="{BF973BAB-A03B-4F6F-A338-E230D0D02DFF}"/>
              </a:ext>
            </a:extLst>
          </p:cNvPr>
          <p:cNvSpPr>
            <a:spLocks noChangeArrowheads="1"/>
          </p:cNvSpPr>
          <p:nvPr/>
        </p:nvSpPr>
        <p:spPr bwMode="ltGray">
          <a:xfrm>
            <a:off x="2014539" y="530226"/>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85382" name="Rectangle 6">
            <a:extLst>
              <a:ext uri="{FF2B5EF4-FFF2-40B4-BE49-F238E27FC236}">
                <a16:creationId xmlns:a16="http://schemas.microsoft.com/office/drawing/2014/main" id="{7065B4D7-611E-42FE-A9EB-FF7F97AFE267}"/>
              </a:ext>
            </a:extLst>
          </p:cNvPr>
          <p:cNvSpPr>
            <a:spLocks noChangeArrowheads="1"/>
          </p:cNvSpPr>
          <p:nvPr/>
        </p:nvSpPr>
        <p:spPr bwMode="ltGray">
          <a:xfrm>
            <a:off x="2384425" y="530226"/>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85383" name="Rectangle 7">
            <a:extLst>
              <a:ext uri="{FF2B5EF4-FFF2-40B4-BE49-F238E27FC236}">
                <a16:creationId xmlns:a16="http://schemas.microsoft.com/office/drawing/2014/main" id="{45A1923C-2A3A-4502-95CB-062B3DABF90B}"/>
              </a:ext>
            </a:extLst>
          </p:cNvPr>
          <p:cNvSpPr>
            <a:spLocks noChangeArrowheads="1"/>
          </p:cNvSpPr>
          <p:nvPr/>
        </p:nvSpPr>
        <p:spPr bwMode="ltGray">
          <a:xfrm>
            <a:off x="1600200" y="457201"/>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85384" name="Rectangle 8">
            <a:extLst>
              <a:ext uri="{FF2B5EF4-FFF2-40B4-BE49-F238E27FC236}">
                <a16:creationId xmlns:a16="http://schemas.microsoft.com/office/drawing/2014/main" id="{52F96B57-2B10-4B48-81A0-9DCB3BC63DAE}"/>
              </a:ext>
            </a:extLst>
          </p:cNvPr>
          <p:cNvSpPr>
            <a:spLocks noChangeArrowheads="1"/>
          </p:cNvSpPr>
          <p:nvPr/>
        </p:nvSpPr>
        <p:spPr bwMode="gray">
          <a:xfrm>
            <a:off x="2235200" y="1"/>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85385" name="Rectangle 9">
            <a:extLst>
              <a:ext uri="{FF2B5EF4-FFF2-40B4-BE49-F238E27FC236}">
                <a16:creationId xmlns:a16="http://schemas.microsoft.com/office/drawing/2014/main" id="{02A4D96E-3ED8-4A9B-96E7-B3A100F4BDFF}"/>
              </a:ext>
            </a:extLst>
          </p:cNvPr>
          <p:cNvSpPr>
            <a:spLocks noChangeArrowheads="1"/>
          </p:cNvSpPr>
          <p:nvPr/>
        </p:nvSpPr>
        <p:spPr bwMode="gray">
          <a:xfrm>
            <a:off x="1966914"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pic>
        <p:nvPicPr>
          <p:cNvPr id="485386" name="Picture 10">
            <a:extLst>
              <a:ext uri="{FF2B5EF4-FFF2-40B4-BE49-F238E27FC236}">
                <a16:creationId xmlns:a16="http://schemas.microsoft.com/office/drawing/2014/main" id="{B997210A-2BDB-4A88-A8E1-D14C326E78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8689" y="2365376"/>
            <a:ext cx="7794625" cy="212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ooter Placeholder 1">
            <a:extLst>
              <a:ext uri="{FF2B5EF4-FFF2-40B4-BE49-F238E27FC236}">
                <a16:creationId xmlns:a16="http://schemas.microsoft.com/office/drawing/2014/main" id="{07A58769-53DD-40A2-9F0A-47E3ACF3B8B4}"/>
              </a:ext>
            </a:extLst>
          </p:cNvPr>
          <p:cNvSpPr>
            <a:spLocks noGrp="1"/>
          </p:cNvSpPr>
          <p:nvPr>
            <p:ph type="ftr" sz="quarter" idx="10"/>
          </p:nvPr>
        </p:nvSpPr>
        <p:spPr/>
        <p:txBody>
          <a:bodyPr/>
          <a:lstStyle/>
          <a:p>
            <a:r>
              <a:rPr lang="en-US" altLang="en-US"/>
              <a:t>TCP/IP Protocol Suite</a:t>
            </a:r>
          </a:p>
        </p:txBody>
      </p:sp>
      <p:sp>
        <p:nvSpPr>
          <p:cNvPr id="12" name="Slide Number Placeholder 2">
            <a:extLst>
              <a:ext uri="{FF2B5EF4-FFF2-40B4-BE49-F238E27FC236}">
                <a16:creationId xmlns:a16="http://schemas.microsoft.com/office/drawing/2014/main" id="{936EA4BD-B250-47B9-A82C-EC059AB940B3}"/>
              </a:ext>
            </a:extLst>
          </p:cNvPr>
          <p:cNvSpPr>
            <a:spLocks noGrp="1"/>
          </p:cNvSpPr>
          <p:nvPr>
            <p:ph type="sldNum" sz="quarter" idx="11"/>
          </p:nvPr>
        </p:nvSpPr>
        <p:spPr/>
        <p:txBody>
          <a:bodyPr/>
          <a:lstStyle/>
          <a:p>
            <a:fld id="{11A62C11-ABD2-494F-8418-BBE6FFC41364}" type="slidenum">
              <a:rPr lang="en-US" altLang="en-US"/>
              <a:pPr/>
              <a:t>19</a:t>
            </a:fld>
            <a:endParaRPr lang="en-US" altLang="en-US"/>
          </a:p>
        </p:txBody>
      </p:sp>
      <p:sp>
        <p:nvSpPr>
          <p:cNvPr id="486402" name="Text Box 2">
            <a:extLst>
              <a:ext uri="{FF2B5EF4-FFF2-40B4-BE49-F238E27FC236}">
                <a16:creationId xmlns:a16="http://schemas.microsoft.com/office/drawing/2014/main" id="{7743D8D0-0F3D-4B8A-8970-CD5B29C887F9}"/>
              </a:ext>
            </a:extLst>
          </p:cNvPr>
          <p:cNvSpPr txBox="1">
            <a:spLocks noChangeArrowheads="1"/>
          </p:cNvSpPr>
          <p:nvPr/>
        </p:nvSpPr>
        <p:spPr bwMode="auto">
          <a:xfrm>
            <a:off x="2514600" y="90488"/>
            <a:ext cx="57150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solidFill>
                  <a:srgbClr val="0000FF"/>
                </a:solidFill>
                <a:latin typeface="Times New Roman" panose="02020603050405020304" pitchFamily="18" charset="0"/>
              </a:rPr>
              <a:t>Figure 20.9</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MIME</a:t>
            </a:r>
          </a:p>
        </p:txBody>
      </p:sp>
      <p:sp>
        <p:nvSpPr>
          <p:cNvPr id="486403" name="Rectangle 3">
            <a:extLst>
              <a:ext uri="{FF2B5EF4-FFF2-40B4-BE49-F238E27FC236}">
                <a16:creationId xmlns:a16="http://schemas.microsoft.com/office/drawing/2014/main" id="{4B3F7340-21DE-4B07-8C93-970E59600A8C}"/>
              </a:ext>
            </a:extLst>
          </p:cNvPr>
          <p:cNvSpPr>
            <a:spLocks noChangeArrowheads="1"/>
          </p:cNvSpPr>
          <p:nvPr/>
        </p:nvSpPr>
        <p:spPr bwMode="ltGray">
          <a:xfrm>
            <a:off x="1890713" y="107951"/>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86404" name="Rectangle 4">
            <a:extLst>
              <a:ext uri="{FF2B5EF4-FFF2-40B4-BE49-F238E27FC236}">
                <a16:creationId xmlns:a16="http://schemas.microsoft.com/office/drawing/2014/main" id="{7B69F9FC-8368-4F42-9892-C61F94069B1B}"/>
              </a:ext>
            </a:extLst>
          </p:cNvPr>
          <p:cNvSpPr>
            <a:spLocks noChangeArrowheads="1"/>
          </p:cNvSpPr>
          <p:nvPr/>
        </p:nvSpPr>
        <p:spPr bwMode="ltGray">
          <a:xfrm>
            <a:off x="2273301" y="107951"/>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86405" name="Rectangle 5">
            <a:extLst>
              <a:ext uri="{FF2B5EF4-FFF2-40B4-BE49-F238E27FC236}">
                <a16:creationId xmlns:a16="http://schemas.microsoft.com/office/drawing/2014/main" id="{C89AFA94-9572-4859-BE96-0320D34F8592}"/>
              </a:ext>
            </a:extLst>
          </p:cNvPr>
          <p:cNvSpPr>
            <a:spLocks noChangeArrowheads="1"/>
          </p:cNvSpPr>
          <p:nvPr/>
        </p:nvSpPr>
        <p:spPr bwMode="ltGray">
          <a:xfrm>
            <a:off x="2014539" y="530226"/>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86406" name="Rectangle 6">
            <a:extLst>
              <a:ext uri="{FF2B5EF4-FFF2-40B4-BE49-F238E27FC236}">
                <a16:creationId xmlns:a16="http://schemas.microsoft.com/office/drawing/2014/main" id="{CE8BF0E1-1543-4164-9CD1-030A0DBE17DB}"/>
              </a:ext>
            </a:extLst>
          </p:cNvPr>
          <p:cNvSpPr>
            <a:spLocks noChangeArrowheads="1"/>
          </p:cNvSpPr>
          <p:nvPr/>
        </p:nvSpPr>
        <p:spPr bwMode="ltGray">
          <a:xfrm>
            <a:off x="2384425" y="530226"/>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86407" name="Rectangle 7">
            <a:extLst>
              <a:ext uri="{FF2B5EF4-FFF2-40B4-BE49-F238E27FC236}">
                <a16:creationId xmlns:a16="http://schemas.microsoft.com/office/drawing/2014/main" id="{7CC8B9E9-7974-4A9F-B2E5-9C71B33DA5AE}"/>
              </a:ext>
            </a:extLst>
          </p:cNvPr>
          <p:cNvSpPr>
            <a:spLocks noChangeArrowheads="1"/>
          </p:cNvSpPr>
          <p:nvPr/>
        </p:nvSpPr>
        <p:spPr bwMode="ltGray">
          <a:xfrm>
            <a:off x="1600200" y="457201"/>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86408" name="Rectangle 8">
            <a:extLst>
              <a:ext uri="{FF2B5EF4-FFF2-40B4-BE49-F238E27FC236}">
                <a16:creationId xmlns:a16="http://schemas.microsoft.com/office/drawing/2014/main" id="{5B06F39B-AFFC-4380-8814-5B0FC4295A31}"/>
              </a:ext>
            </a:extLst>
          </p:cNvPr>
          <p:cNvSpPr>
            <a:spLocks noChangeArrowheads="1"/>
          </p:cNvSpPr>
          <p:nvPr/>
        </p:nvSpPr>
        <p:spPr bwMode="gray">
          <a:xfrm>
            <a:off x="2235200" y="1"/>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86409" name="Rectangle 9">
            <a:extLst>
              <a:ext uri="{FF2B5EF4-FFF2-40B4-BE49-F238E27FC236}">
                <a16:creationId xmlns:a16="http://schemas.microsoft.com/office/drawing/2014/main" id="{D70DF1F5-D6D9-48DC-B1D0-B96DEDAC4C10}"/>
              </a:ext>
            </a:extLst>
          </p:cNvPr>
          <p:cNvSpPr>
            <a:spLocks noChangeArrowheads="1"/>
          </p:cNvSpPr>
          <p:nvPr/>
        </p:nvSpPr>
        <p:spPr bwMode="gray">
          <a:xfrm>
            <a:off x="1966914"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pic>
        <p:nvPicPr>
          <p:cNvPr id="486410" name="Picture 10">
            <a:extLst>
              <a:ext uri="{FF2B5EF4-FFF2-40B4-BE49-F238E27FC236}">
                <a16:creationId xmlns:a16="http://schemas.microsoft.com/office/drawing/2014/main" id="{1EB15B18-0494-41CA-8B8E-9BC701D488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43150" y="1703388"/>
            <a:ext cx="7029450" cy="3706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ooter Placeholder 1">
            <a:extLst>
              <a:ext uri="{FF2B5EF4-FFF2-40B4-BE49-F238E27FC236}">
                <a16:creationId xmlns:a16="http://schemas.microsoft.com/office/drawing/2014/main" id="{B53CE960-8880-4876-AAD8-7909B0FD3731}"/>
              </a:ext>
            </a:extLst>
          </p:cNvPr>
          <p:cNvSpPr>
            <a:spLocks noGrp="1"/>
          </p:cNvSpPr>
          <p:nvPr>
            <p:ph type="ftr" sz="quarter" idx="10"/>
          </p:nvPr>
        </p:nvSpPr>
        <p:spPr/>
        <p:txBody>
          <a:bodyPr/>
          <a:lstStyle/>
          <a:p>
            <a:r>
              <a:rPr lang="en-US" altLang="en-US"/>
              <a:t>TCP/IP Protocol Suite</a:t>
            </a:r>
          </a:p>
        </p:txBody>
      </p:sp>
      <p:sp>
        <p:nvSpPr>
          <p:cNvPr id="12" name="Slide Number Placeholder 2">
            <a:extLst>
              <a:ext uri="{FF2B5EF4-FFF2-40B4-BE49-F238E27FC236}">
                <a16:creationId xmlns:a16="http://schemas.microsoft.com/office/drawing/2014/main" id="{F0F9BD1A-4519-4BDE-8DD4-F91CCEEAC96B}"/>
              </a:ext>
            </a:extLst>
          </p:cNvPr>
          <p:cNvSpPr>
            <a:spLocks noGrp="1"/>
          </p:cNvSpPr>
          <p:nvPr>
            <p:ph type="sldNum" sz="quarter" idx="11"/>
          </p:nvPr>
        </p:nvSpPr>
        <p:spPr/>
        <p:txBody>
          <a:bodyPr/>
          <a:lstStyle/>
          <a:p>
            <a:fld id="{0F29FCE9-E30E-4C3F-A1B3-E5AC8FDA4549}" type="slidenum">
              <a:rPr lang="en-US" altLang="en-US"/>
              <a:pPr/>
              <a:t>20</a:t>
            </a:fld>
            <a:endParaRPr lang="en-US" altLang="en-US"/>
          </a:p>
        </p:txBody>
      </p:sp>
      <p:sp>
        <p:nvSpPr>
          <p:cNvPr id="487426" name="Text Box 2">
            <a:extLst>
              <a:ext uri="{FF2B5EF4-FFF2-40B4-BE49-F238E27FC236}">
                <a16:creationId xmlns:a16="http://schemas.microsoft.com/office/drawing/2014/main" id="{D75272C3-3855-478E-9DB5-2EE9B1771537}"/>
              </a:ext>
            </a:extLst>
          </p:cNvPr>
          <p:cNvSpPr txBox="1">
            <a:spLocks noChangeArrowheads="1"/>
          </p:cNvSpPr>
          <p:nvPr/>
        </p:nvSpPr>
        <p:spPr bwMode="auto">
          <a:xfrm>
            <a:off x="2514600" y="90488"/>
            <a:ext cx="57150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solidFill>
                  <a:srgbClr val="0000FF"/>
                </a:solidFill>
                <a:latin typeface="Times New Roman" panose="02020603050405020304" pitchFamily="18" charset="0"/>
              </a:rPr>
              <a:t>Figure 20.10</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MIME header</a:t>
            </a:r>
          </a:p>
        </p:txBody>
      </p:sp>
      <p:sp>
        <p:nvSpPr>
          <p:cNvPr id="487427" name="Rectangle 3">
            <a:extLst>
              <a:ext uri="{FF2B5EF4-FFF2-40B4-BE49-F238E27FC236}">
                <a16:creationId xmlns:a16="http://schemas.microsoft.com/office/drawing/2014/main" id="{22EBCABA-3A7C-4F7B-9C26-C20A65128C49}"/>
              </a:ext>
            </a:extLst>
          </p:cNvPr>
          <p:cNvSpPr>
            <a:spLocks noChangeArrowheads="1"/>
          </p:cNvSpPr>
          <p:nvPr/>
        </p:nvSpPr>
        <p:spPr bwMode="ltGray">
          <a:xfrm>
            <a:off x="1890713" y="107951"/>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87428" name="Rectangle 4">
            <a:extLst>
              <a:ext uri="{FF2B5EF4-FFF2-40B4-BE49-F238E27FC236}">
                <a16:creationId xmlns:a16="http://schemas.microsoft.com/office/drawing/2014/main" id="{B5E791D5-EF49-45D9-84EF-CD35F0301845}"/>
              </a:ext>
            </a:extLst>
          </p:cNvPr>
          <p:cNvSpPr>
            <a:spLocks noChangeArrowheads="1"/>
          </p:cNvSpPr>
          <p:nvPr/>
        </p:nvSpPr>
        <p:spPr bwMode="ltGray">
          <a:xfrm>
            <a:off x="2273301" y="107951"/>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87429" name="Rectangle 5">
            <a:extLst>
              <a:ext uri="{FF2B5EF4-FFF2-40B4-BE49-F238E27FC236}">
                <a16:creationId xmlns:a16="http://schemas.microsoft.com/office/drawing/2014/main" id="{787433DA-34BD-41D6-828D-AE26C5B30BFC}"/>
              </a:ext>
            </a:extLst>
          </p:cNvPr>
          <p:cNvSpPr>
            <a:spLocks noChangeArrowheads="1"/>
          </p:cNvSpPr>
          <p:nvPr/>
        </p:nvSpPr>
        <p:spPr bwMode="ltGray">
          <a:xfrm>
            <a:off x="2014539" y="530226"/>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87430" name="Rectangle 6">
            <a:extLst>
              <a:ext uri="{FF2B5EF4-FFF2-40B4-BE49-F238E27FC236}">
                <a16:creationId xmlns:a16="http://schemas.microsoft.com/office/drawing/2014/main" id="{2539844C-66F8-40F2-9F67-42AF015EC9F9}"/>
              </a:ext>
            </a:extLst>
          </p:cNvPr>
          <p:cNvSpPr>
            <a:spLocks noChangeArrowheads="1"/>
          </p:cNvSpPr>
          <p:nvPr/>
        </p:nvSpPr>
        <p:spPr bwMode="ltGray">
          <a:xfrm>
            <a:off x="2384425" y="530226"/>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87431" name="Rectangle 7">
            <a:extLst>
              <a:ext uri="{FF2B5EF4-FFF2-40B4-BE49-F238E27FC236}">
                <a16:creationId xmlns:a16="http://schemas.microsoft.com/office/drawing/2014/main" id="{C3C8BF41-FC37-49AB-B6BA-1FD627D3F276}"/>
              </a:ext>
            </a:extLst>
          </p:cNvPr>
          <p:cNvSpPr>
            <a:spLocks noChangeArrowheads="1"/>
          </p:cNvSpPr>
          <p:nvPr/>
        </p:nvSpPr>
        <p:spPr bwMode="ltGray">
          <a:xfrm>
            <a:off x="1600200" y="457201"/>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87432" name="Rectangle 8">
            <a:extLst>
              <a:ext uri="{FF2B5EF4-FFF2-40B4-BE49-F238E27FC236}">
                <a16:creationId xmlns:a16="http://schemas.microsoft.com/office/drawing/2014/main" id="{A443F3AE-8616-4826-9FA0-A4558D22E762}"/>
              </a:ext>
            </a:extLst>
          </p:cNvPr>
          <p:cNvSpPr>
            <a:spLocks noChangeArrowheads="1"/>
          </p:cNvSpPr>
          <p:nvPr/>
        </p:nvSpPr>
        <p:spPr bwMode="gray">
          <a:xfrm>
            <a:off x="2235200" y="1"/>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87433" name="Rectangle 9">
            <a:extLst>
              <a:ext uri="{FF2B5EF4-FFF2-40B4-BE49-F238E27FC236}">
                <a16:creationId xmlns:a16="http://schemas.microsoft.com/office/drawing/2014/main" id="{0F71E7D6-76CA-43E0-B929-60DE5B902E67}"/>
              </a:ext>
            </a:extLst>
          </p:cNvPr>
          <p:cNvSpPr>
            <a:spLocks noChangeArrowheads="1"/>
          </p:cNvSpPr>
          <p:nvPr/>
        </p:nvSpPr>
        <p:spPr bwMode="gray">
          <a:xfrm>
            <a:off x="1966914"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pic>
        <p:nvPicPr>
          <p:cNvPr id="487434" name="Picture 10">
            <a:extLst>
              <a:ext uri="{FF2B5EF4-FFF2-40B4-BE49-F238E27FC236}">
                <a16:creationId xmlns:a16="http://schemas.microsoft.com/office/drawing/2014/main" id="{8676A1C5-F3A7-4EE0-8306-F3F221A0015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6226" y="1933576"/>
            <a:ext cx="7165975" cy="2867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1">
            <a:extLst>
              <a:ext uri="{FF2B5EF4-FFF2-40B4-BE49-F238E27FC236}">
                <a16:creationId xmlns:a16="http://schemas.microsoft.com/office/drawing/2014/main" id="{DB608A00-8693-4C72-A567-A97FB899E744}"/>
              </a:ext>
            </a:extLst>
          </p:cNvPr>
          <p:cNvSpPr>
            <a:spLocks noGrp="1"/>
          </p:cNvSpPr>
          <p:nvPr>
            <p:ph type="ftr" sz="quarter" idx="10"/>
          </p:nvPr>
        </p:nvSpPr>
        <p:spPr/>
        <p:txBody>
          <a:bodyPr/>
          <a:lstStyle/>
          <a:p>
            <a:r>
              <a:rPr lang="en-US" altLang="en-US"/>
              <a:t>TCP/IP Protocol Suite</a:t>
            </a:r>
          </a:p>
        </p:txBody>
      </p:sp>
      <p:sp>
        <p:nvSpPr>
          <p:cNvPr id="5" name="Slide Number Placeholder 2">
            <a:extLst>
              <a:ext uri="{FF2B5EF4-FFF2-40B4-BE49-F238E27FC236}">
                <a16:creationId xmlns:a16="http://schemas.microsoft.com/office/drawing/2014/main" id="{75B150F5-E6F5-4AE1-B271-18B304B2B360}"/>
              </a:ext>
            </a:extLst>
          </p:cNvPr>
          <p:cNvSpPr>
            <a:spLocks noGrp="1"/>
          </p:cNvSpPr>
          <p:nvPr>
            <p:ph type="sldNum" sz="quarter" idx="11"/>
          </p:nvPr>
        </p:nvSpPr>
        <p:spPr/>
        <p:txBody>
          <a:bodyPr/>
          <a:lstStyle/>
          <a:p>
            <a:fld id="{614D83A8-601B-435C-B945-9C2B074FA087}" type="slidenum">
              <a:rPr lang="en-US" altLang="en-US"/>
              <a:pPr/>
              <a:t>21</a:t>
            </a:fld>
            <a:endParaRPr lang="en-US" altLang="en-US"/>
          </a:p>
        </p:txBody>
      </p:sp>
      <p:sp>
        <p:nvSpPr>
          <p:cNvPr id="504835" name="Text Box 3">
            <a:extLst>
              <a:ext uri="{FF2B5EF4-FFF2-40B4-BE49-F238E27FC236}">
                <a16:creationId xmlns:a16="http://schemas.microsoft.com/office/drawing/2014/main" id="{DEFA64BA-7BDA-45C5-ADCA-25533A0A256D}"/>
              </a:ext>
            </a:extLst>
          </p:cNvPr>
          <p:cNvSpPr txBox="1">
            <a:spLocks noChangeArrowheads="1"/>
          </p:cNvSpPr>
          <p:nvPr/>
        </p:nvSpPr>
        <p:spPr bwMode="auto">
          <a:xfrm>
            <a:off x="2170114" y="1447800"/>
            <a:ext cx="59324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2400" i="1">
                <a:solidFill>
                  <a:srgbClr val="FF0066"/>
                </a:solidFill>
                <a:effectLst>
                  <a:outerShdw blurRad="38100" dist="38100" dir="2700000" algn="tl">
                    <a:srgbClr val="C0C0C0"/>
                  </a:outerShdw>
                </a:effectLst>
                <a:latin typeface="Times New Roman" panose="02020603050405020304" pitchFamily="18" charset="0"/>
              </a:rPr>
              <a:t>Table 20.1  </a:t>
            </a:r>
            <a:r>
              <a:rPr lang="en-US" altLang="en-US" sz="2400" i="1">
                <a:effectLst>
                  <a:outerShdw blurRad="38100" dist="38100" dir="2700000" algn="tl">
                    <a:srgbClr val="C0C0C0"/>
                  </a:outerShdw>
                </a:effectLst>
                <a:latin typeface="Times New Roman" panose="02020603050405020304" pitchFamily="18" charset="0"/>
              </a:rPr>
              <a:t>Data types and subtypes in MIME</a:t>
            </a:r>
          </a:p>
        </p:txBody>
      </p:sp>
      <p:pic>
        <p:nvPicPr>
          <p:cNvPr id="504874" name="Picture 42">
            <a:extLst>
              <a:ext uri="{FF2B5EF4-FFF2-40B4-BE49-F238E27FC236}">
                <a16:creationId xmlns:a16="http://schemas.microsoft.com/office/drawing/2014/main" id="{B25ACFF0-C0B4-49D5-A715-C0CBCB9BC9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1" y="1971676"/>
            <a:ext cx="8189913" cy="2828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1">
            <a:extLst>
              <a:ext uri="{FF2B5EF4-FFF2-40B4-BE49-F238E27FC236}">
                <a16:creationId xmlns:a16="http://schemas.microsoft.com/office/drawing/2014/main" id="{8182DE01-A151-4BA7-B4E4-B96388BE8859}"/>
              </a:ext>
            </a:extLst>
          </p:cNvPr>
          <p:cNvSpPr>
            <a:spLocks noGrp="1"/>
          </p:cNvSpPr>
          <p:nvPr>
            <p:ph type="ftr" sz="quarter" idx="10"/>
          </p:nvPr>
        </p:nvSpPr>
        <p:spPr/>
        <p:txBody>
          <a:bodyPr/>
          <a:lstStyle/>
          <a:p>
            <a:r>
              <a:rPr lang="en-US" altLang="en-US"/>
              <a:t>TCP/IP Protocol Suite</a:t>
            </a:r>
          </a:p>
        </p:txBody>
      </p:sp>
      <p:sp>
        <p:nvSpPr>
          <p:cNvPr id="5" name="Slide Number Placeholder 2">
            <a:extLst>
              <a:ext uri="{FF2B5EF4-FFF2-40B4-BE49-F238E27FC236}">
                <a16:creationId xmlns:a16="http://schemas.microsoft.com/office/drawing/2014/main" id="{7D9480BB-883D-4D4C-A894-1AD4EC903AD8}"/>
              </a:ext>
            </a:extLst>
          </p:cNvPr>
          <p:cNvSpPr>
            <a:spLocks noGrp="1"/>
          </p:cNvSpPr>
          <p:nvPr>
            <p:ph type="sldNum" sz="quarter" idx="11"/>
          </p:nvPr>
        </p:nvSpPr>
        <p:spPr/>
        <p:txBody>
          <a:bodyPr/>
          <a:lstStyle/>
          <a:p>
            <a:fld id="{23A3BF43-BE6A-4946-8DB0-64E193F76E8B}" type="slidenum">
              <a:rPr lang="en-US" altLang="en-US"/>
              <a:pPr/>
              <a:t>22</a:t>
            </a:fld>
            <a:endParaRPr lang="en-US" altLang="en-US"/>
          </a:p>
        </p:txBody>
      </p:sp>
      <p:sp>
        <p:nvSpPr>
          <p:cNvPr id="512002" name="Text Box 2">
            <a:extLst>
              <a:ext uri="{FF2B5EF4-FFF2-40B4-BE49-F238E27FC236}">
                <a16:creationId xmlns:a16="http://schemas.microsoft.com/office/drawing/2014/main" id="{E229D731-5A50-44B7-A605-6BEAF2FDFB3A}"/>
              </a:ext>
            </a:extLst>
          </p:cNvPr>
          <p:cNvSpPr txBox="1">
            <a:spLocks noChangeArrowheads="1"/>
          </p:cNvSpPr>
          <p:nvPr/>
        </p:nvSpPr>
        <p:spPr bwMode="auto">
          <a:xfrm>
            <a:off x="2170114" y="990600"/>
            <a:ext cx="75326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2400" i="1">
                <a:solidFill>
                  <a:srgbClr val="FF0066"/>
                </a:solidFill>
                <a:effectLst>
                  <a:outerShdw blurRad="38100" dist="38100" dir="2700000" algn="tl">
                    <a:srgbClr val="C0C0C0"/>
                  </a:outerShdw>
                </a:effectLst>
                <a:latin typeface="Times New Roman" panose="02020603050405020304" pitchFamily="18" charset="0"/>
              </a:rPr>
              <a:t>Table 20.1  </a:t>
            </a:r>
            <a:r>
              <a:rPr lang="en-US" altLang="en-US" sz="2400" i="1">
                <a:effectLst>
                  <a:outerShdw blurRad="38100" dist="38100" dir="2700000" algn="tl">
                    <a:srgbClr val="C0C0C0"/>
                  </a:outerShdw>
                </a:effectLst>
                <a:latin typeface="Times New Roman" panose="02020603050405020304" pitchFamily="18" charset="0"/>
              </a:rPr>
              <a:t>Data types and subtypes in MIME (Continued)</a:t>
            </a:r>
          </a:p>
        </p:txBody>
      </p:sp>
      <p:pic>
        <p:nvPicPr>
          <p:cNvPr id="512004" name="Picture 4">
            <a:extLst>
              <a:ext uri="{FF2B5EF4-FFF2-40B4-BE49-F238E27FC236}">
                <a16:creationId xmlns:a16="http://schemas.microsoft.com/office/drawing/2014/main" id="{7347B1D0-2A68-43FF-ACAA-E92B1E100B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81214" y="1423988"/>
            <a:ext cx="8281987" cy="3757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1">
            <a:extLst>
              <a:ext uri="{FF2B5EF4-FFF2-40B4-BE49-F238E27FC236}">
                <a16:creationId xmlns:a16="http://schemas.microsoft.com/office/drawing/2014/main" id="{2DBB579A-C433-48FB-B97D-B8E743BBBEF9}"/>
              </a:ext>
            </a:extLst>
          </p:cNvPr>
          <p:cNvSpPr>
            <a:spLocks noGrp="1"/>
          </p:cNvSpPr>
          <p:nvPr>
            <p:ph type="ftr" sz="quarter" idx="10"/>
          </p:nvPr>
        </p:nvSpPr>
        <p:spPr/>
        <p:txBody>
          <a:bodyPr/>
          <a:lstStyle/>
          <a:p>
            <a:r>
              <a:rPr lang="en-US" altLang="en-US"/>
              <a:t>TCP/IP Protocol Suite</a:t>
            </a:r>
          </a:p>
        </p:txBody>
      </p:sp>
      <p:sp>
        <p:nvSpPr>
          <p:cNvPr id="5" name="Slide Number Placeholder 2">
            <a:extLst>
              <a:ext uri="{FF2B5EF4-FFF2-40B4-BE49-F238E27FC236}">
                <a16:creationId xmlns:a16="http://schemas.microsoft.com/office/drawing/2014/main" id="{6A3C2CAA-E7AF-40DD-AFD0-4B903F4632D1}"/>
              </a:ext>
            </a:extLst>
          </p:cNvPr>
          <p:cNvSpPr>
            <a:spLocks noGrp="1"/>
          </p:cNvSpPr>
          <p:nvPr>
            <p:ph type="sldNum" sz="quarter" idx="11"/>
          </p:nvPr>
        </p:nvSpPr>
        <p:spPr/>
        <p:txBody>
          <a:bodyPr/>
          <a:lstStyle/>
          <a:p>
            <a:fld id="{B389E1F6-A58F-4B83-B435-A33046F4CE26}" type="slidenum">
              <a:rPr lang="en-US" altLang="en-US"/>
              <a:pPr/>
              <a:t>23</a:t>
            </a:fld>
            <a:endParaRPr lang="en-US" altLang="en-US"/>
          </a:p>
        </p:txBody>
      </p:sp>
      <p:sp>
        <p:nvSpPr>
          <p:cNvPr id="505859" name="Text Box 3">
            <a:extLst>
              <a:ext uri="{FF2B5EF4-FFF2-40B4-BE49-F238E27FC236}">
                <a16:creationId xmlns:a16="http://schemas.microsoft.com/office/drawing/2014/main" id="{CD41F022-D0E4-4513-8805-D2810B92674A}"/>
              </a:ext>
            </a:extLst>
          </p:cNvPr>
          <p:cNvSpPr txBox="1">
            <a:spLocks noChangeArrowheads="1"/>
          </p:cNvSpPr>
          <p:nvPr/>
        </p:nvSpPr>
        <p:spPr bwMode="auto">
          <a:xfrm>
            <a:off x="2209801" y="990600"/>
            <a:ext cx="50085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2400" i="1">
                <a:solidFill>
                  <a:srgbClr val="FF0066"/>
                </a:solidFill>
                <a:effectLst>
                  <a:outerShdw blurRad="38100" dist="38100" dir="2700000" algn="tl">
                    <a:srgbClr val="C0C0C0"/>
                  </a:outerShdw>
                </a:effectLst>
                <a:latin typeface="Times New Roman" panose="02020603050405020304" pitchFamily="18" charset="0"/>
              </a:rPr>
              <a:t>Table 20.2  </a:t>
            </a:r>
            <a:r>
              <a:rPr lang="en-US" altLang="en-US" sz="2400" i="1">
                <a:effectLst>
                  <a:outerShdw blurRad="38100" dist="38100" dir="2700000" algn="tl">
                    <a:srgbClr val="C0C0C0"/>
                  </a:outerShdw>
                </a:effectLst>
                <a:latin typeface="Times New Roman" panose="02020603050405020304" pitchFamily="18" charset="0"/>
              </a:rPr>
              <a:t>Content-transfer-encoding</a:t>
            </a:r>
          </a:p>
        </p:txBody>
      </p:sp>
      <p:pic>
        <p:nvPicPr>
          <p:cNvPr id="505897" name="Picture 41">
            <a:extLst>
              <a:ext uri="{FF2B5EF4-FFF2-40B4-BE49-F238E27FC236}">
                <a16:creationId xmlns:a16="http://schemas.microsoft.com/office/drawing/2014/main" id="{9BBEC8AD-4B9A-435C-8D98-ED7E075C134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60576" y="1371601"/>
            <a:ext cx="7769225" cy="2701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ooter Placeholder 1">
            <a:extLst>
              <a:ext uri="{FF2B5EF4-FFF2-40B4-BE49-F238E27FC236}">
                <a16:creationId xmlns:a16="http://schemas.microsoft.com/office/drawing/2014/main" id="{BA296274-7262-40F6-A8E5-88AE26FC12F6}"/>
              </a:ext>
            </a:extLst>
          </p:cNvPr>
          <p:cNvSpPr>
            <a:spLocks noGrp="1"/>
          </p:cNvSpPr>
          <p:nvPr>
            <p:ph type="ftr" sz="quarter" idx="10"/>
          </p:nvPr>
        </p:nvSpPr>
        <p:spPr/>
        <p:txBody>
          <a:bodyPr/>
          <a:lstStyle/>
          <a:p>
            <a:r>
              <a:rPr lang="en-US" altLang="en-US"/>
              <a:t>TCP/IP Protocol Suite</a:t>
            </a:r>
          </a:p>
        </p:txBody>
      </p:sp>
      <p:sp>
        <p:nvSpPr>
          <p:cNvPr id="12" name="Slide Number Placeholder 2">
            <a:extLst>
              <a:ext uri="{FF2B5EF4-FFF2-40B4-BE49-F238E27FC236}">
                <a16:creationId xmlns:a16="http://schemas.microsoft.com/office/drawing/2014/main" id="{14DD8137-65DA-4489-8F3A-9AE43AF545E5}"/>
              </a:ext>
            </a:extLst>
          </p:cNvPr>
          <p:cNvSpPr>
            <a:spLocks noGrp="1"/>
          </p:cNvSpPr>
          <p:nvPr>
            <p:ph type="sldNum" sz="quarter" idx="11"/>
          </p:nvPr>
        </p:nvSpPr>
        <p:spPr/>
        <p:txBody>
          <a:bodyPr/>
          <a:lstStyle/>
          <a:p>
            <a:fld id="{A0E55BA5-A9BF-4C29-8829-A4AD00EA70EB}" type="slidenum">
              <a:rPr lang="en-US" altLang="en-US"/>
              <a:pPr/>
              <a:t>24</a:t>
            </a:fld>
            <a:endParaRPr lang="en-US" altLang="en-US"/>
          </a:p>
        </p:txBody>
      </p:sp>
      <p:sp>
        <p:nvSpPr>
          <p:cNvPr id="488450" name="Text Box 2">
            <a:extLst>
              <a:ext uri="{FF2B5EF4-FFF2-40B4-BE49-F238E27FC236}">
                <a16:creationId xmlns:a16="http://schemas.microsoft.com/office/drawing/2014/main" id="{39806821-D812-4384-9C64-299CC9FFCC75}"/>
              </a:ext>
            </a:extLst>
          </p:cNvPr>
          <p:cNvSpPr txBox="1">
            <a:spLocks noChangeArrowheads="1"/>
          </p:cNvSpPr>
          <p:nvPr/>
        </p:nvSpPr>
        <p:spPr bwMode="auto">
          <a:xfrm>
            <a:off x="2514600" y="90488"/>
            <a:ext cx="57150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solidFill>
                  <a:srgbClr val="0000FF"/>
                </a:solidFill>
                <a:latin typeface="Times New Roman" panose="02020603050405020304" pitchFamily="18" charset="0"/>
              </a:rPr>
              <a:t>Figure 20.11</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Base64</a:t>
            </a:r>
          </a:p>
        </p:txBody>
      </p:sp>
      <p:sp>
        <p:nvSpPr>
          <p:cNvPr id="488451" name="Rectangle 3">
            <a:extLst>
              <a:ext uri="{FF2B5EF4-FFF2-40B4-BE49-F238E27FC236}">
                <a16:creationId xmlns:a16="http://schemas.microsoft.com/office/drawing/2014/main" id="{D570E05A-414D-437D-9B95-8024D9DCEAAD}"/>
              </a:ext>
            </a:extLst>
          </p:cNvPr>
          <p:cNvSpPr>
            <a:spLocks noChangeArrowheads="1"/>
          </p:cNvSpPr>
          <p:nvPr/>
        </p:nvSpPr>
        <p:spPr bwMode="ltGray">
          <a:xfrm>
            <a:off x="1890713" y="107951"/>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88452" name="Rectangle 4">
            <a:extLst>
              <a:ext uri="{FF2B5EF4-FFF2-40B4-BE49-F238E27FC236}">
                <a16:creationId xmlns:a16="http://schemas.microsoft.com/office/drawing/2014/main" id="{D0B57B98-B23C-42D3-AC5F-CC328F604092}"/>
              </a:ext>
            </a:extLst>
          </p:cNvPr>
          <p:cNvSpPr>
            <a:spLocks noChangeArrowheads="1"/>
          </p:cNvSpPr>
          <p:nvPr/>
        </p:nvSpPr>
        <p:spPr bwMode="ltGray">
          <a:xfrm>
            <a:off x="2273301" y="107951"/>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88453" name="Rectangle 5">
            <a:extLst>
              <a:ext uri="{FF2B5EF4-FFF2-40B4-BE49-F238E27FC236}">
                <a16:creationId xmlns:a16="http://schemas.microsoft.com/office/drawing/2014/main" id="{25EA76B4-1673-43E3-82A9-69CF816E5C8B}"/>
              </a:ext>
            </a:extLst>
          </p:cNvPr>
          <p:cNvSpPr>
            <a:spLocks noChangeArrowheads="1"/>
          </p:cNvSpPr>
          <p:nvPr/>
        </p:nvSpPr>
        <p:spPr bwMode="ltGray">
          <a:xfrm>
            <a:off x="2014539" y="530226"/>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88454" name="Rectangle 6">
            <a:extLst>
              <a:ext uri="{FF2B5EF4-FFF2-40B4-BE49-F238E27FC236}">
                <a16:creationId xmlns:a16="http://schemas.microsoft.com/office/drawing/2014/main" id="{771E4985-7962-447D-A642-581BA5780F78}"/>
              </a:ext>
            </a:extLst>
          </p:cNvPr>
          <p:cNvSpPr>
            <a:spLocks noChangeArrowheads="1"/>
          </p:cNvSpPr>
          <p:nvPr/>
        </p:nvSpPr>
        <p:spPr bwMode="ltGray">
          <a:xfrm>
            <a:off x="2384425" y="530226"/>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88455" name="Rectangle 7">
            <a:extLst>
              <a:ext uri="{FF2B5EF4-FFF2-40B4-BE49-F238E27FC236}">
                <a16:creationId xmlns:a16="http://schemas.microsoft.com/office/drawing/2014/main" id="{B336651F-85B0-438C-8F0B-78D515CF1DBD}"/>
              </a:ext>
            </a:extLst>
          </p:cNvPr>
          <p:cNvSpPr>
            <a:spLocks noChangeArrowheads="1"/>
          </p:cNvSpPr>
          <p:nvPr/>
        </p:nvSpPr>
        <p:spPr bwMode="ltGray">
          <a:xfrm>
            <a:off x="1600200" y="457201"/>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88456" name="Rectangle 8">
            <a:extLst>
              <a:ext uri="{FF2B5EF4-FFF2-40B4-BE49-F238E27FC236}">
                <a16:creationId xmlns:a16="http://schemas.microsoft.com/office/drawing/2014/main" id="{67BFE740-65C8-4A21-A7FC-EBA3BE287B1F}"/>
              </a:ext>
            </a:extLst>
          </p:cNvPr>
          <p:cNvSpPr>
            <a:spLocks noChangeArrowheads="1"/>
          </p:cNvSpPr>
          <p:nvPr/>
        </p:nvSpPr>
        <p:spPr bwMode="gray">
          <a:xfrm>
            <a:off x="2235200" y="1"/>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88457" name="Rectangle 9">
            <a:extLst>
              <a:ext uri="{FF2B5EF4-FFF2-40B4-BE49-F238E27FC236}">
                <a16:creationId xmlns:a16="http://schemas.microsoft.com/office/drawing/2014/main" id="{84ADFFC5-B830-4594-A0D3-A9B9B637162B}"/>
              </a:ext>
            </a:extLst>
          </p:cNvPr>
          <p:cNvSpPr>
            <a:spLocks noChangeArrowheads="1"/>
          </p:cNvSpPr>
          <p:nvPr/>
        </p:nvSpPr>
        <p:spPr bwMode="gray">
          <a:xfrm>
            <a:off x="1966914"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pic>
        <p:nvPicPr>
          <p:cNvPr id="488458" name="Picture 10">
            <a:extLst>
              <a:ext uri="{FF2B5EF4-FFF2-40B4-BE49-F238E27FC236}">
                <a16:creationId xmlns:a16="http://schemas.microsoft.com/office/drawing/2014/main" id="{F41B967C-9010-46A8-816F-BCD2917828B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49526" y="1268414"/>
            <a:ext cx="7091363" cy="4827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1">
            <a:extLst>
              <a:ext uri="{FF2B5EF4-FFF2-40B4-BE49-F238E27FC236}">
                <a16:creationId xmlns:a16="http://schemas.microsoft.com/office/drawing/2014/main" id="{E1B00DD1-DBF7-42DD-8A44-14829BE674C3}"/>
              </a:ext>
            </a:extLst>
          </p:cNvPr>
          <p:cNvSpPr>
            <a:spLocks noGrp="1"/>
          </p:cNvSpPr>
          <p:nvPr>
            <p:ph type="ftr" sz="quarter" idx="10"/>
          </p:nvPr>
        </p:nvSpPr>
        <p:spPr/>
        <p:txBody>
          <a:bodyPr/>
          <a:lstStyle/>
          <a:p>
            <a:r>
              <a:rPr lang="en-US" altLang="en-US"/>
              <a:t>TCP/IP Protocol Suite</a:t>
            </a:r>
          </a:p>
        </p:txBody>
      </p:sp>
      <p:sp>
        <p:nvSpPr>
          <p:cNvPr id="5" name="Slide Number Placeholder 2">
            <a:extLst>
              <a:ext uri="{FF2B5EF4-FFF2-40B4-BE49-F238E27FC236}">
                <a16:creationId xmlns:a16="http://schemas.microsoft.com/office/drawing/2014/main" id="{00C110CC-374A-4295-B8E8-6276BDC6BFC3}"/>
              </a:ext>
            </a:extLst>
          </p:cNvPr>
          <p:cNvSpPr>
            <a:spLocks noGrp="1"/>
          </p:cNvSpPr>
          <p:nvPr>
            <p:ph type="sldNum" sz="quarter" idx="11"/>
          </p:nvPr>
        </p:nvSpPr>
        <p:spPr/>
        <p:txBody>
          <a:bodyPr/>
          <a:lstStyle/>
          <a:p>
            <a:fld id="{5F0F7B48-5DAE-4423-9D51-2A04F2320983}" type="slidenum">
              <a:rPr lang="en-US" altLang="en-US"/>
              <a:pPr/>
              <a:t>25</a:t>
            </a:fld>
            <a:endParaRPr lang="en-US" altLang="en-US"/>
          </a:p>
        </p:txBody>
      </p:sp>
      <p:sp>
        <p:nvSpPr>
          <p:cNvPr id="506883" name="Text Box 3">
            <a:extLst>
              <a:ext uri="{FF2B5EF4-FFF2-40B4-BE49-F238E27FC236}">
                <a16:creationId xmlns:a16="http://schemas.microsoft.com/office/drawing/2014/main" id="{2226DD05-DAC2-4F0E-A8E8-4228949FD399}"/>
              </a:ext>
            </a:extLst>
          </p:cNvPr>
          <p:cNvSpPr txBox="1">
            <a:spLocks noChangeArrowheads="1"/>
          </p:cNvSpPr>
          <p:nvPr/>
        </p:nvSpPr>
        <p:spPr bwMode="auto">
          <a:xfrm>
            <a:off x="1892301" y="838200"/>
            <a:ext cx="44815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2400" i="1">
                <a:solidFill>
                  <a:srgbClr val="FF0066"/>
                </a:solidFill>
                <a:effectLst>
                  <a:outerShdw blurRad="38100" dist="38100" dir="2700000" algn="tl">
                    <a:srgbClr val="C0C0C0"/>
                  </a:outerShdw>
                </a:effectLst>
                <a:latin typeface="Times New Roman" panose="02020603050405020304" pitchFamily="18" charset="0"/>
              </a:rPr>
              <a:t>Table 20.3  </a:t>
            </a:r>
            <a:r>
              <a:rPr lang="en-US" altLang="en-US" sz="2400" i="1">
                <a:effectLst>
                  <a:outerShdw blurRad="38100" dist="38100" dir="2700000" algn="tl">
                    <a:srgbClr val="C0C0C0"/>
                  </a:outerShdw>
                </a:effectLst>
                <a:latin typeface="Times New Roman" panose="02020603050405020304" pitchFamily="18" charset="0"/>
              </a:rPr>
              <a:t>Base64 encoding table</a:t>
            </a:r>
          </a:p>
        </p:txBody>
      </p:sp>
      <p:pic>
        <p:nvPicPr>
          <p:cNvPr id="506921" name="Picture 41">
            <a:extLst>
              <a:ext uri="{FF2B5EF4-FFF2-40B4-BE49-F238E27FC236}">
                <a16:creationId xmlns:a16="http://schemas.microsoft.com/office/drawing/2014/main" id="{8193795C-2084-4501-A2F7-3A5795D75F1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63700" y="1371601"/>
            <a:ext cx="8775700" cy="4106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ooter Placeholder 1">
            <a:extLst>
              <a:ext uri="{FF2B5EF4-FFF2-40B4-BE49-F238E27FC236}">
                <a16:creationId xmlns:a16="http://schemas.microsoft.com/office/drawing/2014/main" id="{8B0546DB-B7B4-4F38-9480-D0864B74111C}"/>
              </a:ext>
            </a:extLst>
          </p:cNvPr>
          <p:cNvSpPr>
            <a:spLocks noGrp="1"/>
          </p:cNvSpPr>
          <p:nvPr>
            <p:ph type="ftr" sz="quarter" idx="10"/>
          </p:nvPr>
        </p:nvSpPr>
        <p:spPr/>
        <p:txBody>
          <a:bodyPr/>
          <a:lstStyle/>
          <a:p>
            <a:r>
              <a:rPr lang="en-US" altLang="en-US"/>
              <a:t>TCP/IP Protocol Suite</a:t>
            </a:r>
          </a:p>
        </p:txBody>
      </p:sp>
      <p:sp>
        <p:nvSpPr>
          <p:cNvPr id="12" name="Slide Number Placeholder 2">
            <a:extLst>
              <a:ext uri="{FF2B5EF4-FFF2-40B4-BE49-F238E27FC236}">
                <a16:creationId xmlns:a16="http://schemas.microsoft.com/office/drawing/2014/main" id="{4B45ABBA-0124-4A93-ACDB-91740D33DFDF}"/>
              </a:ext>
            </a:extLst>
          </p:cNvPr>
          <p:cNvSpPr>
            <a:spLocks noGrp="1"/>
          </p:cNvSpPr>
          <p:nvPr>
            <p:ph type="sldNum" sz="quarter" idx="11"/>
          </p:nvPr>
        </p:nvSpPr>
        <p:spPr/>
        <p:txBody>
          <a:bodyPr/>
          <a:lstStyle/>
          <a:p>
            <a:fld id="{D9A384CF-BAAD-4B28-823B-F719E11FB012}" type="slidenum">
              <a:rPr lang="en-US" altLang="en-US"/>
              <a:pPr/>
              <a:t>26</a:t>
            </a:fld>
            <a:endParaRPr lang="en-US" altLang="en-US"/>
          </a:p>
        </p:txBody>
      </p:sp>
      <p:sp>
        <p:nvSpPr>
          <p:cNvPr id="489474" name="Text Box 2">
            <a:extLst>
              <a:ext uri="{FF2B5EF4-FFF2-40B4-BE49-F238E27FC236}">
                <a16:creationId xmlns:a16="http://schemas.microsoft.com/office/drawing/2014/main" id="{E489B297-B847-4800-948A-91B65CFD7C0D}"/>
              </a:ext>
            </a:extLst>
          </p:cNvPr>
          <p:cNvSpPr txBox="1">
            <a:spLocks noChangeArrowheads="1"/>
          </p:cNvSpPr>
          <p:nvPr/>
        </p:nvSpPr>
        <p:spPr bwMode="auto">
          <a:xfrm>
            <a:off x="2514600" y="90488"/>
            <a:ext cx="57150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solidFill>
                  <a:srgbClr val="0000FF"/>
                </a:solidFill>
                <a:latin typeface="Times New Roman" panose="02020603050405020304" pitchFamily="18" charset="0"/>
              </a:rPr>
              <a:t>Figure 20.12</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Quoted-printable</a:t>
            </a:r>
          </a:p>
        </p:txBody>
      </p:sp>
      <p:sp>
        <p:nvSpPr>
          <p:cNvPr id="489475" name="Rectangle 3">
            <a:extLst>
              <a:ext uri="{FF2B5EF4-FFF2-40B4-BE49-F238E27FC236}">
                <a16:creationId xmlns:a16="http://schemas.microsoft.com/office/drawing/2014/main" id="{58B3500D-4C65-4FB0-90FC-C7E2BA85EC4D}"/>
              </a:ext>
            </a:extLst>
          </p:cNvPr>
          <p:cNvSpPr>
            <a:spLocks noChangeArrowheads="1"/>
          </p:cNvSpPr>
          <p:nvPr/>
        </p:nvSpPr>
        <p:spPr bwMode="ltGray">
          <a:xfrm>
            <a:off x="1890713" y="107951"/>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89476" name="Rectangle 4">
            <a:extLst>
              <a:ext uri="{FF2B5EF4-FFF2-40B4-BE49-F238E27FC236}">
                <a16:creationId xmlns:a16="http://schemas.microsoft.com/office/drawing/2014/main" id="{81BAD323-31B2-4467-A990-8866A1E50BCE}"/>
              </a:ext>
            </a:extLst>
          </p:cNvPr>
          <p:cNvSpPr>
            <a:spLocks noChangeArrowheads="1"/>
          </p:cNvSpPr>
          <p:nvPr/>
        </p:nvSpPr>
        <p:spPr bwMode="ltGray">
          <a:xfrm>
            <a:off x="2273301" y="107951"/>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89477" name="Rectangle 5">
            <a:extLst>
              <a:ext uri="{FF2B5EF4-FFF2-40B4-BE49-F238E27FC236}">
                <a16:creationId xmlns:a16="http://schemas.microsoft.com/office/drawing/2014/main" id="{397BCF68-90E3-48B6-9003-9B9EBDAAC024}"/>
              </a:ext>
            </a:extLst>
          </p:cNvPr>
          <p:cNvSpPr>
            <a:spLocks noChangeArrowheads="1"/>
          </p:cNvSpPr>
          <p:nvPr/>
        </p:nvSpPr>
        <p:spPr bwMode="ltGray">
          <a:xfrm>
            <a:off x="2014539" y="530226"/>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89478" name="Rectangle 6">
            <a:extLst>
              <a:ext uri="{FF2B5EF4-FFF2-40B4-BE49-F238E27FC236}">
                <a16:creationId xmlns:a16="http://schemas.microsoft.com/office/drawing/2014/main" id="{77F1A74C-BF22-436B-AF49-CB80CD630C1D}"/>
              </a:ext>
            </a:extLst>
          </p:cNvPr>
          <p:cNvSpPr>
            <a:spLocks noChangeArrowheads="1"/>
          </p:cNvSpPr>
          <p:nvPr/>
        </p:nvSpPr>
        <p:spPr bwMode="ltGray">
          <a:xfrm>
            <a:off x="2384425" y="530226"/>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89479" name="Rectangle 7">
            <a:extLst>
              <a:ext uri="{FF2B5EF4-FFF2-40B4-BE49-F238E27FC236}">
                <a16:creationId xmlns:a16="http://schemas.microsoft.com/office/drawing/2014/main" id="{9EC5CBBA-07C6-4FB7-8901-FEAA77E520B8}"/>
              </a:ext>
            </a:extLst>
          </p:cNvPr>
          <p:cNvSpPr>
            <a:spLocks noChangeArrowheads="1"/>
          </p:cNvSpPr>
          <p:nvPr/>
        </p:nvSpPr>
        <p:spPr bwMode="ltGray">
          <a:xfrm>
            <a:off x="1600200" y="457201"/>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89480" name="Rectangle 8">
            <a:extLst>
              <a:ext uri="{FF2B5EF4-FFF2-40B4-BE49-F238E27FC236}">
                <a16:creationId xmlns:a16="http://schemas.microsoft.com/office/drawing/2014/main" id="{46013361-C70E-4564-A500-EB5419B9C393}"/>
              </a:ext>
            </a:extLst>
          </p:cNvPr>
          <p:cNvSpPr>
            <a:spLocks noChangeArrowheads="1"/>
          </p:cNvSpPr>
          <p:nvPr/>
        </p:nvSpPr>
        <p:spPr bwMode="gray">
          <a:xfrm>
            <a:off x="2235200" y="1"/>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89481" name="Rectangle 9">
            <a:extLst>
              <a:ext uri="{FF2B5EF4-FFF2-40B4-BE49-F238E27FC236}">
                <a16:creationId xmlns:a16="http://schemas.microsoft.com/office/drawing/2014/main" id="{729CD679-DCDF-400E-BEC6-F511139B4E94}"/>
              </a:ext>
            </a:extLst>
          </p:cNvPr>
          <p:cNvSpPr>
            <a:spLocks noChangeArrowheads="1"/>
          </p:cNvSpPr>
          <p:nvPr/>
        </p:nvSpPr>
        <p:spPr bwMode="gray">
          <a:xfrm>
            <a:off x="1966914"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pic>
        <p:nvPicPr>
          <p:cNvPr id="489482" name="Picture 10">
            <a:extLst>
              <a:ext uri="{FF2B5EF4-FFF2-40B4-BE49-F238E27FC236}">
                <a16:creationId xmlns:a16="http://schemas.microsoft.com/office/drawing/2014/main" id="{6EFF27FA-DC98-4090-AD9A-1DC217BF77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0" y="1749426"/>
            <a:ext cx="7924800" cy="3736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 name="Footer Placeholder 1">
            <a:extLst>
              <a:ext uri="{FF2B5EF4-FFF2-40B4-BE49-F238E27FC236}">
                <a16:creationId xmlns:a16="http://schemas.microsoft.com/office/drawing/2014/main" id="{F997B024-8665-4DF4-B6F2-FF9F5984FE83}"/>
              </a:ext>
            </a:extLst>
          </p:cNvPr>
          <p:cNvSpPr>
            <a:spLocks noGrp="1"/>
          </p:cNvSpPr>
          <p:nvPr>
            <p:ph type="ftr" sz="quarter" idx="10"/>
          </p:nvPr>
        </p:nvSpPr>
        <p:spPr/>
        <p:txBody>
          <a:bodyPr/>
          <a:lstStyle/>
          <a:p>
            <a:r>
              <a:rPr lang="en-US" altLang="en-US"/>
              <a:t>TCP/IP Protocol Suite</a:t>
            </a:r>
          </a:p>
        </p:txBody>
      </p:sp>
      <p:sp>
        <p:nvSpPr>
          <p:cNvPr id="11" name="Slide Number Placeholder 2">
            <a:extLst>
              <a:ext uri="{FF2B5EF4-FFF2-40B4-BE49-F238E27FC236}">
                <a16:creationId xmlns:a16="http://schemas.microsoft.com/office/drawing/2014/main" id="{8DB91DFF-9BE1-4FFF-9A1B-5CA57268CAA3}"/>
              </a:ext>
            </a:extLst>
          </p:cNvPr>
          <p:cNvSpPr>
            <a:spLocks noGrp="1"/>
          </p:cNvSpPr>
          <p:nvPr>
            <p:ph type="sldNum" sz="quarter" idx="11"/>
          </p:nvPr>
        </p:nvSpPr>
        <p:spPr/>
        <p:txBody>
          <a:bodyPr/>
          <a:lstStyle/>
          <a:p>
            <a:fld id="{7D030C45-7C1D-47B9-9F46-2F2E262F8AF9}" type="slidenum">
              <a:rPr lang="en-US" altLang="en-US"/>
              <a:pPr/>
              <a:t>27</a:t>
            </a:fld>
            <a:endParaRPr lang="en-US" altLang="en-US"/>
          </a:p>
        </p:txBody>
      </p:sp>
      <p:grpSp>
        <p:nvGrpSpPr>
          <p:cNvPr id="475138" name="Group 2">
            <a:extLst>
              <a:ext uri="{FF2B5EF4-FFF2-40B4-BE49-F238E27FC236}">
                <a16:creationId xmlns:a16="http://schemas.microsoft.com/office/drawing/2014/main" id="{F6C39619-5823-4E8F-AC5A-EE464F962A15}"/>
              </a:ext>
            </a:extLst>
          </p:cNvPr>
          <p:cNvGrpSpPr>
            <a:grpSpLocks/>
          </p:cNvGrpSpPr>
          <p:nvPr/>
        </p:nvGrpSpPr>
        <p:grpSpPr bwMode="auto">
          <a:xfrm>
            <a:off x="1524000" y="0"/>
            <a:ext cx="8686800" cy="6400800"/>
            <a:chOff x="0" y="96"/>
            <a:chExt cx="5472" cy="3840"/>
          </a:xfrm>
        </p:grpSpPr>
        <p:sp>
          <p:nvSpPr>
            <p:cNvPr id="475139" name="AutoShape 3">
              <a:extLst>
                <a:ext uri="{FF2B5EF4-FFF2-40B4-BE49-F238E27FC236}">
                  <a16:creationId xmlns:a16="http://schemas.microsoft.com/office/drawing/2014/main" id="{5518F966-4B2F-4578-9A03-4120695F5E7A}"/>
                </a:ext>
              </a:extLst>
            </p:cNvPr>
            <p:cNvSpPr>
              <a:spLocks noChangeArrowheads="1"/>
            </p:cNvSpPr>
            <p:nvPr/>
          </p:nvSpPr>
          <p:spPr bwMode="auto">
            <a:xfrm>
              <a:off x="240" y="336"/>
              <a:ext cx="5232" cy="3600"/>
            </a:xfrm>
            <a:prstGeom prst="roundRect">
              <a:avLst>
                <a:gd name="adj" fmla="val 13727"/>
              </a:avLst>
            </a:prstGeom>
            <a:noFill/>
            <a:ln w="50800">
              <a:solidFill>
                <a:schemeClr val="bg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altLang="en-US" sz="2400">
                <a:latin typeface="Times New Roman" panose="02020603050405020304" pitchFamily="18" charset="0"/>
              </a:endParaRPr>
            </a:p>
          </p:txBody>
        </p:sp>
        <p:sp>
          <p:nvSpPr>
            <p:cNvPr id="475140" name="AutoShape 4">
              <a:extLst>
                <a:ext uri="{FF2B5EF4-FFF2-40B4-BE49-F238E27FC236}">
                  <a16:creationId xmlns:a16="http://schemas.microsoft.com/office/drawing/2014/main" id="{83B0665D-A013-4DD1-8F30-1635109BF14A}"/>
                </a:ext>
              </a:extLst>
            </p:cNvPr>
            <p:cNvSpPr>
              <a:spLocks noChangeArrowheads="1"/>
            </p:cNvSpPr>
            <p:nvPr/>
          </p:nvSpPr>
          <p:spPr bwMode="blackWhite">
            <a:xfrm>
              <a:off x="0" y="96"/>
              <a:ext cx="5376" cy="768"/>
            </a:xfrm>
            <a:custGeom>
              <a:avLst/>
              <a:gdLst>
                <a:gd name="G0" fmla="+- 1000 0 0"/>
                <a:gd name="G1" fmla="+- 1000 0 0"/>
                <a:gd name="G2" fmla="+- G0 0 G1"/>
                <a:gd name="G3" fmla="*/ G1 1 2"/>
                <a:gd name="G4" fmla="+- G0 0 G3"/>
                <a:gd name="T0" fmla="*/ 0 w 1000"/>
                <a:gd name="T1" fmla="*/ 0 h 1000"/>
                <a:gd name="T2" fmla="*/ 6170 w 1000"/>
                <a:gd name="T3" fmla="*/ 0 h 1000"/>
                <a:gd name="T4" fmla="*/ 6670 w 1000"/>
                <a:gd name="T5" fmla="*/ 500 h 1000"/>
                <a:gd name="T6" fmla="*/ 6170 w 1000"/>
                <a:gd name="T7" fmla="*/ 999 h 1000"/>
                <a:gd name="T8" fmla="*/ 0 w 1000"/>
                <a:gd name="T9" fmla="*/ 1000 h 1000"/>
                <a:gd name="T10" fmla="*/ 0 w 1000"/>
                <a:gd name="T11" fmla="*/ 0 h 1000"/>
                <a:gd name="T12" fmla="*/ G4 w 1000"/>
                <a:gd name="T13" fmla="*/ G1 h 1000"/>
              </a:gdLst>
              <a:ahLst/>
              <a:cxnLst>
                <a:cxn ang="0">
                  <a:pos x="T0" y="T1"/>
                </a:cxn>
                <a:cxn ang="0">
                  <a:pos x="T2" y="T3"/>
                </a:cxn>
                <a:cxn ang="0">
                  <a:pos x="T4" y="T5"/>
                </a:cxn>
                <a:cxn ang="0">
                  <a:pos x="T6" y="T7"/>
                </a:cxn>
                <a:cxn ang="0">
                  <a:pos x="T8" y="T9"/>
                </a:cxn>
              </a:cxnLst>
              <a:rect l="T10" t="T11" r="T12" b="T13"/>
              <a:pathLst>
                <a:path w="7000" h="1000">
                  <a:moveTo>
                    <a:pt x="0" y="0"/>
                  </a:moveTo>
                  <a:lnTo>
                    <a:pt x="6170" y="0"/>
                  </a:lnTo>
                  <a:cubicBezTo>
                    <a:pt x="6446" y="0"/>
                    <a:pt x="6670" y="223"/>
                    <a:pt x="6670" y="500"/>
                  </a:cubicBezTo>
                  <a:cubicBezTo>
                    <a:pt x="6670" y="776"/>
                    <a:pt x="6446" y="999"/>
                    <a:pt x="6170" y="999"/>
                  </a:cubicBezTo>
                  <a:lnTo>
                    <a:pt x="0" y="1000"/>
                  </a:lnTo>
                  <a:close/>
                </a:path>
              </a:pathLst>
            </a:cu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z="2400">
                <a:latin typeface="Times New Roman" panose="02020603050405020304" pitchFamily="18" charset="0"/>
              </a:endParaRPr>
            </a:p>
          </p:txBody>
        </p:sp>
        <p:sp>
          <p:nvSpPr>
            <p:cNvPr id="475141" name="Line 5">
              <a:extLst>
                <a:ext uri="{FF2B5EF4-FFF2-40B4-BE49-F238E27FC236}">
                  <a16:creationId xmlns:a16="http://schemas.microsoft.com/office/drawing/2014/main" id="{33AA24F1-5F44-4A6B-9E85-FF5FCCD50BD9}"/>
                </a:ext>
              </a:extLst>
            </p:cNvPr>
            <p:cNvSpPr>
              <a:spLocks noChangeShapeType="1"/>
            </p:cNvSpPr>
            <p:nvPr/>
          </p:nvSpPr>
          <p:spPr bwMode="auto">
            <a:xfrm>
              <a:off x="0" y="768"/>
              <a:ext cx="5088" cy="0"/>
            </a:xfrm>
            <a:prstGeom prst="line">
              <a:avLst/>
            </a:prstGeom>
            <a:noFill/>
            <a:ln w="381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sp>
        <p:nvSpPr>
          <p:cNvPr id="475142" name="Text Box 6">
            <a:extLst>
              <a:ext uri="{FF2B5EF4-FFF2-40B4-BE49-F238E27FC236}">
                <a16:creationId xmlns:a16="http://schemas.microsoft.com/office/drawing/2014/main" id="{F2CE1DB3-DCC2-4731-9235-CDD8B4E7147A}"/>
              </a:ext>
            </a:extLst>
          </p:cNvPr>
          <p:cNvSpPr txBox="1">
            <a:spLocks noChangeArrowheads="1"/>
          </p:cNvSpPr>
          <p:nvPr/>
        </p:nvSpPr>
        <p:spPr bwMode="auto">
          <a:xfrm>
            <a:off x="1752600" y="1"/>
            <a:ext cx="8235950"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600">
                <a:solidFill>
                  <a:schemeClr val="bg1"/>
                </a:solidFill>
                <a:latin typeface="Arial" panose="020B0604020202020204" pitchFamily="34" charset="0"/>
              </a:rPr>
              <a:t>20.3   MESSAGE TRANSFER AGENT:</a:t>
            </a:r>
            <a:br>
              <a:rPr lang="en-US" altLang="en-US" sz="3600">
                <a:solidFill>
                  <a:schemeClr val="bg1"/>
                </a:solidFill>
                <a:latin typeface="Arial" panose="020B0604020202020204" pitchFamily="34" charset="0"/>
              </a:rPr>
            </a:br>
            <a:r>
              <a:rPr lang="en-US" altLang="en-US" sz="3600">
                <a:solidFill>
                  <a:schemeClr val="bg1"/>
                </a:solidFill>
                <a:latin typeface="Arial" panose="020B0604020202020204" pitchFamily="34" charset="0"/>
              </a:rPr>
              <a:t>          SMTP</a:t>
            </a:r>
          </a:p>
        </p:txBody>
      </p:sp>
      <p:sp>
        <p:nvSpPr>
          <p:cNvPr id="475143" name="Rectangle 7">
            <a:extLst>
              <a:ext uri="{FF2B5EF4-FFF2-40B4-BE49-F238E27FC236}">
                <a16:creationId xmlns:a16="http://schemas.microsoft.com/office/drawing/2014/main" id="{1AA4735B-F8E0-416B-95CC-435E68484C58}"/>
              </a:ext>
            </a:extLst>
          </p:cNvPr>
          <p:cNvSpPr>
            <a:spLocks noChangeArrowheads="1"/>
          </p:cNvSpPr>
          <p:nvPr/>
        </p:nvSpPr>
        <p:spPr bwMode="auto">
          <a:xfrm>
            <a:off x="2057400" y="1371601"/>
            <a:ext cx="784860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en-US" sz="2000" i="1">
                <a:effectLst>
                  <a:outerShdw blurRad="38100" dist="38100" dir="2700000" algn="tl">
                    <a:srgbClr val="C0C0C0"/>
                  </a:outerShdw>
                </a:effectLst>
                <a:latin typeface="Times New Roman" panose="02020603050405020304" pitchFamily="18" charset="0"/>
              </a:rPr>
              <a:t>The actual mail transfer requires message transfer agents (MTAs). The protocol that defines the MTA client and server in the Internet is called Simple Mail Transfer Protocol (SMTP).</a:t>
            </a:r>
          </a:p>
        </p:txBody>
      </p:sp>
      <p:sp>
        <p:nvSpPr>
          <p:cNvPr id="475144" name="Rectangle 8">
            <a:extLst>
              <a:ext uri="{FF2B5EF4-FFF2-40B4-BE49-F238E27FC236}">
                <a16:creationId xmlns:a16="http://schemas.microsoft.com/office/drawing/2014/main" id="{E45AB820-A947-4851-B534-C116C3446319}"/>
              </a:ext>
            </a:extLst>
          </p:cNvPr>
          <p:cNvSpPr>
            <a:spLocks noChangeArrowheads="1"/>
          </p:cNvSpPr>
          <p:nvPr/>
        </p:nvSpPr>
        <p:spPr bwMode="auto">
          <a:xfrm>
            <a:off x="2209800" y="3870326"/>
            <a:ext cx="7848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000" i="1">
                <a:solidFill>
                  <a:schemeClr val="hlink"/>
                </a:solidFill>
                <a:effectLst>
                  <a:outerShdw blurRad="38100" dist="38100" dir="2700000" algn="tl">
                    <a:srgbClr val="C0C0C0"/>
                  </a:outerShdw>
                </a:effectLst>
                <a:latin typeface="Times New Roman" panose="02020603050405020304" pitchFamily="18" charset="0"/>
              </a:rPr>
              <a:t>The topics discussed in this section include:</a:t>
            </a:r>
          </a:p>
        </p:txBody>
      </p:sp>
      <p:sp>
        <p:nvSpPr>
          <p:cNvPr id="475145" name="Rectangle 9">
            <a:extLst>
              <a:ext uri="{FF2B5EF4-FFF2-40B4-BE49-F238E27FC236}">
                <a16:creationId xmlns:a16="http://schemas.microsoft.com/office/drawing/2014/main" id="{173D525C-1B7F-4874-926F-3557591DD49B}"/>
              </a:ext>
            </a:extLst>
          </p:cNvPr>
          <p:cNvSpPr>
            <a:spLocks noChangeArrowheads="1"/>
          </p:cNvSpPr>
          <p:nvPr/>
        </p:nvSpPr>
        <p:spPr bwMode="auto">
          <a:xfrm>
            <a:off x="2209800" y="4403726"/>
            <a:ext cx="7315200" cy="701675"/>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76200">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000" i="1">
                <a:effectLst>
                  <a:outerShdw blurRad="38100" dist="38100" dir="2700000" algn="tl">
                    <a:srgbClr val="C0C0C0"/>
                  </a:outerShdw>
                </a:effectLst>
                <a:latin typeface="Times New Roman" panose="02020603050405020304" pitchFamily="18" charset="0"/>
              </a:rPr>
              <a:t>Commands and Responses </a:t>
            </a:r>
          </a:p>
          <a:p>
            <a:r>
              <a:rPr lang="en-US" altLang="en-US" sz="2000" i="1">
                <a:effectLst>
                  <a:outerShdw blurRad="38100" dist="38100" dir="2700000" algn="tl">
                    <a:srgbClr val="C0C0C0"/>
                  </a:outerShdw>
                </a:effectLst>
                <a:latin typeface="Times New Roman" panose="02020603050405020304" pitchFamily="18" charset="0"/>
              </a:rPr>
              <a:t>Mail Transfer Phases </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ooter Placeholder 1">
            <a:extLst>
              <a:ext uri="{FF2B5EF4-FFF2-40B4-BE49-F238E27FC236}">
                <a16:creationId xmlns:a16="http://schemas.microsoft.com/office/drawing/2014/main" id="{A6196515-E5F8-4923-9D03-1858A91E31A1}"/>
              </a:ext>
            </a:extLst>
          </p:cNvPr>
          <p:cNvSpPr>
            <a:spLocks noGrp="1"/>
          </p:cNvSpPr>
          <p:nvPr>
            <p:ph type="ftr" sz="quarter" idx="10"/>
          </p:nvPr>
        </p:nvSpPr>
        <p:spPr/>
        <p:txBody>
          <a:bodyPr/>
          <a:lstStyle/>
          <a:p>
            <a:r>
              <a:rPr lang="en-US" altLang="en-US"/>
              <a:t>TCP/IP Protocol Suite</a:t>
            </a:r>
          </a:p>
        </p:txBody>
      </p:sp>
      <p:sp>
        <p:nvSpPr>
          <p:cNvPr id="12" name="Slide Number Placeholder 2">
            <a:extLst>
              <a:ext uri="{FF2B5EF4-FFF2-40B4-BE49-F238E27FC236}">
                <a16:creationId xmlns:a16="http://schemas.microsoft.com/office/drawing/2014/main" id="{5011ACC0-E430-4A61-A4B6-EAFDCA246168}"/>
              </a:ext>
            </a:extLst>
          </p:cNvPr>
          <p:cNvSpPr>
            <a:spLocks noGrp="1"/>
          </p:cNvSpPr>
          <p:nvPr>
            <p:ph type="sldNum" sz="quarter" idx="11"/>
          </p:nvPr>
        </p:nvSpPr>
        <p:spPr/>
        <p:txBody>
          <a:bodyPr/>
          <a:lstStyle/>
          <a:p>
            <a:fld id="{EE722DE7-9809-46EE-8875-A6A6F11D932B}" type="slidenum">
              <a:rPr lang="en-US" altLang="en-US"/>
              <a:pPr/>
              <a:t>28</a:t>
            </a:fld>
            <a:endParaRPr lang="en-US" altLang="en-US"/>
          </a:p>
        </p:txBody>
      </p:sp>
      <p:sp>
        <p:nvSpPr>
          <p:cNvPr id="490498" name="Text Box 2">
            <a:extLst>
              <a:ext uri="{FF2B5EF4-FFF2-40B4-BE49-F238E27FC236}">
                <a16:creationId xmlns:a16="http://schemas.microsoft.com/office/drawing/2014/main" id="{2160AD63-8CD3-4F40-8E8B-E553FE733E7C}"/>
              </a:ext>
            </a:extLst>
          </p:cNvPr>
          <p:cNvSpPr txBox="1">
            <a:spLocks noChangeArrowheads="1"/>
          </p:cNvSpPr>
          <p:nvPr/>
        </p:nvSpPr>
        <p:spPr bwMode="auto">
          <a:xfrm>
            <a:off x="2514600" y="90488"/>
            <a:ext cx="57150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solidFill>
                  <a:srgbClr val="0000FF"/>
                </a:solidFill>
                <a:latin typeface="Times New Roman" panose="02020603050405020304" pitchFamily="18" charset="0"/>
              </a:rPr>
              <a:t>Figure 20.13</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SMTP range</a:t>
            </a:r>
          </a:p>
        </p:txBody>
      </p:sp>
      <p:sp>
        <p:nvSpPr>
          <p:cNvPr id="490499" name="Rectangle 3">
            <a:extLst>
              <a:ext uri="{FF2B5EF4-FFF2-40B4-BE49-F238E27FC236}">
                <a16:creationId xmlns:a16="http://schemas.microsoft.com/office/drawing/2014/main" id="{E3AF95FF-5753-420C-9675-0310E2343D8F}"/>
              </a:ext>
            </a:extLst>
          </p:cNvPr>
          <p:cNvSpPr>
            <a:spLocks noChangeArrowheads="1"/>
          </p:cNvSpPr>
          <p:nvPr/>
        </p:nvSpPr>
        <p:spPr bwMode="ltGray">
          <a:xfrm>
            <a:off x="1890713" y="107951"/>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90500" name="Rectangle 4">
            <a:extLst>
              <a:ext uri="{FF2B5EF4-FFF2-40B4-BE49-F238E27FC236}">
                <a16:creationId xmlns:a16="http://schemas.microsoft.com/office/drawing/2014/main" id="{9C8337D0-0EC8-4052-A712-9032C3D0BF48}"/>
              </a:ext>
            </a:extLst>
          </p:cNvPr>
          <p:cNvSpPr>
            <a:spLocks noChangeArrowheads="1"/>
          </p:cNvSpPr>
          <p:nvPr/>
        </p:nvSpPr>
        <p:spPr bwMode="ltGray">
          <a:xfrm>
            <a:off x="2273301" y="107951"/>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90501" name="Rectangle 5">
            <a:extLst>
              <a:ext uri="{FF2B5EF4-FFF2-40B4-BE49-F238E27FC236}">
                <a16:creationId xmlns:a16="http://schemas.microsoft.com/office/drawing/2014/main" id="{74A38A5B-2FB6-40A1-8BC8-2C69A6FC54BD}"/>
              </a:ext>
            </a:extLst>
          </p:cNvPr>
          <p:cNvSpPr>
            <a:spLocks noChangeArrowheads="1"/>
          </p:cNvSpPr>
          <p:nvPr/>
        </p:nvSpPr>
        <p:spPr bwMode="ltGray">
          <a:xfrm>
            <a:off x="2014539" y="530226"/>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90502" name="Rectangle 6">
            <a:extLst>
              <a:ext uri="{FF2B5EF4-FFF2-40B4-BE49-F238E27FC236}">
                <a16:creationId xmlns:a16="http://schemas.microsoft.com/office/drawing/2014/main" id="{4D1F3C9E-ED9B-40A8-91CB-1480546E262B}"/>
              </a:ext>
            </a:extLst>
          </p:cNvPr>
          <p:cNvSpPr>
            <a:spLocks noChangeArrowheads="1"/>
          </p:cNvSpPr>
          <p:nvPr/>
        </p:nvSpPr>
        <p:spPr bwMode="ltGray">
          <a:xfrm>
            <a:off x="2384425" y="530226"/>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90503" name="Rectangle 7">
            <a:extLst>
              <a:ext uri="{FF2B5EF4-FFF2-40B4-BE49-F238E27FC236}">
                <a16:creationId xmlns:a16="http://schemas.microsoft.com/office/drawing/2014/main" id="{75DDFCE0-2AE2-4D3F-B47E-76294B371D8D}"/>
              </a:ext>
            </a:extLst>
          </p:cNvPr>
          <p:cNvSpPr>
            <a:spLocks noChangeArrowheads="1"/>
          </p:cNvSpPr>
          <p:nvPr/>
        </p:nvSpPr>
        <p:spPr bwMode="ltGray">
          <a:xfrm>
            <a:off x="1600200" y="457201"/>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90504" name="Rectangle 8">
            <a:extLst>
              <a:ext uri="{FF2B5EF4-FFF2-40B4-BE49-F238E27FC236}">
                <a16:creationId xmlns:a16="http://schemas.microsoft.com/office/drawing/2014/main" id="{77ECD0BA-ECEB-44A4-A632-0652397B88FE}"/>
              </a:ext>
            </a:extLst>
          </p:cNvPr>
          <p:cNvSpPr>
            <a:spLocks noChangeArrowheads="1"/>
          </p:cNvSpPr>
          <p:nvPr/>
        </p:nvSpPr>
        <p:spPr bwMode="gray">
          <a:xfrm>
            <a:off x="2235200" y="1"/>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90505" name="Rectangle 9">
            <a:extLst>
              <a:ext uri="{FF2B5EF4-FFF2-40B4-BE49-F238E27FC236}">
                <a16:creationId xmlns:a16="http://schemas.microsoft.com/office/drawing/2014/main" id="{48F57539-BC15-4C75-A5A8-906864776A88}"/>
              </a:ext>
            </a:extLst>
          </p:cNvPr>
          <p:cNvSpPr>
            <a:spLocks noChangeArrowheads="1"/>
          </p:cNvSpPr>
          <p:nvPr/>
        </p:nvSpPr>
        <p:spPr bwMode="gray">
          <a:xfrm>
            <a:off x="1966914"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pic>
        <p:nvPicPr>
          <p:cNvPr id="490506" name="Picture 10">
            <a:extLst>
              <a:ext uri="{FF2B5EF4-FFF2-40B4-BE49-F238E27FC236}">
                <a16:creationId xmlns:a16="http://schemas.microsoft.com/office/drawing/2014/main" id="{FCBD9677-8DE5-4FF0-AF27-9ADB04C01D1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60576" y="2057400"/>
            <a:ext cx="7997825" cy="288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ooter Placeholder 1">
            <a:extLst>
              <a:ext uri="{FF2B5EF4-FFF2-40B4-BE49-F238E27FC236}">
                <a16:creationId xmlns:a16="http://schemas.microsoft.com/office/drawing/2014/main" id="{1E659CCD-846F-4BFB-8AA8-D5C52E898C79}"/>
              </a:ext>
            </a:extLst>
          </p:cNvPr>
          <p:cNvSpPr>
            <a:spLocks noGrp="1"/>
          </p:cNvSpPr>
          <p:nvPr>
            <p:ph type="ftr" sz="quarter" idx="10"/>
          </p:nvPr>
        </p:nvSpPr>
        <p:spPr/>
        <p:txBody>
          <a:bodyPr/>
          <a:lstStyle/>
          <a:p>
            <a:r>
              <a:rPr lang="en-US" altLang="en-US"/>
              <a:t>TCP/IP Protocol Suite</a:t>
            </a:r>
          </a:p>
        </p:txBody>
      </p:sp>
      <p:sp>
        <p:nvSpPr>
          <p:cNvPr id="12" name="Slide Number Placeholder 2">
            <a:extLst>
              <a:ext uri="{FF2B5EF4-FFF2-40B4-BE49-F238E27FC236}">
                <a16:creationId xmlns:a16="http://schemas.microsoft.com/office/drawing/2014/main" id="{DDBBE6AF-7A4C-487D-98B9-20C10014F14D}"/>
              </a:ext>
            </a:extLst>
          </p:cNvPr>
          <p:cNvSpPr>
            <a:spLocks noGrp="1"/>
          </p:cNvSpPr>
          <p:nvPr>
            <p:ph type="sldNum" sz="quarter" idx="11"/>
          </p:nvPr>
        </p:nvSpPr>
        <p:spPr/>
        <p:txBody>
          <a:bodyPr/>
          <a:lstStyle/>
          <a:p>
            <a:fld id="{9F0258F0-A611-4897-AAA8-FDCF6C89DFB9}" type="slidenum">
              <a:rPr lang="en-US" altLang="en-US"/>
              <a:pPr/>
              <a:t>29</a:t>
            </a:fld>
            <a:endParaRPr lang="en-US" altLang="en-US"/>
          </a:p>
        </p:txBody>
      </p:sp>
      <p:sp>
        <p:nvSpPr>
          <p:cNvPr id="491522" name="Text Box 2">
            <a:extLst>
              <a:ext uri="{FF2B5EF4-FFF2-40B4-BE49-F238E27FC236}">
                <a16:creationId xmlns:a16="http://schemas.microsoft.com/office/drawing/2014/main" id="{0579BAEC-1E4D-42FD-91C6-63D23F4C76DE}"/>
              </a:ext>
            </a:extLst>
          </p:cNvPr>
          <p:cNvSpPr txBox="1">
            <a:spLocks noChangeArrowheads="1"/>
          </p:cNvSpPr>
          <p:nvPr/>
        </p:nvSpPr>
        <p:spPr bwMode="auto">
          <a:xfrm>
            <a:off x="2514600" y="90488"/>
            <a:ext cx="57150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solidFill>
                  <a:srgbClr val="0000FF"/>
                </a:solidFill>
                <a:latin typeface="Times New Roman" panose="02020603050405020304" pitchFamily="18" charset="0"/>
              </a:rPr>
              <a:t>Figure 20.14</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Commands and responses</a:t>
            </a:r>
          </a:p>
        </p:txBody>
      </p:sp>
      <p:sp>
        <p:nvSpPr>
          <p:cNvPr id="491523" name="Rectangle 3">
            <a:extLst>
              <a:ext uri="{FF2B5EF4-FFF2-40B4-BE49-F238E27FC236}">
                <a16:creationId xmlns:a16="http://schemas.microsoft.com/office/drawing/2014/main" id="{60FE8292-D4CE-42AD-B392-760C45332538}"/>
              </a:ext>
            </a:extLst>
          </p:cNvPr>
          <p:cNvSpPr>
            <a:spLocks noChangeArrowheads="1"/>
          </p:cNvSpPr>
          <p:nvPr/>
        </p:nvSpPr>
        <p:spPr bwMode="ltGray">
          <a:xfrm>
            <a:off x="1890713" y="107951"/>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91524" name="Rectangle 4">
            <a:extLst>
              <a:ext uri="{FF2B5EF4-FFF2-40B4-BE49-F238E27FC236}">
                <a16:creationId xmlns:a16="http://schemas.microsoft.com/office/drawing/2014/main" id="{890BFCF9-EBAE-46A6-8648-5A8AE679D3BC}"/>
              </a:ext>
            </a:extLst>
          </p:cNvPr>
          <p:cNvSpPr>
            <a:spLocks noChangeArrowheads="1"/>
          </p:cNvSpPr>
          <p:nvPr/>
        </p:nvSpPr>
        <p:spPr bwMode="ltGray">
          <a:xfrm>
            <a:off x="2273301" y="107951"/>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91525" name="Rectangle 5">
            <a:extLst>
              <a:ext uri="{FF2B5EF4-FFF2-40B4-BE49-F238E27FC236}">
                <a16:creationId xmlns:a16="http://schemas.microsoft.com/office/drawing/2014/main" id="{F53086B4-2DC7-4F51-8A4A-8AD21158E9A3}"/>
              </a:ext>
            </a:extLst>
          </p:cNvPr>
          <p:cNvSpPr>
            <a:spLocks noChangeArrowheads="1"/>
          </p:cNvSpPr>
          <p:nvPr/>
        </p:nvSpPr>
        <p:spPr bwMode="ltGray">
          <a:xfrm>
            <a:off x="2014539" y="530226"/>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91526" name="Rectangle 6">
            <a:extLst>
              <a:ext uri="{FF2B5EF4-FFF2-40B4-BE49-F238E27FC236}">
                <a16:creationId xmlns:a16="http://schemas.microsoft.com/office/drawing/2014/main" id="{75DD83B1-2C15-4C32-A257-18A0C7043904}"/>
              </a:ext>
            </a:extLst>
          </p:cNvPr>
          <p:cNvSpPr>
            <a:spLocks noChangeArrowheads="1"/>
          </p:cNvSpPr>
          <p:nvPr/>
        </p:nvSpPr>
        <p:spPr bwMode="ltGray">
          <a:xfrm>
            <a:off x="2384425" y="530226"/>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91527" name="Rectangle 7">
            <a:extLst>
              <a:ext uri="{FF2B5EF4-FFF2-40B4-BE49-F238E27FC236}">
                <a16:creationId xmlns:a16="http://schemas.microsoft.com/office/drawing/2014/main" id="{849212F7-A4CC-44F7-90DB-3875401831EB}"/>
              </a:ext>
            </a:extLst>
          </p:cNvPr>
          <p:cNvSpPr>
            <a:spLocks noChangeArrowheads="1"/>
          </p:cNvSpPr>
          <p:nvPr/>
        </p:nvSpPr>
        <p:spPr bwMode="ltGray">
          <a:xfrm>
            <a:off x="1600200" y="457201"/>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91528" name="Rectangle 8">
            <a:extLst>
              <a:ext uri="{FF2B5EF4-FFF2-40B4-BE49-F238E27FC236}">
                <a16:creationId xmlns:a16="http://schemas.microsoft.com/office/drawing/2014/main" id="{2DA6157F-AEC9-4DBE-9566-C845A56A4E36}"/>
              </a:ext>
            </a:extLst>
          </p:cNvPr>
          <p:cNvSpPr>
            <a:spLocks noChangeArrowheads="1"/>
          </p:cNvSpPr>
          <p:nvPr/>
        </p:nvSpPr>
        <p:spPr bwMode="gray">
          <a:xfrm>
            <a:off x="2235200" y="1"/>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91529" name="Rectangle 9">
            <a:extLst>
              <a:ext uri="{FF2B5EF4-FFF2-40B4-BE49-F238E27FC236}">
                <a16:creationId xmlns:a16="http://schemas.microsoft.com/office/drawing/2014/main" id="{ED7EBC9C-F2C7-454F-BB15-F6E3B911EC30}"/>
              </a:ext>
            </a:extLst>
          </p:cNvPr>
          <p:cNvSpPr>
            <a:spLocks noChangeArrowheads="1"/>
          </p:cNvSpPr>
          <p:nvPr/>
        </p:nvSpPr>
        <p:spPr bwMode="gray">
          <a:xfrm>
            <a:off x="1966914"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pic>
        <p:nvPicPr>
          <p:cNvPr id="491530" name="Picture 10">
            <a:extLst>
              <a:ext uri="{FF2B5EF4-FFF2-40B4-BE49-F238E27FC236}">
                <a16:creationId xmlns:a16="http://schemas.microsoft.com/office/drawing/2014/main" id="{4F13316E-6ADC-47FF-B1EF-E3D834F54CA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00300" y="2828925"/>
            <a:ext cx="7048500" cy="839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ooter Placeholder 1">
            <a:extLst>
              <a:ext uri="{FF2B5EF4-FFF2-40B4-BE49-F238E27FC236}">
                <a16:creationId xmlns:a16="http://schemas.microsoft.com/office/drawing/2014/main" id="{3FB02731-4F90-4D95-9DF7-2C1D50DBC741}"/>
              </a:ext>
            </a:extLst>
          </p:cNvPr>
          <p:cNvSpPr>
            <a:spLocks noGrp="1"/>
          </p:cNvSpPr>
          <p:nvPr>
            <p:ph type="ftr" sz="quarter" idx="10"/>
          </p:nvPr>
        </p:nvSpPr>
        <p:spPr/>
        <p:txBody>
          <a:bodyPr/>
          <a:lstStyle/>
          <a:p>
            <a:r>
              <a:rPr lang="en-US" altLang="en-US"/>
              <a:t>TCP/IP Protocol Suite</a:t>
            </a:r>
          </a:p>
        </p:txBody>
      </p:sp>
      <p:sp>
        <p:nvSpPr>
          <p:cNvPr id="12" name="Slide Number Placeholder 2">
            <a:extLst>
              <a:ext uri="{FF2B5EF4-FFF2-40B4-BE49-F238E27FC236}">
                <a16:creationId xmlns:a16="http://schemas.microsoft.com/office/drawing/2014/main" id="{C6B63EB6-586B-4E30-A1C8-EAD893CB755A}"/>
              </a:ext>
            </a:extLst>
          </p:cNvPr>
          <p:cNvSpPr>
            <a:spLocks noGrp="1"/>
          </p:cNvSpPr>
          <p:nvPr>
            <p:ph type="sldNum" sz="quarter" idx="11"/>
          </p:nvPr>
        </p:nvSpPr>
        <p:spPr/>
        <p:txBody>
          <a:bodyPr/>
          <a:lstStyle/>
          <a:p>
            <a:fld id="{1DF72FE2-7F4D-45E4-BA03-41BA4DA831A9}" type="slidenum">
              <a:rPr lang="en-US" altLang="en-US"/>
              <a:pPr/>
              <a:t>30</a:t>
            </a:fld>
            <a:endParaRPr lang="en-US" altLang="en-US"/>
          </a:p>
        </p:txBody>
      </p:sp>
      <p:sp>
        <p:nvSpPr>
          <p:cNvPr id="492546" name="Text Box 2">
            <a:extLst>
              <a:ext uri="{FF2B5EF4-FFF2-40B4-BE49-F238E27FC236}">
                <a16:creationId xmlns:a16="http://schemas.microsoft.com/office/drawing/2014/main" id="{EBFF8B8F-ECCB-45F9-B94A-E0E55397AEA6}"/>
              </a:ext>
            </a:extLst>
          </p:cNvPr>
          <p:cNvSpPr txBox="1">
            <a:spLocks noChangeArrowheads="1"/>
          </p:cNvSpPr>
          <p:nvPr/>
        </p:nvSpPr>
        <p:spPr bwMode="auto">
          <a:xfrm>
            <a:off x="2514600" y="90488"/>
            <a:ext cx="57150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solidFill>
                  <a:srgbClr val="0000FF"/>
                </a:solidFill>
                <a:latin typeface="Times New Roman" panose="02020603050405020304" pitchFamily="18" charset="0"/>
              </a:rPr>
              <a:t>Figure 20.15</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Command format</a:t>
            </a:r>
          </a:p>
        </p:txBody>
      </p:sp>
      <p:sp>
        <p:nvSpPr>
          <p:cNvPr id="492547" name="Rectangle 3">
            <a:extLst>
              <a:ext uri="{FF2B5EF4-FFF2-40B4-BE49-F238E27FC236}">
                <a16:creationId xmlns:a16="http://schemas.microsoft.com/office/drawing/2014/main" id="{7EDDD2CB-783F-4A9B-ADD4-09A508568755}"/>
              </a:ext>
            </a:extLst>
          </p:cNvPr>
          <p:cNvSpPr>
            <a:spLocks noChangeArrowheads="1"/>
          </p:cNvSpPr>
          <p:nvPr/>
        </p:nvSpPr>
        <p:spPr bwMode="ltGray">
          <a:xfrm>
            <a:off x="1890713" y="107951"/>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92548" name="Rectangle 4">
            <a:extLst>
              <a:ext uri="{FF2B5EF4-FFF2-40B4-BE49-F238E27FC236}">
                <a16:creationId xmlns:a16="http://schemas.microsoft.com/office/drawing/2014/main" id="{830D7194-8231-4389-B10F-C1A3EE31C0AA}"/>
              </a:ext>
            </a:extLst>
          </p:cNvPr>
          <p:cNvSpPr>
            <a:spLocks noChangeArrowheads="1"/>
          </p:cNvSpPr>
          <p:nvPr/>
        </p:nvSpPr>
        <p:spPr bwMode="ltGray">
          <a:xfrm>
            <a:off x="2273301" y="107951"/>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92549" name="Rectangle 5">
            <a:extLst>
              <a:ext uri="{FF2B5EF4-FFF2-40B4-BE49-F238E27FC236}">
                <a16:creationId xmlns:a16="http://schemas.microsoft.com/office/drawing/2014/main" id="{169A03A9-B34B-4354-855D-497404C35AE8}"/>
              </a:ext>
            </a:extLst>
          </p:cNvPr>
          <p:cNvSpPr>
            <a:spLocks noChangeArrowheads="1"/>
          </p:cNvSpPr>
          <p:nvPr/>
        </p:nvSpPr>
        <p:spPr bwMode="ltGray">
          <a:xfrm>
            <a:off x="2014539" y="530226"/>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92550" name="Rectangle 6">
            <a:extLst>
              <a:ext uri="{FF2B5EF4-FFF2-40B4-BE49-F238E27FC236}">
                <a16:creationId xmlns:a16="http://schemas.microsoft.com/office/drawing/2014/main" id="{8913C19C-0706-4F56-9424-58A670F2B36E}"/>
              </a:ext>
            </a:extLst>
          </p:cNvPr>
          <p:cNvSpPr>
            <a:spLocks noChangeArrowheads="1"/>
          </p:cNvSpPr>
          <p:nvPr/>
        </p:nvSpPr>
        <p:spPr bwMode="ltGray">
          <a:xfrm>
            <a:off x="2384425" y="530226"/>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92551" name="Rectangle 7">
            <a:extLst>
              <a:ext uri="{FF2B5EF4-FFF2-40B4-BE49-F238E27FC236}">
                <a16:creationId xmlns:a16="http://schemas.microsoft.com/office/drawing/2014/main" id="{423F9EB0-7274-47F2-825C-37ADB69BD57B}"/>
              </a:ext>
            </a:extLst>
          </p:cNvPr>
          <p:cNvSpPr>
            <a:spLocks noChangeArrowheads="1"/>
          </p:cNvSpPr>
          <p:nvPr/>
        </p:nvSpPr>
        <p:spPr bwMode="ltGray">
          <a:xfrm>
            <a:off x="1600200" y="457201"/>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92552" name="Rectangle 8">
            <a:extLst>
              <a:ext uri="{FF2B5EF4-FFF2-40B4-BE49-F238E27FC236}">
                <a16:creationId xmlns:a16="http://schemas.microsoft.com/office/drawing/2014/main" id="{0B4AA871-D01E-4552-AD47-793CF11E98E8}"/>
              </a:ext>
            </a:extLst>
          </p:cNvPr>
          <p:cNvSpPr>
            <a:spLocks noChangeArrowheads="1"/>
          </p:cNvSpPr>
          <p:nvPr/>
        </p:nvSpPr>
        <p:spPr bwMode="gray">
          <a:xfrm>
            <a:off x="2235200" y="1"/>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92553" name="Rectangle 9">
            <a:extLst>
              <a:ext uri="{FF2B5EF4-FFF2-40B4-BE49-F238E27FC236}">
                <a16:creationId xmlns:a16="http://schemas.microsoft.com/office/drawing/2014/main" id="{EAAAA819-C969-4F22-B248-A506FA100A6E}"/>
              </a:ext>
            </a:extLst>
          </p:cNvPr>
          <p:cNvSpPr>
            <a:spLocks noChangeArrowheads="1"/>
          </p:cNvSpPr>
          <p:nvPr/>
        </p:nvSpPr>
        <p:spPr bwMode="gray">
          <a:xfrm>
            <a:off x="1966914"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pic>
        <p:nvPicPr>
          <p:cNvPr id="492554" name="Picture 10">
            <a:extLst>
              <a:ext uri="{FF2B5EF4-FFF2-40B4-BE49-F238E27FC236}">
                <a16:creationId xmlns:a16="http://schemas.microsoft.com/office/drawing/2014/main" id="{77B96CE8-32B9-4E46-94B4-B3D994860C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5414" y="2578101"/>
            <a:ext cx="6861175" cy="1700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1">
            <a:extLst>
              <a:ext uri="{FF2B5EF4-FFF2-40B4-BE49-F238E27FC236}">
                <a16:creationId xmlns:a16="http://schemas.microsoft.com/office/drawing/2014/main" id="{AA3A11DE-D134-4F36-9FEE-BB3EAE1F168B}"/>
              </a:ext>
            </a:extLst>
          </p:cNvPr>
          <p:cNvSpPr>
            <a:spLocks noGrp="1"/>
          </p:cNvSpPr>
          <p:nvPr>
            <p:ph type="ftr" sz="quarter" idx="10"/>
          </p:nvPr>
        </p:nvSpPr>
        <p:spPr/>
        <p:txBody>
          <a:bodyPr/>
          <a:lstStyle/>
          <a:p>
            <a:r>
              <a:rPr lang="en-US" altLang="en-US"/>
              <a:t>TCP/IP Protocol Suite</a:t>
            </a:r>
          </a:p>
        </p:txBody>
      </p:sp>
      <p:sp>
        <p:nvSpPr>
          <p:cNvPr id="5" name="Slide Number Placeholder 2">
            <a:extLst>
              <a:ext uri="{FF2B5EF4-FFF2-40B4-BE49-F238E27FC236}">
                <a16:creationId xmlns:a16="http://schemas.microsoft.com/office/drawing/2014/main" id="{3AD64021-8774-4433-92B9-3891297644BC}"/>
              </a:ext>
            </a:extLst>
          </p:cNvPr>
          <p:cNvSpPr>
            <a:spLocks noGrp="1"/>
          </p:cNvSpPr>
          <p:nvPr>
            <p:ph type="sldNum" sz="quarter" idx="11"/>
          </p:nvPr>
        </p:nvSpPr>
        <p:spPr/>
        <p:txBody>
          <a:bodyPr/>
          <a:lstStyle/>
          <a:p>
            <a:fld id="{C360E7A7-645E-4CEA-96D9-EC4436121CDB}" type="slidenum">
              <a:rPr lang="en-US" altLang="en-US"/>
              <a:pPr/>
              <a:t>31</a:t>
            </a:fld>
            <a:endParaRPr lang="en-US" altLang="en-US"/>
          </a:p>
        </p:txBody>
      </p:sp>
      <p:sp>
        <p:nvSpPr>
          <p:cNvPr id="507907" name="Text Box 3">
            <a:extLst>
              <a:ext uri="{FF2B5EF4-FFF2-40B4-BE49-F238E27FC236}">
                <a16:creationId xmlns:a16="http://schemas.microsoft.com/office/drawing/2014/main" id="{1BC542B6-8938-48B0-B677-5114F4B39813}"/>
              </a:ext>
            </a:extLst>
          </p:cNvPr>
          <p:cNvSpPr txBox="1">
            <a:spLocks noChangeArrowheads="1"/>
          </p:cNvSpPr>
          <p:nvPr/>
        </p:nvSpPr>
        <p:spPr bwMode="auto">
          <a:xfrm>
            <a:off x="3627438" y="228600"/>
            <a:ext cx="30781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2400" i="1">
                <a:solidFill>
                  <a:srgbClr val="FF0066"/>
                </a:solidFill>
                <a:effectLst>
                  <a:outerShdw blurRad="38100" dist="38100" dir="2700000" algn="tl">
                    <a:srgbClr val="C0C0C0"/>
                  </a:outerShdw>
                </a:effectLst>
                <a:latin typeface="Times New Roman" panose="02020603050405020304" pitchFamily="18" charset="0"/>
              </a:rPr>
              <a:t>Table 20.4  </a:t>
            </a:r>
            <a:r>
              <a:rPr lang="en-US" altLang="en-US" sz="2400" i="1">
                <a:effectLst>
                  <a:outerShdw blurRad="38100" dist="38100" dir="2700000" algn="tl">
                    <a:srgbClr val="C0C0C0"/>
                  </a:outerShdw>
                </a:effectLst>
                <a:latin typeface="Times New Roman" panose="02020603050405020304" pitchFamily="18" charset="0"/>
              </a:rPr>
              <a:t>Commands</a:t>
            </a:r>
          </a:p>
        </p:txBody>
      </p:sp>
      <p:pic>
        <p:nvPicPr>
          <p:cNvPr id="507945" name="Picture 41">
            <a:extLst>
              <a:ext uri="{FF2B5EF4-FFF2-40B4-BE49-F238E27FC236}">
                <a16:creationId xmlns:a16="http://schemas.microsoft.com/office/drawing/2014/main" id="{7B01D790-BF6C-4500-868B-2C0CEF56E4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03600" y="650876"/>
            <a:ext cx="5283200" cy="567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1">
            <a:extLst>
              <a:ext uri="{FF2B5EF4-FFF2-40B4-BE49-F238E27FC236}">
                <a16:creationId xmlns:a16="http://schemas.microsoft.com/office/drawing/2014/main" id="{BD910B24-187B-46FA-9E67-0E34014C5289}"/>
              </a:ext>
            </a:extLst>
          </p:cNvPr>
          <p:cNvSpPr>
            <a:spLocks noGrp="1"/>
          </p:cNvSpPr>
          <p:nvPr>
            <p:ph type="ftr" sz="quarter" idx="10"/>
          </p:nvPr>
        </p:nvSpPr>
        <p:spPr/>
        <p:txBody>
          <a:bodyPr/>
          <a:lstStyle/>
          <a:p>
            <a:r>
              <a:rPr lang="en-US" altLang="en-US"/>
              <a:t>TCP/IP Protocol Suite</a:t>
            </a:r>
          </a:p>
        </p:txBody>
      </p:sp>
      <p:sp>
        <p:nvSpPr>
          <p:cNvPr id="7" name="Slide Number Placeholder 2">
            <a:extLst>
              <a:ext uri="{FF2B5EF4-FFF2-40B4-BE49-F238E27FC236}">
                <a16:creationId xmlns:a16="http://schemas.microsoft.com/office/drawing/2014/main" id="{7955C9D6-8B8C-4DEE-B56E-5F08DA1B68DB}"/>
              </a:ext>
            </a:extLst>
          </p:cNvPr>
          <p:cNvSpPr>
            <a:spLocks noGrp="1"/>
          </p:cNvSpPr>
          <p:nvPr>
            <p:ph type="sldNum" sz="quarter" idx="11"/>
          </p:nvPr>
        </p:nvSpPr>
        <p:spPr/>
        <p:txBody>
          <a:bodyPr/>
          <a:lstStyle/>
          <a:p>
            <a:fld id="{E858A363-1791-44E3-8DD2-0EFBE49C613A}" type="slidenum">
              <a:rPr lang="en-US" altLang="en-US"/>
              <a:pPr/>
              <a:t>32</a:t>
            </a:fld>
            <a:endParaRPr lang="en-US" altLang="en-US"/>
          </a:p>
        </p:txBody>
      </p:sp>
      <p:sp>
        <p:nvSpPr>
          <p:cNvPr id="508931" name="Text Box 3">
            <a:extLst>
              <a:ext uri="{FF2B5EF4-FFF2-40B4-BE49-F238E27FC236}">
                <a16:creationId xmlns:a16="http://schemas.microsoft.com/office/drawing/2014/main" id="{FD14A02A-DD50-4D2A-84B9-77306EFB0559}"/>
              </a:ext>
            </a:extLst>
          </p:cNvPr>
          <p:cNvSpPr txBox="1">
            <a:spLocks noChangeArrowheads="1"/>
          </p:cNvSpPr>
          <p:nvPr/>
        </p:nvSpPr>
        <p:spPr bwMode="auto">
          <a:xfrm>
            <a:off x="3287714" y="228600"/>
            <a:ext cx="29606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2400" i="1">
                <a:solidFill>
                  <a:srgbClr val="FF0066"/>
                </a:solidFill>
                <a:effectLst>
                  <a:outerShdw blurRad="38100" dist="38100" dir="2700000" algn="tl">
                    <a:srgbClr val="C0C0C0"/>
                  </a:outerShdw>
                </a:effectLst>
                <a:latin typeface="Times New Roman" panose="02020603050405020304" pitchFamily="18" charset="0"/>
              </a:rPr>
              <a:t>Table 20.5  </a:t>
            </a:r>
            <a:r>
              <a:rPr lang="en-US" altLang="en-US" sz="2400" i="1">
                <a:effectLst>
                  <a:outerShdw blurRad="38100" dist="38100" dir="2700000" algn="tl">
                    <a:srgbClr val="C0C0C0"/>
                  </a:outerShdw>
                </a:effectLst>
                <a:latin typeface="Times New Roman" panose="02020603050405020304" pitchFamily="18" charset="0"/>
              </a:rPr>
              <a:t>Responses</a:t>
            </a:r>
          </a:p>
        </p:txBody>
      </p:sp>
      <p:grpSp>
        <p:nvGrpSpPr>
          <p:cNvPr id="508973" name="Group 45">
            <a:extLst>
              <a:ext uri="{FF2B5EF4-FFF2-40B4-BE49-F238E27FC236}">
                <a16:creationId xmlns:a16="http://schemas.microsoft.com/office/drawing/2014/main" id="{15DF7584-A580-4E12-A88B-1A4E3DB954B4}"/>
              </a:ext>
            </a:extLst>
          </p:cNvPr>
          <p:cNvGrpSpPr>
            <a:grpSpLocks/>
          </p:cNvGrpSpPr>
          <p:nvPr/>
        </p:nvGrpSpPr>
        <p:grpSpPr bwMode="auto">
          <a:xfrm>
            <a:off x="3200400" y="609600"/>
            <a:ext cx="6019800" cy="6019800"/>
            <a:chOff x="1056" y="240"/>
            <a:chExt cx="3792" cy="3792"/>
          </a:xfrm>
        </p:grpSpPr>
        <p:pic>
          <p:nvPicPr>
            <p:cNvPr id="508971" name="Picture 43">
              <a:extLst>
                <a:ext uri="{FF2B5EF4-FFF2-40B4-BE49-F238E27FC236}">
                  <a16:creationId xmlns:a16="http://schemas.microsoft.com/office/drawing/2014/main" id="{970D1E1B-E050-45D4-BA71-23DBF28E90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6" y="240"/>
              <a:ext cx="3749" cy="37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08972" name="Rectangle 44">
              <a:extLst>
                <a:ext uri="{FF2B5EF4-FFF2-40B4-BE49-F238E27FC236}">
                  <a16:creationId xmlns:a16="http://schemas.microsoft.com/office/drawing/2014/main" id="{8B2ABC8B-A63C-4994-96C7-0190D6C905C3}"/>
                </a:ext>
              </a:extLst>
            </p:cNvPr>
            <p:cNvSpPr>
              <a:spLocks noChangeArrowheads="1"/>
            </p:cNvSpPr>
            <p:nvPr/>
          </p:nvSpPr>
          <p:spPr bwMode="auto">
            <a:xfrm>
              <a:off x="1056" y="3744"/>
              <a:ext cx="3792" cy="28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1">
            <a:extLst>
              <a:ext uri="{FF2B5EF4-FFF2-40B4-BE49-F238E27FC236}">
                <a16:creationId xmlns:a16="http://schemas.microsoft.com/office/drawing/2014/main" id="{31015D6C-8B8D-467E-9480-07A9B070A9B8}"/>
              </a:ext>
            </a:extLst>
          </p:cNvPr>
          <p:cNvSpPr>
            <a:spLocks noGrp="1"/>
          </p:cNvSpPr>
          <p:nvPr>
            <p:ph type="ftr" sz="quarter" idx="10"/>
          </p:nvPr>
        </p:nvSpPr>
        <p:spPr/>
        <p:txBody>
          <a:bodyPr/>
          <a:lstStyle/>
          <a:p>
            <a:r>
              <a:rPr lang="en-US" altLang="en-US"/>
              <a:t>TCP/IP Protocol Suite</a:t>
            </a:r>
          </a:p>
        </p:txBody>
      </p:sp>
      <p:sp>
        <p:nvSpPr>
          <p:cNvPr id="5" name="Slide Number Placeholder 2">
            <a:extLst>
              <a:ext uri="{FF2B5EF4-FFF2-40B4-BE49-F238E27FC236}">
                <a16:creationId xmlns:a16="http://schemas.microsoft.com/office/drawing/2014/main" id="{3AE2DE9F-C7D2-4D19-81F0-ECAB55C7FDF0}"/>
              </a:ext>
            </a:extLst>
          </p:cNvPr>
          <p:cNvSpPr>
            <a:spLocks noGrp="1"/>
          </p:cNvSpPr>
          <p:nvPr>
            <p:ph type="sldNum" sz="quarter" idx="11"/>
          </p:nvPr>
        </p:nvSpPr>
        <p:spPr/>
        <p:txBody>
          <a:bodyPr/>
          <a:lstStyle/>
          <a:p>
            <a:fld id="{8DCDC23E-3C4F-4046-9E77-E4EC79B3F199}" type="slidenum">
              <a:rPr lang="en-US" altLang="en-US"/>
              <a:pPr/>
              <a:t>33</a:t>
            </a:fld>
            <a:endParaRPr lang="en-US" altLang="en-US"/>
          </a:p>
        </p:txBody>
      </p:sp>
      <p:sp>
        <p:nvSpPr>
          <p:cNvPr id="513026" name="Text Box 2">
            <a:extLst>
              <a:ext uri="{FF2B5EF4-FFF2-40B4-BE49-F238E27FC236}">
                <a16:creationId xmlns:a16="http://schemas.microsoft.com/office/drawing/2014/main" id="{2C946AC5-0845-4A95-89C2-3B798981FE4C}"/>
              </a:ext>
            </a:extLst>
          </p:cNvPr>
          <p:cNvSpPr txBox="1">
            <a:spLocks noChangeArrowheads="1"/>
          </p:cNvSpPr>
          <p:nvPr/>
        </p:nvSpPr>
        <p:spPr bwMode="auto">
          <a:xfrm>
            <a:off x="2438400" y="304800"/>
            <a:ext cx="45608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2400" i="1">
                <a:solidFill>
                  <a:srgbClr val="FF0066"/>
                </a:solidFill>
                <a:effectLst>
                  <a:outerShdw blurRad="38100" dist="38100" dir="2700000" algn="tl">
                    <a:srgbClr val="C0C0C0"/>
                  </a:outerShdw>
                </a:effectLst>
                <a:latin typeface="Times New Roman" panose="02020603050405020304" pitchFamily="18" charset="0"/>
              </a:rPr>
              <a:t>Table 20.5  </a:t>
            </a:r>
            <a:r>
              <a:rPr lang="en-US" altLang="en-US" sz="2400" i="1">
                <a:effectLst>
                  <a:outerShdw blurRad="38100" dist="38100" dir="2700000" algn="tl">
                    <a:srgbClr val="C0C0C0"/>
                  </a:outerShdw>
                </a:effectLst>
                <a:latin typeface="Times New Roman" panose="02020603050405020304" pitchFamily="18" charset="0"/>
              </a:rPr>
              <a:t>Responses (Continued)</a:t>
            </a:r>
          </a:p>
        </p:txBody>
      </p:sp>
      <p:pic>
        <p:nvPicPr>
          <p:cNvPr id="513028" name="Picture 4">
            <a:extLst>
              <a:ext uri="{FF2B5EF4-FFF2-40B4-BE49-F238E27FC236}">
                <a16:creationId xmlns:a16="http://schemas.microsoft.com/office/drawing/2014/main" id="{013155CA-1E79-4ACE-BDC6-E53030BB4F2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92364" y="854075"/>
            <a:ext cx="7407275" cy="5151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ooter Placeholder 1">
            <a:extLst>
              <a:ext uri="{FF2B5EF4-FFF2-40B4-BE49-F238E27FC236}">
                <a16:creationId xmlns:a16="http://schemas.microsoft.com/office/drawing/2014/main" id="{342D3FA3-0A1A-43BE-A420-1AC13D23A720}"/>
              </a:ext>
            </a:extLst>
          </p:cNvPr>
          <p:cNvSpPr>
            <a:spLocks noGrp="1"/>
          </p:cNvSpPr>
          <p:nvPr>
            <p:ph type="ftr" sz="quarter" idx="10"/>
          </p:nvPr>
        </p:nvSpPr>
        <p:spPr/>
        <p:txBody>
          <a:bodyPr/>
          <a:lstStyle/>
          <a:p>
            <a:r>
              <a:rPr lang="en-US" altLang="en-US"/>
              <a:t>TCP/IP Protocol Suite</a:t>
            </a:r>
          </a:p>
        </p:txBody>
      </p:sp>
      <p:sp>
        <p:nvSpPr>
          <p:cNvPr id="12" name="Slide Number Placeholder 2">
            <a:extLst>
              <a:ext uri="{FF2B5EF4-FFF2-40B4-BE49-F238E27FC236}">
                <a16:creationId xmlns:a16="http://schemas.microsoft.com/office/drawing/2014/main" id="{7A4F45C9-92D0-476C-8C46-0DB212C882AC}"/>
              </a:ext>
            </a:extLst>
          </p:cNvPr>
          <p:cNvSpPr>
            <a:spLocks noGrp="1"/>
          </p:cNvSpPr>
          <p:nvPr>
            <p:ph type="sldNum" sz="quarter" idx="11"/>
          </p:nvPr>
        </p:nvSpPr>
        <p:spPr/>
        <p:txBody>
          <a:bodyPr/>
          <a:lstStyle/>
          <a:p>
            <a:fld id="{F55C1E30-F3F4-4AEA-9D19-21033298E066}" type="slidenum">
              <a:rPr lang="en-US" altLang="en-US"/>
              <a:pPr/>
              <a:t>34</a:t>
            </a:fld>
            <a:endParaRPr lang="en-US" altLang="en-US"/>
          </a:p>
        </p:txBody>
      </p:sp>
      <p:sp>
        <p:nvSpPr>
          <p:cNvPr id="493570" name="Text Box 2">
            <a:extLst>
              <a:ext uri="{FF2B5EF4-FFF2-40B4-BE49-F238E27FC236}">
                <a16:creationId xmlns:a16="http://schemas.microsoft.com/office/drawing/2014/main" id="{1A560FA3-53A0-4EF0-9AB4-6306E5B6D1DF}"/>
              </a:ext>
            </a:extLst>
          </p:cNvPr>
          <p:cNvSpPr txBox="1">
            <a:spLocks noChangeArrowheads="1"/>
          </p:cNvSpPr>
          <p:nvPr/>
        </p:nvSpPr>
        <p:spPr bwMode="auto">
          <a:xfrm>
            <a:off x="2514600" y="90488"/>
            <a:ext cx="57150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solidFill>
                  <a:srgbClr val="0000FF"/>
                </a:solidFill>
                <a:latin typeface="Times New Roman" panose="02020603050405020304" pitchFamily="18" charset="0"/>
              </a:rPr>
              <a:t>Figure 20.16</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Connection establishment</a:t>
            </a:r>
          </a:p>
        </p:txBody>
      </p:sp>
      <p:sp>
        <p:nvSpPr>
          <p:cNvPr id="493571" name="Rectangle 3">
            <a:extLst>
              <a:ext uri="{FF2B5EF4-FFF2-40B4-BE49-F238E27FC236}">
                <a16:creationId xmlns:a16="http://schemas.microsoft.com/office/drawing/2014/main" id="{062E8CF4-9E04-4B9A-A116-5C2BD2154F64}"/>
              </a:ext>
            </a:extLst>
          </p:cNvPr>
          <p:cNvSpPr>
            <a:spLocks noChangeArrowheads="1"/>
          </p:cNvSpPr>
          <p:nvPr/>
        </p:nvSpPr>
        <p:spPr bwMode="ltGray">
          <a:xfrm>
            <a:off x="1890713" y="107951"/>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93572" name="Rectangle 4">
            <a:extLst>
              <a:ext uri="{FF2B5EF4-FFF2-40B4-BE49-F238E27FC236}">
                <a16:creationId xmlns:a16="http://schemas.microsoft.com/office/drawing/2014/main" id="{B3ABCD06-2C5B-49F4-B2DF-9B88E3106525}"/>
              </a:ext>
            </a:extLst>
          </p:cNvPr>
          <p:cNvSpPr>
            <a:spLocks noChangeArrowheads="1"/>
          </p:cNvSpPr>
          <p:nvPr/>
        </p:nvSpPr>
        <p:spPr bwMode="ltGray">
          <a:xfrm>
            <a:off x="2273301" y="107951"/>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93573" name="Rectangle 5">
            <a:extLst>
              <a:ext uri="{FF2B5EF4-FFF2-40B4-BE49-F238E27FC236}">
                <a16:creationId xmlns:a16="http://schemas.microsoft.com/office/drawing/2014/main" id="{97740003-A2E8-4F4F-85F7-91FF443EA647}"/>
              </a:ext>
            </a:extLst>
          </p:cNvPr>
          <p:cNvSpPr>
            <a:spLocks noChangeArrowheads="1"/>
          </p:cNvSpPr>
          <p:nvPr/>
        </p:nvSpPr>
        <p:spPr bwMode="ltGray">
          <a:xfrm>
            <a:off x="2014539" y="530226"/>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93574" name="Rectangle 6">
            <a:extLst>
              <a:ext uri="{FF2B5EF4-FFF2-40B4-BE49-F238E27FC236}">
                <a16:creationId xmlns:a16="http://schemas.microsoft.com/office/drawing/2014/main" id="{33C79E50-7E9C-40D1-BAEA-AEFC6326EFF0}"/>
              </a:ext>
            </a:extLst>
          </p:cNvPr>
          <p:cNvSpPr>
            <a:spLocks noChangeArrowheads="1"/>
          </p:cNvSpPr>
          <p:nvPr/>
        </p:nvSpPr>
        <p:spPr bwMode="ltGray">
          <a:xfrm>
            <a:off x="2384425" y="530226"/>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93575" name="Rectangle 7">
            <a:extLst>
              <a:ext uri="{FF2B5EF4-FFF2-40B4-BE49-F238E27FC236}">
                <a16:creationId xmlns:a16="http://schemas.microsoft.com/office/drawing/2014/main" id="{93EF83B5-5786-4804-A6E4-AC1C633452D7}"/>
              </a:ext>
            </a:extLst>
          </p:cNvPr>
          <p:cNvSpPr>
            <a:spLocks noChangeArrowheads="1"/>
          </p:cNvSpPr>
          <p:nvPr/>
        </p:nvSpPr>
        <p:spPr bwMode="ltGray">
          <a:xfrm>
            <a:off x="1600200" y="457201"/>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93576" name="Rectangle 8">
            <a:extLst>
              <a:ext uri="{FF2B5EF4-FFF2-40B4-BE49-F238E27FC236}">
                <a16:creationId xmlns:a16="http://schemas.microsoft.com/office/drawing/2014/main" id="{78A83296-0195-421C-981A-11F6B137FE1E}"/>
              </a:ext>
            </a:extLst>
          </p:cNvPr>
          <p:cNvSpPr>
            <a:spLocks noChangeArrowheads="1"/>
          </p:cNvSpPr>
          <p:nvPr/>
        </p:nvSpPr>
        <p:spPr bwMode="gray">
          <a:xfrm>
            <a:off x="2235200" y="1"/>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93577" name="Rectangle 9">
            <a:extLst>
              <a:ext uri="{FF2B5EF4-FFF2-40B4-BE49-F238E27FC236}">
                <a16:creationId xmlns:a16="http://schemas.microsoft.com/office/drawing/2014/main" id="{E3220511-2212-4FE4-AD4A-F103993C2C31}"/>
              </a:ext>
            </a:extLst>
          </p:cNvPr>
          <p:cNvSpPr>
            <a:spLocks noChangeArrowheads="1"/>
          </p:cNvSpPr>
          <p:nvPr/>
        </p:nvSpPr>
        <p:spPr bwMode="gray">
          <a:xfrm>
            <a:off x="1966914"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pic>
        <p:nvPicPr>
          <p:cNvPr id="493578" name="Picture 10">
            <a:extLst>
              <a:ext uri="{FF2B5EF4-FFF2-40B4-BE49-F238E27FC236}">
                <a16:creationId xmlns:a16="http://schemas.microsoft.com/office/drawing/2014/main" id="{509F1215-F6A8-42FB-A95A-2F870536EC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95600" y="2479676"/>
            <a:ext cx="5676900" cy="209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ooter Placeholder 1">
            <a:extLst>
              <a:ext uri="{FF2B5EF4-FFF2-40B4-BE49-F238E27FC236}">
                <a16:creationId xmlns:a16="http://schemas.microsoft.com/office/drawing/2014/main" id="{E9539959-9F42-47B5-9B98-78E2847B3C2B}"/>
              </a:ext>
            </a:extLst>
          </p:cNvPr>
          <p:cNvSpPr>
            <a:spLocks noGrp="1"/>
          </p:cNvSpPr>
          <p:nvPr>
            <p:ph type="ftr" sz="quarter" idx="10"/>
          </p:nvPr>
        </p:nvSpPr>
        <p:spPr/>
        <p:txBody>
          <a:bodyPr/>
          <a:lstStyle/>
          <a:p>
            <a:r>
              <a:rPr lang="en-US" altLang="en-US"/>
              <a:t>TCP/IP Protocol Suite</a:t>
            </a:r>
          </a:p>
        </p:txBody>
      </p:sp>
      <p:sp>
        <p:nvSpPr>
          <p:cNvPr id="12" name="Slide Number Placeholder 2">
            <a:extLst>
              <a:ext uri="{FF2B5EF4-FFF2-40B4-BE49-F238E27FC236}">
                <a16:creationId xmlns:a16="http://schemas.microsoft.com/office/drawing/2014/main" id="{E07ACBC6-E6E5-4E22-8597-16F12D86B69F}"/>
              </a:ext>
            </a:extLst>
          </p:cNvPr>
          <p:cNvSpPr>
            <a:spLocks noGrp="1"/>
          </p:cNvSpPr>
          <p:nvPr>
            <p:ph type="sldNum" sz="quarter" idx="11"/>
          </p:nvPr>
        </p:nvSpPr>
        <p:spPr/>
        <p:txBody>
          <a:bodyPr/>
          <a:lstStyle/>
          <a:p>
            <a:fld id="{7714C6E9-DF8B-4822-BB06-851A3C5A2DEF}" type="slidenum">
              <a:rPr lang="en-US" altLang="en-US"/>
              <a:pPr/>
              <a:t>35</a:t>
            </a:fld>
            <a:endParaRPr lang="en-US" altLang="en-US"/>
          </a:p>
        </p:txBody>
      </p:sp>
      <p:sp>
        <p:nvSpPr>
          <p:cNvPr id="494594" name="Text Box 2">
            <a:extLst>
              <a:ext uri="{FF2B5EF4-FFF2-40B4-BE49-F238E27FC236}">
                <a16:creationId xmlns:a16="http://schemas.microsoft.com/office/drawing/2014/main" id="{5D33C1C0-4B5F-44BA-96C5-DFE3F3E74393}"/>
              </a:ext>
            </a:extLst>
          </p:cNvPr>
          <p:cNvSpPr txBox="1">
            <a:spLocks noChangeArrowheads="1"/>
          </p:cNvSpPr>
          <p:nvPr/>
        </p:nvSpPr>
        <p:spPr bwMode="auto">
          <a:xfrm>
            <a:off x="2514600" y="90488"/>
            <a:ext cx="57150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solidFill>
                  <a:srgbClr val="0000FF"/>
                </a:solidFill>
                <a:latin typeface="Times New Roman" panose="02020603050405020304" pitchFamily="18" charset="0"/>
              </a:rPr>
              <a:t>Figure 20.17</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Message transfer</a:t>
            </a:r>
          </a:p>
        </p:txBody>
      </p:sp>
      <p:sp>
        <p:nvSpPr>
          <p:cNvPr id="494595" name="Rectangle 3">
            <a:extLst>
              <a:ext uri="{FF2B5EF4-FFF2-40B4-BE49-F238E27FC236}">
                <a16:creationId xmlns:a16="http://schemas.microsoft.com/office/drawing/2014/main" id="{22F86852-B3C3-497F-B588-42DB9F0FB5ED}"/>
              </a:ext>
            </a:extLst>
          </p:cNvPr>
          <p:cNvSpPr>
            <a:spLocks noChangeArrowheads="1"/>
          </p:cNvSpPr>
          <p:nvPr/>
        </p:nvSpPr>
        <p:spPr bwMode="ltGray">
          <a:xfrm>
            <a:off x="1890713" y="107951"/>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94596" name="Rectangle 4">
            <a:extLst>
              <a:ext uri="{FF2B5EF4-FFF2-40B4-BE49-F238E27FC236}">
                <a16:creationId xmlns:a16="http://schemas.microsoft.com/office/drawing/2014/main" id="{1CCEACA0-2D18-429F-A7C8-BA372F6436C6}"/>
              </a:ext>
            </a:extLst>
          </p:cNvPr>
          <p:cNvSpPr>
            <a:spLocks noChangeArrowheads="1"/>
          </p:cNvSpPr>
          <p:nvPr/>
        </p:nvSpPr>
        <p:spPr bwMode="ltGray">
          <a:xfrm>
            <a:off x="2273301" y="107951"/>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94597" name="Rectangle 5">
            <a:extLst>
              <a:ext uri="{FF2B5EF4-FFF2-40B4-BE49-F238E27FC236}">
                <a16:creationId xmlns:a16="http://schemas.microsoft.com/office/drawing/2014/main" id="{C25C68A6-55F0-47BB-9445-6ACC2715CA7D}"/>
              </a:ext>
            </a:extLst>
          </p:cNvPr>
          <p:cNvSpPr>
            <a:spLocks noChangeArrowheads="1"/>
          </p:cNvSpPr>
          <p:nvPr/>
        </p:nvSpPr>
        <p:spPr bwMode="ltGray">
          <a:xfrm>
            <a:off x="2014539" y="530226"/>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94598" name="Rectangle 6">
            <a:extLst>
              <a:ext uri="{FF2B5EF4-FFF2-40B4-BE49-F238E27FC236}">
                <a16:creationId xmlns:a16="http://schemas.microsoft.com/office/drawing/2014/main" id="{38DBAF74-41C9-40FB-B067-8C82CBDF38C2}"/>
              </a:ext>
            </a:extLst>
          </p:cNvPr>
          <p:cNvSpPr>
            <a:spLocks noChangeArrowheads="1"/>
          </p:cNvSpPr>
          <p:nvPr/>
        </p:nvSpPr>
        <p:spPr bwMode="ltGray">
          <a:xfrm>
            <a:off x="2384425" y="530226"/>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94599" name="Rectangle 7">
            <a:extLst>
              <a:ext uri="{FF2B5EF4-FFF2-40B4-BE49-F238E27FC236}">
                <a16:creationId xmlns:a16="http://schemas.microsoft.com/office/drawing/2014/main" id="{83A188BD-D225-4C5F-840D-7ECC108A6226}"/>
              </a:ext>
            </a:extLst>
          </p:cNvPr>
          <p:cNvSpPr>
            <a:spLocks noChangeArrowheads="1"/>
          </p:cNvSpPr>
          <p:nvPr/>
        </p:nvSpPr>
        <p:spPr bwMode="ltGray">
          <a:xfrm>
            <a:off x="1600200" y="457201"/>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94600" name="Rectangle 8">
            <a:extLst>
              <a:ext uri="{FF2B5EF4-FFF2-40B4-BE49-F238E27FC236}">
                <a16:creationId xmlns:a16="http://schemas.microsoft.com/office/drawing/2014/main" id="{E9B7CE24-9931-4CE0-B9EC-F19EE75A156B}"/>
              </a:ext>
            </a:extLst>
          </p:cNvPr>
          <p:cNvSpPr>
            <a:spLocks noChangeArrowheads="1"/>
          </p:cNvSpPr>
          <p:nvPr/>
        </p:nvSpPr>
        <p:spPr bwMode="gray">
          <a:xfrm>
            <a:off x="2235200" y="1"/>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94601" name="Rectangle 9">
            <a:extLst>
              <a:ext uri="{FF2B5EF4-FFF2-40B4-BE49-F238E27FC236}">
                <a16:creationId xmlns:a16="http://schemas.microsoft.com/office/drawing/2014/main" id="{DE012C50-E9FD-45B7-9942-9DBF794D15DC}"/>
              </a:ext>
            </a:extLst>
          </p:cNvPr>
          <p:cNvSpPr>
            <a:spLocks noChangeArrowheads="1"/>
          </p:cNvSpPr>
          <p:nvPr/>
        </p:nvSpPr>
        <p:spPr bwMode="gray">
          <a:xfrm>
            <a:off x="1966914"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pic>
        <p:nvPicPr>
          <p:cNvPr id="494602" name="Picture 10">
            <a:extLst>
              <a:ext uri="{FF2B5EF4-FFF2-40B4-BE49-F238E27FC236}">
                <a16:creationId xmlns:a16="http://schemas.microsoft.com/office/drawing/2014/main" id="{5EC48EFA-1857-4D1A-89F8-34D5B0F38A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03688" y="782639"/>
            <a:ext cx="4278312" cy="5959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ooter Placeholder 1">
            <a:extLst>
              <a:ext uri="{FF2B5EF4-FFF2-40B4-BE49-F238E27FC236}">
                <a16:creationId xmlns:a16="http://schemas.microsoft.com/office/drawing/2014/main" id="{DCC25D20-487E-42B0-8303-224DA5A5AB5B}"/>
              </a:ext>
            </a:extLst>
          </p:cNvPr>
          <p:cNvSpPr>
            <a:spLocks noGrp="1"/>
          </p:cNvSpPr>
          <p:nvPr>
            <p:ph type="ftr" sz="quarter" idx="10"/>
          </p:nvPr>
        </p:nvSpPr>
        <p:spPr/>
        <p:txBody>
          <a:bodyPr/>
          <a:lstStyle/>
          <a:p>
            <a:r>
              <a:rPr lang="en-US" altLang="en-US"/>
              <a:t>TCP/IP Protocol Suite</a:t>
            </a:r>
          </a:p>
        </p:txBody>
      </p:sp>
      <p:sp>
        <p:nvSpPr>
          <p:cNvPr id="12" name="Slide Number Placeholder 2">
            <a:extLst>
              <a:ext uri="{FF2B5EF4-FFF2-40B4-BE49-F238E27FC236}">
                <a16:creationId xmlns:a16="http://schemas.microsoft.com/office/drawing/2014/main" id="{CCA514B8-6F8C-48DB-B257-60EA0A1CEDBF}"/>
              </a:ext>
            </a:extLst>
          </p:cNvPr>
          <p:cNvSpPr>
            <a:spLocks noGrp="1"/>
          </p:cNvSpPr>
          <p:nvPr>
            <p:ph type="sldNum" sz="quarter" idx="11"/>
          </p:nvPr>
        </p:nvSpPr>
        <p:spPr/>
        <p:txBody>
          <a:bodyPr/>
          <a:lstStyle/>
          <a:p>
            <a:fld id="{83967CE7-4AD7-4FAF-8FCB-09C843A0B2AA}" type="slidenum">
              <a:rPr lang="en-US" altLang="en-US"/>
              <a:pPr/>
              <a:t>36</a:t>
            </a:fld>
            <a:endParaRPr lang="en-US" altLang="en-US"/>
          </a:p>
        </p:txBody>
      </p:sp>
      <p:sp>
        <p:nvSpPr>
          <p:cNvPr id="495618" name="Text Box 2">
            <a:extLst>
              <a:ext uri="{FF2B5EF4-FFF2-40B4-BE49-F238E27FC236}">
                <a16:creationId xmlns:a16="http://schemas.microsoft.com/office/drawing/2014/main" id="{5C9310D3-4382-4D15-8E4E-CC7EAB6B5DF7}"/>
              </a:ext>
            </a:extLst>
          </p:cNvPr>
          <p:cNvSpPr txBox="1">
            <a:spLocks noChangeArrowheads="1"/>
          </p:cNvSpPr>
          <p:nvPr/>
        </p:nvSpPr>
        <p:spPr bwMode="auto">
          <a:xfrm>
            <a:off x="2514600" y="90488"/>
            <a:ext cx="57150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solidFill>
                  <a:srgbClr val="0000FF"/>
                </a:solidFill>
                <a:latin typeface="Times New Roman" panose="02020603050405020304" pitchFamily="18" charset="0"/>
              </a:rPr>
              <a:t>Figure 20.18</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Connection termination</a:t>
            </a:r>
          </a:p>
        </p:txBody>
      </p:sp>
      <p:sp>
        <p:nvSpPr>
          <p:cNvPr id="495619" name="Rectangle 3">
            <a:extLst>
              <a:ext uri="{FF2B5EF4-FFF2-40B4-BE49-F238E27FC236}">
                <a16:creationId xmlns:a16="http://schemas.microsoft.com/office/drawing/2014/main" id="{046E14B4-DDAD-49B0-AAD8-98176F740499}"/>
              </a:ext>
            </a:extLst>
          </p:cNvPr>
          <p:cNvSpPr>
            <a:spLocks noChangeArrowheads="1"/>
          </p:cNvSpPr>
          <p:nvPr/>
        </p:nvSpPr>
        <p:spPr bwMode="ltGray">
          <a:xfrm>
            <a:off x="1890713" y="107951"/>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95620" name="Rectangle 4">
            <a:extLst>
              <a:ext uri="{FF2B5EF4-FFF2-40B4-BE49-F238E27FC236}">
                <a16:creationId xmlns:a16="http://schemas.microsoft.com/office/drawing/2014/main" id="{BDAD482E-D4EA-44B7-8DAC-E50EF134F1ED}"/>
              </a:ext>
            </a:extLst>
          </p:cNvPr>
          <p:cNvSpPr>
            <a:spLocks noChangeArrowheads="1"/>
          </p:cNvSpPr>
          <p:nvPr/>
        </p:nvSpPr>
        <p:spPr bwMode="ltGray">
          <a:xfrm>
            <a:off x="2273301" y="107951"/>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95621" name="Rectangle 5">
            <a:extLst>
              <a:ext uri="{FF2B5EF4-FFF2-40B4-BE49-F238E27FC236}">
                <a16:creationId xmlns:a16="http://schemas.microsoft.com/office/drawing/2014/main" id="{7A56F23B-E3F0-4CFA-A36D-0C21A55194D5}"/>
              </a:ext>
            </a:extLst>
          </p:cNvPr>
          <p:cNvSpPr>
            <a:spLocks noChangeArrowheads="1"/>
          </p:cNvSpPr>
          <p:nvPr/>
        </p:nvSpPr>
        <p:spPr bwMode="ltGray">
          <a:xfrm>
            <a:off x="2014539" y="530226"/>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95622" name="Rectangle 6">
            <a:extLst>
              <a:ext uri="{FF2B5EF4-FFF2-40B4-BE49-F238E27FC236}">
                <a16:creationId xmlns:a16="http://schemas.microsoft.com/office/drawing/2014/main" id="{0B494732-4069-472B-B4CF-07153C472876}"/>
              </a:ext>
            </a:extLst>
          </p:cNvPr>
          <p:cNvSpPr>
            <a:spLocks noChangeArrowheads="1"/>
          </p:cNvSpPr>
          <p:nvPr/>
        </p:nvSpPr>
        <p:spPr bwMode="ltGray">
          <a:xfrm>
            <a:off x="2384425" y="530226"/>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95623" name="Rectangle 7">
            <a:extLst>
              <a:ext uri="{FF2B5EF4-FFF2-40B4-BE49-F238E27FC236}">
                <a16:creationId xmlns:a16="http://schemas.microsoft.com/office/drawing/2014/main" id="{6F45B65E-EC8F-4860-BA14-7F1CD151190E}"/>
              </a:ext>
            </a:extLst>
          </p:cNvPr>
          <p:cNvSpPr>
            <a:spLocks noChangeArrowheads="1"/>
          </p:cNvSpPr>
          <p:nvPr/>
        </p:nvSpPr>
        <p:spPr bwMode="ltGray">
          <a:xfrm>
            <a:off x="1600200" y="457201"/>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95624" name="Rectangle 8">
            <a:extLst>
              <a:ext uri="{FF2B5EF4-FFF2-40B4-BE49-F238E27FC236}">
                <a16:creationId xmlns:a16="http://schemas.microsoft.com/office/drawing/2014/main" id="{A1310DA9-BC86-4D3B-910C-CBE8A2A61A90}"/>
              </a:ext>
            </a:extLst>
          </p:cNvPr>
          <p:cNvSpPr>
            <a:spLocks noChangeArrowheads="1"/>
          </p:cNvSpPr>
          <p:nvPr/>
        </p:nvSpPr>
        <p:spPr bwMode="gray">
          <a:xfrm>
            <a:off x="2235200" y="1"/>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95625" name="Rectangle 9">
            <a:extLst>
              <a:ext uri="{FF2B5EF4-FFF2-40B4-BE49-F238E27FC236}">
                <a16:creationId xmlns:a16="http://schemas.microsoft.com/office/drawing/2014/main" id="{FAC490FC-EAC8-4199-91EC-DC8A4EF3C4C1}"/>
              </a:ext>
            </a:extLst>
          </p:cNvPr>
          <p:cNvSpPr>
            <a:spLocks noChangeArrowheads="1"/>
          </p:cNvSpPr>
          <p:nvPr/>
        </p:nvSpPr>
        <p:spPr bwMode="gray">
          <a:xfrm>
            <a:off x="1966914"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pic>
        <p:nvPicPr>
          <p:cNvPr id="495626" name="Picture 10">
            <a:extLst>
              <a:ext uri="{FF2B5EF4-FFF2-40B4-BE49-F238E27FC236}">
                <a16:creationId xmlns:a16="http://schemas.microsoft.com/office/drawing/2014/main" id="{6EFE5A8D-C7E7-43A6-9DE5-1D412D25D5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92438" y="2573338"/>
            <a:ext cx="5694362" cy="169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1">
            <a:extLst>
              <a:ext uri="{FF2B5EF4-FFF2-40B4-BE49-F238E27FC236}">
                <a16:creationId xmlns:a16="http://schemas.microsoft.com/office/drawing/2014/main" id="{042A005C-CADB-492A-9981-5E88731E6440}"/>
              </a:ext>
            </a:extLst>
          </p:cNvPr>
          <p:cNvSpPr>
            <a:spLocks noGrp="1"/>
          </p:cNvSpPr>
          <p:nvPr>
            <p:ph type="ftr" sz="quarter" idx="10"/>
          </p:nvPr>
        </p:nvSpPr>
        <p:spPr/>
        <p:txBody>
          <a:bodyPr/>
          <a:lstStyle/>
          <a:p>
            <a:r>
              <a:rPr lang="en-US" altLang="en-US"/>
              <a:t>TCP/IP Protocol Suite</a:t>
            </a:r>
          </a:p>
        </p:txBody>
      </p:sp>
      <p:sp>
        <p:nvSpPr>
          <p:cNvPr id="8" name="Slide Number Placeholder 2">
            <a:extLst>
              <a:ext uri="{FF2B5EF4-FFF2-40B4-BE49-F238E27FC236}">
                <a16:creationId xmlns:a16="http://schemas.microsoft.com/office/drawing/2014/main" id="{B1A44112-02D5-4D81-AA98-AA81662D04A3}"/>
              </a:ext>
            </a:extLst>
          </p:cNvPr>
          <p:cNvSpPr>
            <a:spLocks noGrp="1"/>
          </p:cNvSpPr>
          <p:nvPr>
            <p:ph type="sldNum" sz="quarter" idx="11"/>
          </p:nvPr>
        </p:nvSpPr>
        <p:spPr/>
        <p:txBody>
          <a:bodyPr/>
          <a:lstStyle/>
          <a:p>
            <a:fld id="{6A745C2F-1079-4890-AC95-BDADEE8D1BD7}" type="slidenum">
              <a:rPr lang="en-US" altLang="en-US"/>
              <a:pPr/>
              <a:t>37</a:t>
            </a:fld>
            <a:endParaRPr lang="en-US" altLang="en-US"/>
          </a:p>
        </p:txBody>
      </p:sp>
      <p:sp>
        <p:nvSpPr>
          <p:cNvPr id="514050" name="Text Box 2">
            <a:extLst>
              <a:ext uri="{FF2B5EF4-FFF2-40B4-BE49-F238E27FC236}">
                <a16:creationId xmlns:a16="http://schemas.microsoft.com/office/drawing/2014/main" id="{699CE47D-E418-45D7-97AF-8B39DB406F5A}"/>
              </a:ext>
            </a:extLst>
          </p:cNvPr>
          <p:cNvSpPr txBox="1">
            <a:spLocks noChangeArrowheads="1"/>
          </p:cNvSpPr>
          <p:nvPr/>
        </p:nvSpPr>
        <p:spPr bwMode="auto">
          <a:xfrm>
            <a:off x="2667000" y="381001"/>
            <a:ext cx="4724400" cy="519113"/>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400" i="1">
                <a:solidFill>
                  <a:schemeClr val="folHlink"/>
                </a:solidFill>
                <a:latin typeface="Algerian" panose="04020705040A02060702" pitchFamily="82" charset="0"/>
              </a:rPr>
              <a:t>Example</a:t>
            </a:r>
            <a:r>
              <a:rPr lang="en-US" altLang="en-US" sz="2800" i="1">
                <a:solidFill>
                  <a:schemeClr val="folHlink"/>
                </a:solidFill>
                <a:latin typeface="Algerian" panose="04020705040A02060702" pitchFamily="82" charset="0"/>
              </a:rPr>
              <a:t> 1</a:t>
            </a:r>
            <a:endParaRPr lang="en-US" altLang="en-US" sz="1400" i="1">
              <a:solidFill>
                <a:schemeClr val="folHlink"/>
              </a:solidFill>
              <a:latin typeface="Algerian" panose="04020705040A02060702" pitchFamily="82" charset="0"/>
            </a:endParaRPr>
          </a:p>
        </p:txBody>
      </p:sp>
      <p:sp>
        <p:nvSpPr>
          <p:cNvPr id="514051" name="Rectangle 3">
            <a:extLst>
              <a:ext uri="{FF2B5EF4-FFF2-40B4-BE49-F238E27FC236}">
                <a16:creationId xmlns:a16="http://schemas.microsoft.com/office/drawing/2014/main" id="{58DDEDEE-422C-4EEB-ADC3-3F29F0A2FF33}"/>
              </a:ext>
            </a:extLst>
          </p:cNvPr>
          <p:cNvSpPr>
            <a:spLocks noChangeArrowheads="1"/>
          </p:cNvSpPr>
          <p:nvPr/>
        </p:nvSpPr>
        <p:spPr bwMode="auto">
          <a:xfrm>
            <a:off x="1981200" y="152400"/>
            <a:ext cx="609600" cy="10668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514052" name="Rectangle 4">
            <a:extLst>
              <a:ext uri="{FF2B5EF4-FFF2-40B4-BE49-F238E27FC236}">
                <a16:creationId xmlns:a16="http://schemas.microsoft.com/office/drawing/2014/main" id="{1FB27660-98E6-47EF-ACE5-2AED781D11F9}"/>
              </a:ext>
            </a:extLst>
          </p:cNvPr>
          <p:cNvSpPr>
            <a:spLocks noChangeArrowheads="1"/>
          </p:cNvSpPr>
          <p:nvPr/>
        </p:nvSpPr>
        <p:spPr bwMode="auto">
          <a:xfrm>
            <a:off x="2133600" y="3352800"/>
            <a:ext cx="8153400" cy="1066800"/>
          </a:xfrm>
          <a:prstGeom prst="rect">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400" i="1">
                <a:solidFill>
                  <a:schemeClr val="hlink"/>
                </a:solidFill>
                <a:latin typeface="Times New Roman" panose="02020603050405020304" pitchFamily="18" charset="0"/>
              </a:rPr>
              <a:t>$ telnet mail.adelphia.net 25</a:t>
            </a:r>
            <a:br>
              <a:rPr lang="en-US" altLang="en-US" sz="2400" i="1">
                <a:solidFill>
                  <a:schemeClr val="hlink"/>
                </a:solidFill>
                <a:latin typeface="Times New Roman" panose="02020603050405020304" pitchFamily="18" charset="0"/>
              </a:rPr>
            </a:br>
            <a:r>
              <a:rPr lang="en-US" altLang="en-US" sz="2000" i="1">
                <a:latin typeface="Times New Roman" panose="02020603050405020304" pitchFamily="18" charset="0"/>
              </a:rPr>
              <a:t>Trying 68.168.78.100...</a:t>
            </a:r>
            <a:br>
              <a:rPr lang="en-US" altLang="en-US" sz="2000" i="1">
                <a:latin typeface="Times New Roman" panose="02020603050405020304" pitchFamily="18" charset="0"/>
              </a:rPr>
            </a:br>
            <a:r>
              <a:rPr lang="en-US" altLang="en-US" sz="2000" i="1">
                <a:latin typeface="Times New Roman" panose="02020603050405020304" pitchFamily="18" charset="0"/>
              </a:rPr>
              <a:t>Connected to mail.adelphia.net (68.168.78.100).</a:t>
            </a:r>
          </a:p>
        </p:txBody>
      </p:sp>
      <p:sp>
        <p:nvSpPr>
          <p:cNvPr id="514053" name="Rectangle 5">
            <a:extLst>
              <a:ext uri="{FF2B5EF4-FFF2-40B4-BE49-F238E27FC236}">
                <a16:creationId xmlns:a16="http://schemas.microsoft.com/office/drawing/2014/main" id="{F814FEDF-DE01-417E-ACF8-E8805EDEBD17}"/>
              </a:ext>
            </a:extLst>
          </p:cNvPr>
          <p:cNvSpPr>
            <a:spLocks noChangeArrowheads="1"/>
          </p:cNvSpPr>
          <p:nvPr/>
        </p:nvSpPr>
        <p:spPr bwMode="auto">
          <a:xfrm>
            <a:off x="2057400" y="1371601"/>
            <a:ext cx="8153400" cy="192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pPr>
            <a:r>
              <a:rPr lang="en-US" altLang="en-US" sz="2000" i="1">
                <a:latin typeface="Times New Roman" panose="02020603050405020304" pitchFamily="18" charset="0"/>
              </a:rPr>
              <a:t>Let us see how we can directly use SMTP to send an email and simulate the commands and responses we described in this section. We use TELNET to log into port 25 (the well-known port for SMTP). We then use the commands directly to send an email. In this example, forouzanb@adelphia.net is sending an email to himself. The first few lines show TELNET trying to connect to the adelphia mail server.</a:t>
            </a:r>
          </a:p>
        </p:txBody>
      </p:sp>
      <p:sp>
        <p:nvSpPr>
          <p:cNvPr id="514055" name="Rectangle 7">
            <a:extLst>
              <a:ext uri="{FF2B5EF4-FFF2-40B4-BE49-F238E27FC236}">
                <a16:creationId xmlns:a16="http://schemas.microsoft.com/office/drawing/2014/main" id="{3CDCEAC6-DFBE-4172-8CD1-34827A64A9B3}"/>
              </a:ext>
            </a:extLst>
          </p:cNvPr>
          <p:cNvSpPr>
            <a:spLocks noChangeArrowheads="1"/>
          </p:cNvSpPr>
          <p:nvPr/>
        </p:nvSpPr>
        <p:spPr bwMode="auto">
          <a:xfrm>
            <a:off x="2057400" y="4632326"/>
            <a:ext cx="8153400" cy="161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pPr>
            <a:r>
              <a:rPr lang="en-US" altLang="en-US" sz="2000" i="1">
                <a:latin typeface="Times New Roman" panose="02020603050405020304" pitchFamily="18" charset="0"/>
              </a:rPr>
              <a:t>After connection, we can type the SMTP commands and then receive the responses as shown below. We have shown the commands in black and the responses in color. Note that we have added for clarification some comment lines, designated by the “=” sign. These lines are not part of the email procedure.</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1">
            <a:extLst>
              <a:ext uri="{FF2B5EF4-FFF2-40B4-BE49-F238E27FC236}">
                <a16:creationId xmlns:a16="http://schemas.microsoft.com/office/drawing/2014/main" id="{845AC0F7-BFDF-41B5-B5A4-E14B9C00E0CB}"/>
              </a:ext>
            </a:extLst>
          </p:cNvPr>
          <p:cNvSpPr>
            <a:spLocks noGrp="1"/>
          </p:cNvSpPr>
          <p:nvPr>
            <p:ph type="ftr" sz="quarter" idx="10"/>
          </p:nvPr>
        </p:nvSpPr>
        <p:spPr/>
        <p:txBody>
          <a:bodyPr/>
          <a:lstStyle/>
          <a:p>
            <a:r>
              <a:rPr lang="en-US" altLang="en-US"/>
              <a:t>TCP/IP Protocol Suite</a:t>
            </a:r>
          </a:p>
        </p:txBody>
      </p:sp>
      <p:sp>
        <p:nvSpPr>
          <p:cNvPr id="6" name="Slide Number Placeholder 2">
            <a:extLst>
              <a:ext uri="{FF2B5EF4-FFF2-40B4-BE49-F238E27FC236}">
                <a16:creationId xmlns:a16="http://schemas.microsoft.com/office/drawing/2014/main" id="{104F388E-23DB-4252-8B13-DFFC87DB9A06}"/>
              </a:ext>
            </a:extLst>
          </p:cNvPr>
          <p:cNvSpPr>
            <a:spLocks noGrp="1"/>
          </p:cNvSpPr>
          <p:nvPr>
            <p:ph type="sldNum" sz="quarter" idx="11"/>
          </p:nvPr>
        </p:nvSpPr>
        <p:spPr/>
        <p:txBody>
          <a:bodyPr/>
          <a:lstStyle/>
          <a:p>
            <a:fld id="{33555F40-EC36-40BE-B139-131F05FB6937}" type="slidenum">
              <a:rPr lang="en-US" altLang="en-US"/>
              <a:pPr/>
              <a:t>38</a:t>
            </a:fld>
            <a:endParaRPr lang="en-US" altLang="en-US"/>
          </a:p>
        </p:txBody>
      </p:sp>
      <p:sp>
        <p:nvSpPr>
          <p:cNvPr id="515074" name="Text Box 2">
            <a:extLst>
              <a:ext uri="{FF2B5EF4-FFF2-40B4-BE49-F238E27FC236}">
                <a16:creationId xmlns:a16="http://schemas.microsoft.com/office/drawing/2014/main" id="{3210E6C7-5890-46E3-92CA-8BD6A6F2B8BE}"/>
              </a:ext>
            </a:extLst>
          </p:cNvPr>
          <p:cNvSpPr txBox="1">
            <a:spLocks noChangeArrowheads="1"/>
          </p:cNvSpPr>
          <p:nvPr/>
        </p:nvSpPr>
        <p:spPr bwMode="auto">
          <a:xfrm>
            <a:off x="2667000" y="381001"/>
            <a:ext cx="6629400" cy="519113"/>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400" i="1">
                <a:solidFill>
                  <a:schemeClr val="folHlink"/>
                </a:solidFill>
                <a:latin typeface="Algerian" panose="04020705040A02060702" pitchFamily="82" charset="0"/>
              </a:rPr>
              <a:t>Example</a:t>
            </a:r>
            <a:r>
              <a:rPr lang="en-US" altLang="en-US" sz="2800" i="1">
                <a:solidFill>
                  <a:schemeClr val="folHlink"/>
                </a:solidFill>
                <a:latin typeface="Algerian" panose="04020705040A02060702" pitchFamily="82" charset="0"/>
              </a:rPr>
              <a:t> 1 </a:t>
            </a:r>
            <a:r>
              <a:rPr lang="en-US" altLang="en-US" sz="1400" i="1">
                <a:solidFill>
                  <a:schemeClr val="folHlink"/>
                </a:solidFill>
                <a:latin typeface="Algerian" panose="04020705040A02060702" pitchFamily="82" charset="0"/>
              </a:rPr>
              <a:t>(Continued)</a:t>
            </a:r>
          </a:p>
        </p:txBody>
      </p:sp>
      <p:sp>
        <p:nvSpPr>
          <p:cNvPr id="515075" name="Rectangle 3">
            <a:extLst>
              <a:ext uri="{FF2B5EF4-FFF2-40B4-BE49-F238E27FC236}">
                <a16:creationId xmlns:a16="http://schemas.microsoft.com/office/drawing/2014/main" id="{5882A1DD-B78D-4C1C-8F06-2DEDB98C18B6}"/>
              </a:ext>
            </a:extLst>
          </p:cNvPr>
          <p:cNvSpPr>
            <a:spLocks noChangeArrowheads="1"/>
          </p:cNvSpPr>
          <p:nvPr/>
        </p:nvSpPr>
        <p:spPr bwMode="auto">
          <a:xfrm>
            <a:off x="1981200" y="152400"/>
            <a:ext cx="609600" cy="10668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515076" name="Rectangle 4">
            <a:extLst>
              <a:ext uri="{FF2B5EF4-FFF2-40B4-BE49-F238E27FC236}">
                <a16:creationId xmlns:a16="http://schemas.microsoft.com/office/drawing/2014/main" id="{960DC06C-101C-4307-ACBB-0929A2A03E22}"/>
              </a:ext>
            </a:extLst>
          </p:cNvPr>
          <p:cNvSpPr>
            <a:spLocks noChangeArrowheads="1"/>
          </p:cNvSpPr>
          <p:nvPr/>
        </p:nvSpPr>
        <p:spPr bwMode="auto">
          <a:xfrm>
            <a:off x="2133600" y="1279525"/>
            <a:ext cx="8153400" cy="6247864"/>
          </a:xfrm>
          <a:prstGeom prst="rect">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i="1">
                <a:solidFill>
                  <a:schemeClr val="hlink"/>
                </a:solidFill>
                <a:latin typeface="Times New Roman" panose="02020603050405020304" pitchFamily="18" charset="0"/>
              </a:rPr>
              <a:t>================== Connection Establishment ================</a:t>
            </a:r>
            <a:br>
              <a:rPr lang="en-US" altLang="en-US" sz="2000" i="1">
                <a:latin typeface="Times New Roman" panose="02020603050405020304" pitchFamily="18" charset="0"/>
              </a:rPr>
            </a:br>
            <a:r>
              <a:rPr lang="en-US" altLang="en-US" sz="2000" i="1">
                <a:latin typeface="Times New Roman" panose="02020603050405020304" pitchFamily="18" charset="0"/>
              </a:rPr>
              <a:t>	</a:t>
            </a:r>
            <a:r>
              <a:rPr lang="en-US" altLang="en-US" sz="2000" i="1">
                <a:solidFill>
                  <a:schemeClr val="folHlink"/>
                </a:solidFill>
                <a:latin typeface="Times New Roman" panose="02020603050405020304" pitchFamily="18" charset="0"/>
              </a:rPr>
              <a:t>220 mta13.adelphia.net SMTP server ready Fri, 6 Aug 2004 . . .</a:t>
            </a:r>
            <a:br>
              <a:rPr lang="en-US" altLang="en-US" sz="2000" i="1">
                <a:latin typeface="Times New Roman" panose="02020603050405020304" pitchFamily="18" charset="0"/>
              </a:rPr>
            </a:br>
            <a:r>
              <a:rPr lang="en-US" altLang="en-US" sz="2000" i="1">
                <a:latin typeface="Times New Roman" panose="02020603050405020304" pitchFamily="18" charset="0"/>
              </a:rPr>
              <a:t>HELO mail.adelphia.net</a:t>
            </a:r>
            <a:br>
              <a:rPr lang="en-US" altLang="en-US" sz="2000" i="1">
                <a:latin typeface="Times New Roman" panose="02020603050405020304" pitchFamily="18" charset="0"/>
              </a:rPr>
            </a:br>
            <a:r>
              <a:rPr lang="en-US" altLang="en-US" sz="2000" i="1">
                <a:latin typeface="Times New Roman" panose="02020603050405020304" pitchFamily="18" charset="0"/>
              </a:rPr>
              <a:t>	</a:t>
            </a:r>
            <a:r>
              <a:rPr lang="en-US" altLang="en-US" sz="2000" i="1">
                <a:solidFill>
                  <a:schemeClr val="folHlink"/>
                </a:solidFill>
                <a:latin typeface="Times New Roman" panose="02020603050405020304" pitchFamily="18" charset="0"/>
              </a:rPr>
              <a:t>250 mta13.adelphia.net</a:t>
            </a:r>
            <a:br>
              <a:rPr lang="en-US" altLang="en-US" sz="2000" i="1">
                <a:latin typeface="Times New Roman" panose="02020603050405020304" pitchFamily="18" charset="0"/>
              </a:rPr>
            </a:br>
            <a:r>
              <a:rPr lang="en-US" altLang="en-US" sz="2000" i="1">
                <a:solidFill>
                  <a:schemeClr val="hlink"/>
                </a:solidFill>
                <a:latin typeface="Times New Roman" panose="02020603050405020304" pitchFamily="18" charset="0"/>
              </a:rPr>
              <a:t>===================== Envelope ===================</a:t>
            </a:r>
            <a:br>
              <a:rPr lang="en-US" altLang="en-US" sz="2000" i="1">
                <a:latin typeface="Times New Roman" panose="02020603050405020304" pitchFamily="18" charset="0"/>
              </a:rPr>
            </a:br>
            <a:r>
              <a:rPr lang="en-US" altLang="en-US" sz="2000" i="1">
                <a:latin typeface="Times New Roman" panose="02020603050405020304" pitchFamily="18" charset="0"/>
              </a:rPr>
              <a:t>MAIL FROM: forouzanb@adelphia.net</a:t>
            </a:r>
            <a:br>
              <a:rPr lang="en-US" altLang="en-US" sz="2000" i="1">
                <a:latin typeface="Times New Roman" panose="02020603050405020304" pitchFamily="18" charset="0"/>
              </a:rPr>
            </a:br>
            <a:r>
              <a:rPr lang="en-US" altLang="en-US" sz="2000" i="1">
                <a:latin typeface="Times New Roman" panose="02020603050405020304" pitchFamily="18" charset="0"/>
              </a:rPr>
              <a:t>	</a:t>
            </a:r>
            <a:r>
              <a:rPr lang="en-US" altLang="en-US" sz="2000" i="1">
                <a:solidFill>
                  <a:schemeClr val="folHlink"/>
                </a:solidFill>
                <a:latin typeface="Times New Roman" panose="02020603050405020304" pitchFamily="18" charset="0"/>
              </a:rPr>
              <a:t>250 Sender &lt;forouzanb@adelphia.net&gt; Ok</a:t>
            </a:r>
            <a:br>
              <a:rPr lang="en-US" altLang="en-US" sz="2000" i="1">
                <a:latin typeface="Times New Roman" panose="02020603050405020304" pitchFamily="18" charset="0"/>
              </a:rPr>
            </a:br>
            <a:r>
              <a:rPr lang="en-US" altLang="en-US" sz="2000" i="1">
                <a:latin typeface="Times New Roman" panose="02020603050405020304" pitchFamily="18" charset="0"/>
              </a:rPr>
              <a:t>RCPT TO: forouzanb@adelphia.net</a:t>
            </a:r>
            <a:br>
              <a:rPr lang="en-US" altLang="en-US" sz="2000" i="1">
                <a:latin typeface="Times New Roman" panose="02020603050405020304" pitchFamily="18" charset="0"/>
              </a:rPr>
            </a:br>
            <a:r>
              <a:rPr lang="en-US" altLang="en-US" sz="2000" i="1">
                <a:latin typeface="Times New Roman" panose="02020603050405020304" pitchFamily="18" charset="0"/>
              </a:rPr>
              <a:t>	</a:t>
            </a:r>
            <a:r>
              <a:rPr lang="en-US" altLang="en-US" sz="2000" i="1">
                <a:solidFill>
                  <a:schemeClr val="folHlink"/>
                </a:solidFill>
                <a:latin typeface="Times New Roman" panose="02020603050405020304" pitchFamily="18" charset="0"/>
              </a:rPr>
              <a:t>250 Recipient &lt;forouzanb@adelphia.net&gt; Ok</a:t>
            </a:r>
            <a:br>
              <a:rPr lang="en-US" altLang="en-US" sz="2000" i="1">
                <a:latin typeface="Times New Roman" panose="02020603050405020304" pitchFamily="18" charset="0"/>
              </a:rPr>
            </a:br>
            <a:r>
              <a:rPr lang="en-US" altLang="en-US" sz="2000" i="1">
                <a:solidFill>
                  <a:schemeClr val="hlink"/>
                </a:solidFill>
                <a:latin typeface="Times New Roman" panose="02020603050405020304" pitchFamily="18" charset="0"/>
              </a:rPr>
              <a:t>=================== Header and Body ==================</a:t>
            </a:r>
            <a:br>
              <a:rPr lang="en-US" altLang="en-US" sz="2000" i="1">
                <a:latin typeface="Times New Roman" panose="02020603050405020304" pitchFamily="18" charset="0"/>
              </a:rPr>
            </a:br>
            <a:r>
              <a:rPr lang="en-US" altLang="en-US" sz="2000" i="1">
                <a:latin typeface="Times New Roman" panose="02020603050405020304" pitchFamily="18" charset="0"/>
              </a:rPr>
              <a:t>DATA</a:t>
            </a:r>
            <a:br>
              <a:rPr lang="en-US" altLang="en-US" sz="2000" i="1">
                <a:latin typeface="Times New Roman" panose="02020603050405020304" pitchFamily="18" charset="0"/>
              </a:rPr>
            </a:br>
            <a:r>
              <a:rPr lang="en-US" altLang="en-US" sz="2000" i="1">
                <a:latin typeface="Times New Roman" panose="02020603050405020304" pitchFamily="18" charset="0"/>
              </a:rPr>
              <a:t>	</a:t>
            </a:r>
            <a:r>
              <a:rPr lang="en-US" altLang="en-US" sz="2000" i="1">
                <a:solidFill>
                  <a:schemeClr val="folHlink"/>
                </a:solidFill>
                <a:latin typeface="Times New Roman" panose="02020603050405020304" pitchFamily="18" charset="0"/>
              </a:rPr>
              <a:t>354 Ok Send data ending with &lt;CRLF&gt;.&lt;CRLF&gt;</a:t>
            </a:r>
            <a:br>
              <a:rPr lang="en-US" altLang="en-US" sz="2000" i="1">
                <a:solidFill>
                  <a:schemeClr val="folHlink"/>
                </a:solidFill>
                <a:latin typeface="Times New Roman" panose="02020603050405020304" pitchFamily="18" charset="0"/>
              </a:rPr>
            </a:br>
            <a:r>
              <a:rPr lang="en-US" altLang="en-US" sz="2000" i="1">
                <a:latin typeface="Times New Roman" panose="02020603050405020304" pitchFamily="18" charset="0"/>
              </a:rPr>
              <a:t>From: Forouzan</a:t>
            </a:r>
            <a:br>
              <a:rPr lang="en-US" altLang="en-US" sz="2000" i="1">
                <a:latin typeface="Times New Roman" panose="02020603050405020304" pitchFamily="18" charset="0"/>
              </a:rPr>
            </a:br>
            <a:r>
              <a:rPr lang="en-US" altLang="en-US" sz="2000" i="1">
                <a:latin typeface="Times New Roman" panose="02020603050405020304" pitchFamily="18" charset="0"/>
              </a:rPr>
              <a:t>TO: Forouzan</a:t>
            </a:r>
            <a:br>
              <a:rPr lang="en-US" altLang="en-US" sz="2000" i="1">
                <a:latin typeface="Times New Roman" panose="02020603050405020304" pitchFamily="18" charset="0"/>
              </a:rPr>
            </a:br>
            <a:br>
              <a:rPr lang="en-US" altLang="en-US" sz="2000" i="1">
                <a:latin typeface="Times New Roman" panose="02020603050405020304" pitchFamily="18" charset="0"/>
              </a:rPr>
            </a:br>
            <a:r>
              <a:rPr lang="en-US" altLang="en-US" sz="2000" i="1">
                <a:latin typeface="Times New Roman" panose="02020603050405020304" pitchFamily="18" charset="0"/>
              </a:rPr>
              <a:t>This is a test message</a:t>
            </a:r>
            <a:br>
              <a:rPr lang="en-US" altLang="en-US" sz="2000" i="1">
                <a:latin typeface="Times New Roman" panose="02020603050405020304" pitchFamily="18" charset="0"/>
              </a:rPr>
            </a:br>
            <a:r>
              <a:rPr lang="en-US" altLang="en-US" sz="2000" i="1">
                <a:latin typeface="Times New Roman" panose="02020603050405020304" pitchFamily="18" charset="0"/>
              </a:rPr>
              <a:t>to show SMTP in action.</a:t>
            </a:r>
            <a:br>
              <a:rPr lang="en-US" altLang="en-US" sz="2000" i="1">
                <a:latin typeface="Times New Roman" panose="02020603050405020304" pitchFamily="18" charset="0"/>
              </a:rPr>
            </a:br>
            <a:r>
              <a:rPr lang="en-US" altLang="en-US" sz="2000" i="1">
                <a:latin typeface="Times New Roman" panose="02020603050405020304" pitchFamily="18" charset="0"/>
              </a:rPr>
              <a:t>.</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1">
            <a:extLst>
              <a:ext uri="{FF2B5EF4-FFF2-40B4-BE49-F238E27FC236}">
                <a16:creationId xmlns:a16="http://schemas.microsoft.com/office/drawing/2014/main" id="{13590344-9DBF-486D-A985-599618E275F5}"/>
              </a:ext>
            </a:extLst>
          </p:cNvPr>
          <p:cNvSpPr>
            <a:spLocks noGrp="1"/>
          </p:cNvSpPr>
          <p:nvPr>
            <p:ph type="ftr" sz="quarter" idx="10"/>
          </p:nvPr>
        </p:nvSpPr>
        <p:spPr/>
        <p:txBody>
          <a:bodyPr/>
          <a:lstStyle/>
          <a:p>
            <a:r>
              <a:rPr lang="en-US" altLang="en-US"/>
              <a:t>TCP/IP Protocol Suite</a:t>
            </a:r>
          </a:p>
        </p:txBody>
      </p:sp>
      <p:sp>
        <p:nvSpPr>
          <p:cNvPr id="6" name="Slide Number Placeholder 2">
            <a:extLst>
              <a:ext uri="{FF2B5EF4-FFF2-40B4-BE49-F238E27FC236}">
                <a16:creationId xmlns:a16="http://schemas.microsoft.com/office/drawing/2014/main" id="{11040326-93BC-49A5-83D7-CA5C73BAE7AF}"/>
              </a:ext>
            </a:extLst>
          </p:cNvPr>
          <p:cNvSpPr>
            <a:spLocks noGrp="1"/>
          </p:cNvSpPr>
          <p:nvPr>
            <p:ph type="sldNum" sz="quarter" idx="11"/>
          </p:nvPr>
        </p:nvSpPr>
        <p:spPr/>
        <p:txBody>
          <a:bodyPr/>
          <a:lstStyle/>
          <a:p>
            <a:fld id="{FEA34BE9-F02A-4C36-93EA-AC9E688E6082}" type="slidenum">
              <a:rPr lang="en-US" altLang="en-US"/>
              <a:pPr/>
              <a:t>39</a:t>
            </a:fld>
            <a:endParaRPr lang="en-US" altLang="en-US"/>
          </a:p>
        </p:txBody>
      </p:sp>
      <p:sp>
        <p:nvSpPr>
          <p:cNvPr id="516098" name="Text Box 2">
            <a:extLst>
              <a:ext uri="{FF2B5EF4-FFF2-40B4-BE49-F238E27FC236}">
                <a16:creationId xmlns:a16="http://schemas.microsoft.com/office/drawing/2014/main" id="{B3C616AE-E8FC-4D4A-A98D-BA1D7A1F77D0}"/>
              </a:ext>
            </a:extLst>
          </p:cNvPr>
          <p:cNvSpPr txBox="1">
            <a:spLocks noChangeArrowheads="1"/>
          </p:cNvSpPr>
          <p:nvPr/>
        </p:nvSpPr>
        <p:spPr bwMode="auto">
          <a:xfrm>
            <a:off x="2667000" y="381001"/>
            <a:ext cx="6629400" cy="519113"/>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400" i="1">
                <a:solidFill>
                  <a:schemeClr val="folHlink"/>
                </a:solidFill>
                <a:latin typeface="Algerian" panose="04020705040A02060702" pitchFamily="82" charset="0"/>
              </a:rPr>
              <a:t>Example</a:t>
            </a:r>
            <a:r>
              <a:rPr lang="en-US" altLang="en-US" sz="2800" i="1">
                <a:solidFill>
                  <a:schemeClr val="folHlink"/>
                </a:solidFill>
                <a:latin typeface="Algerian" panose="04020705040A02060702" pitchFamily="82" charset="0"/>
              </a:rPr>
              <a:t> 1 </a:t>
            </a:r>
            <a:r>
              <a:rPr lang="en-US" altLang="en-US" sz="1400" i="1">
                <a:solidFill>
                  <a:schemeClr val="folHlink"/>
                </a:solidFill>
                <a:latin typeface="Algerian" panose="04020705040A02060702" pitchFamily="82" charset="0"/>
              </a:rPr>
              <a:t>(Continued)</a:t>
            </a:r>
          </a:p>
        </p:txBody>
      </p:sp>
      <p:sp>
        <p:nvSpPr>
          <p:cNvPr id="516099" name="Rectangle 3">
            <a:extLst>
              <a:ext uri="{FF2B5EF4-FFF2-40B4-BE49-F238E27FC236}">
                <a16:creationId xmlns:a16="http://schemas.microsoft.com/office/drawing/2014/main" id="{6EBF0ECF-3699-4B6E-9488-F27395161001}"/>
              </a:ext>
            </a:extLst>
          </p:cNvPr>
          <p:cNvSpPr>
            <a:spLocks noChangeArrowheads="1"/>
          </p:cNvSpPr>
          <p:nvPr/>
        </p:nvSpPr>
        <p:spPr bwMode="auto">
          <a:xfrm>
            <a:off x="1981200" y="152400"/>
            <a:ext cx="609600" cy="106680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516100" name="Rectangle 4">
            <a:extLst>
              <a:ext uri="{FF2B5EF4-FFF2-40B4-BE49-F238E27FC236}">
                <a16:creationId xmlns:a16="http://schemas.microsoft.com/office/drawing/2014/main" id="{A895BFAB-7DE6-4FBC-AC88-63492E5D1BF9}"/>
              </a:ext>
            </a:extLst>
          </p:cNvPr>
          <p:cNvSpPr>
            <a:spLocks noChangeArrowheads="1"/>
          </p:cNvSpPr>
          <p:nvPr/>
        </p:nvSpPr>
        <p:spPr bwMode="auto">
          <a:xfrm>
            <a:off x="2133600" y="1660526"/>
            <a:ext cx="8153400" cy="2225675"/>
          </a:xfrm>
          <a:prstGeom prst="rect">
            <a:avLst/>
          </a:prstGeom>
          <a:solidFill>
            <a:srgbClr val="DDDDD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i="1">
                <a:solidFill>
                  <a:schemeClr val="hlink"/>
                </a:solidFill>
                <a:latin typeface="Times New Roman" panose="02020603050405020304" pitchFamily="18" charset="0"/>
              </a:rPr>
              <a:t>============= Connection Termination===============</a:t>
            </a:r>
          </a:p>
          <a:p>
            <a:pPr>
              <a:spcBef>
                <a:spcPct val="50000"/>
              </a:spcBef>
            </a:pPr>
            <a:r>
              <a:rPr lang="en-US" altLang="en-US" sz="2000" i="1">
                <a:latin typeface="Times New Roman" panose="02020603050405020304" pitchFamily="18" charset="0"/>
              </a:rPr>
              <a:t>	</a:t>
            </a:r>
            <a:r>
              <a:rPr lang="en-US" altLang="en-US" sz="2000" i="1">
                <a:solidFill>
                  <a:schemeClr val="folHlink"/>
                </a:solidFill>
                <a:latin typeface="Times New Roman" panose="02020603050405020304" pitchFamily="18" charset="0"/>
              </a:rPr>
              <a:t>250 Message received: adelphia.net@mail.adelphia.net</a:t>
            </a:r>
          </a:p>
          <a:p>
            <a:pPr>
              <a:spcBef>
                <a:spcPct val="50000"/>
              </a:spcBef>
            </a:pPr>
            <a:r>
              <a:rPr lang="en-US" altLang="en-US" sz="2000" i="1">
                <a:latin typeface="Times New Roman" panose="02020603050405020304" pitchFamily="18" charset="0"/>
              </a:rPr>
              <a:t>QUIT</a:t>
            </a:r>
          </a:p>
          <a:p>
            <a:pPr>
              <a:spcBef>
                <a:spcPct val="50000"/>
              </a:spcBef>
            </a:pPr>
            <a:r>
              <a:rPr lang="en-US" altLang="en-US" sz="2000" i="1">
                <a:latin typeface="Times New Roman" panose="02020603050405020304" pitchFamily="18" charset="0"/>
              </a:rPr>
              <a:t>	</a:t>
            </a:r>
            <a:r>
              <a:rPr lang="en-US" altLang="en-US" sz="2000" i="1">
                <a:solidFill>
                  <a:schemeClr val="folHlink"/>
                </a:solidFill>
                <a:latin typeface="Times New Roman" panose="02020603050405020304" pitchFamily="18" charset="0"/>
              </a:rPr>
              <a:t>221 mta13.adelphia.net SMTP server closing connection</a:t>
            </a:r>
          </a:p>
          <a:p>
            <a:pPr>
              <a:spcBef>
                <a:spcPct val="50000"/>
              </a:spcBef>
            </a:pPr>
            <a:r>
              <a:rPr lang="en-US" altLang="en-US" sz="2000" i="1">
                <a:latin typeface="Times New Roman" panose="02020603050405020304" pitchFamily="18" charset="0"/>
              </a:rPr>
              <a:t>Connection closed by foreign host.</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 name="Footer Placeholder 1">
            <a:extLst>
              <a:ext uri="{FF2B5EF4-FFF2-40B4-BE49-F238E27FC236}">
                <a16:creationId xmlns:a16="http://schemas.microsoft.com/office/drawing/2014/main" id="{56D46B59-80B2-44E1-BAFF-721A0FD3CCC4}"/>
              </a:ext>
            </a:extLst>
          </p:cNvPr>
          <p:cNvSpPr>
            <a:spLocks noGrp="1"/>
          </p:cNvSpPr>
          <p:nvPr>
            <p:ph type="ftr" sz="quarter" idx="10"/>
          </p:nvPr>
        </p:nvSpPr>
        <p:spPr/>
        <p:txBody>
          <a:bodyPr/>
          <a:lstStyle/>
          <a:p>
            <a:r>
              <a:rPr lang="en-US" altLang="en-US"/>
              <a:t>TCP/IP Protocol Suite</a:t>
            </a:r>
          </a:p>
        </p:txBody>
      </p:sp>
      <p:sp>
        <p:nvSpPr>
          <p:cNvPr id="11" name="Slide Number Placeholder 2">
            <a:extLst>
              <a:ext uri="{FF2B5EF4-FFF2-40B4-BE49-F238E27FC236}">
                <a16:creationId xmlns:a16="http://schemas.microsoft.com/office/drawing/2014/main" id="{62EA8186-DB88-48DD-B6E4-EC2829D75E6F}"/>
              </a:ext>
            </a:extLst>
          </p:cNvPr>
          <p:cNvSpPr>
            <a:spLocks noGrp="1"/>
          </p:cNvSpPr>
          <p:nvPr>
            <p:ph type="sldNum" sz="quarter" idx="11"/>
          </p:nvPr>
        </p:nvSpPr>
        <p:spPr/>
        <p:txBody>
          <a:bodyPr/>
          <a:lstStyle/>
          <a:p>
            <a:fld id="{527F3B17-8B2A-44A0-A7D0-288C8F818CA2}" type="slidenum">
              <a:rPr lang="en-US" altLang="en-US"/>
              <a:pPr/>
              <a:t>40</a:t>
            </a:fld>
            <a:endParaRPr lang="en-US" altLang="en-US"/>
          </a:p>
        </p:txBody>
      </p:sp>
      <p:grpSp>
        <p:nvGrpSpPr>
          <p:cNvPr id="476162" name="Group 2">
            <a:extLst>
              <a:ext uri="{FF2B5EF4-FFF2-40B4-BE49-F238E27FC236}">
                <a16:creationId xmlns:a16="http://schemas.microsoft.com/office/drawing/2014/main" id="{C1EFBD40-46BA-448C-B70A-477E9D40089E}"/>
              </a:ext>
            </a:extLst>
          </p:cNvPr>
          <p:cNvGrpSpPr>
            <a:grpSpLocks/>
          </p:cNvGrpSpPr>
          <p:nvPr/>
        </p:nvGrpSpPr>
        <p:grpSpPr bwMode="auto">
          <a:xfrm>
            <a:off x="1524000" y="0"/>
            <a:ext cx="8686800" cy="6400800"/>
            <a:chOff x="0" y="96"/>
            <a:chExt cx="5472" cy="3840"/>
          </a:xfrm>
        </p:grpSpPr>
        <p:sp>
          <p:nvSpPr>
            <p:cNvPr id="476163" name="AutoShape 3">
              <a:extLst>
                <a:ext uri="{FF2B5EF4-FFF2-40B4-BE49-F238E27FC236}">
                  <a16:creationId xmlns:a16="http://schemas.microsoft.com/office/drawing/2014/main" id="{68C03A43-55BF-4AF9-9EFB-90CCED387F72}"/>
                </a:ext>
              </a:extLst>
            </p:cNvPr>
            <p:cNvSpPr>
              <a:spLocks noChangeArrowheads="1"/>
            </p:cNvSpPr>
            <p:nvPr/>
          </p:nvSpPr>
          <p:spPr bwMode="auto">
            <a:xfrm>
              <a:off x="240" y="336"/>
              <a:ext cx="5232" cy="3600"/>
            </a:xfrm>
            <a:prstGeom prst="roundRect">
              <a:avLst>
                <a:gd name="adj" fmla="val 13727"/>
              </a:avLst>
            </a:prstGeom>
            <a:noFill/>
            <a:ln w="50800">
              <a:solidFill>
                <a:schemeClr val="bg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lang="en-US" altLang="en-US" sz="2400">
                <a:latin typeface="Times New Roman" panose="02020603050405020304" pitchFamily="18" charset="0"/>
              </a:endParaRPr>
            </a:p>
          </p:txBody>
        </p:sp>
        <p:sp>
          <p:nvSpPr>
            <p:cNvPr id="476164" name="AutoShape 4">
              <a:extLst>
                <a:ext uri="{FF2B5EF4-FFF2-40B4-BE49-F238E27FC236}">
                  <a16:creationId xmlns:a16="http://schemas.microsoft.com/office/drawing/2014/main" id="{34BF0EBA-F2F4-4947-A02B-2C448BED3A18}"/>
                </a:ext>
              </a:extLst>
            </p:cNvPr>
            <p:cNvSpPr>
              <a:spLocks noChangeArrowheads="1"/>
            </p:cNvSpPr>
            <p:nvPr/>
          </p:nvSpPr>
          <p:spPr bwMode="blackWhite">
            <a:xfrm>
              <a:off x="0" y="96"/>
              <a:ext cx="5376" cy="768"/>
            </a:xfrm>
            <a:custGeom>
              <a:avLst/>
              <a:gdLst>
                <a:gd name="G0" fmla="+- 1000 0 0"/>
                <a:gd name="G1" fmla="+- 1000 0 0"/>
                <a:gd name="G2" fmla="+- G0 0 G1"/>
                <a:gd name="G3" fmla="*/ G1 1 2"/>
                <a:gd name="G4" fmla="+- G0 0 G3"/>
                <a:gd name="T0" fmla="*/ 0 w 1000"/>
                <a:gd name="T1" fmla="*/ 0 h 1000"/>
                <a:gd name="T2" fmla="*/ 6170 w 1000"/>
                <a:gd name="T3" fmla="*/ 0 h 1000"/>
                <a:gd name="T4" fmla="*/ 6670 w 1000"/>
                <a:gd name="T5" fmla="*/ 500 h 1000"/>
                <a:gd name="T6" fmla="*/ 6170 w 1000"/>
                <a:gd name="T7" fmla="*/ 999 h 1000"/>
                <a:gd name="T8" fmla="*/ 0 w 1000"/>
                <a:gd name="T9" fmla="*/ 1000 h 1000"/>
                <a:gd name="T10" fmla="*/ 0 w 1000"/>
                <a:gd name="T11" fmla="*/ 0 h 1000"/>
                <a:gd name="T12" fmla="*/ G4 w 1000"/>
                <a:gd name="T13" fmla="*/ G1 h 1000"/>
              </a:gdLst>
              <a:ahLst/>
              <a:cxnLst>
                <a:cxn ang="0">
                  <a:pos x="T0" y="T1"/>
                </a:cxn>
                <a:cxn ang="0">
                  <a:pos x="T2" y="T3"/>
                </a:cxn>
                <a:cxn ang="0">
                  <a:pos x="T4" y="T5"/>
                </a:cxn>
                <a:cxn ang="0">
                  <a:pos x="T6" y="T7"/>
                </a:cxn>
                <a:cxn ang="0">
                  <a:pos x="T8" y="T9"/>
                </a:cxn>
              </a:cxnLst>
              <a:rect l="T10" t="T11" r="T12" b="T13"/>
              <a:pathLst>
                <a:path w="7000" h="1000">
                  <a:moveTo>
                    <a:pt x="0" y="0"/>
                  </a:moveTo>
                  <a:lnTo>
                    <a:pt x="6170" y="0"/>
                  </a:lnTo>
                  <a:cubicBezTo>
                    <a:pt x="6446" y="0"/>
                    <a:pt x="6670" y="223"/>
                    <a:pt x="6670" y="500"/>
                  </a:cubicBezTo>
                  <a:cubicBezTo>
                    <a:pt x="6670" y="776"/>
                    <a:pt x="6446" y="999"/>
                    <a:pt x="6170" y="999"/>
                  </a:cubicBezTo>
                  <a:lnTo>
                    <a:pt x="0" y="1000"/>
                  </a:lnTo>
                  <a:close/>
                </a:path>
              </a:pathLst>
            </a:cu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z="2400">
                <a:latin typeface="Times New Roman" panose="02020603050405020304" pitchFamily="18" charset="0"/>
              </a:endParaRPr>
            </a:p>
          </p:txBody>
        </p:sp>
        <p:sp>
          <p:nvSpPr>
            <p:cNvPr id="476165" name="Line 5">
              <a:extLst>
                <a:ext uri="{FF2B5EF4-FFF2-40B4-BE49-F238E27FC236}">
                  <a16:creationId xmlns:a16="http://schemas.microsoft.com/office/drawing/2014/main" id="{C4CEEFCB-AFBF-43C6-9A58-CEF46748974F}"/>
                </a:ext>
              </a:extLst>
            </p:cNvPr>
            <p:cNvSpPr>
              <a:spLocks noChangeShapeType="1"/>
            </p:cNvSpPr>
            <p:nvPr/>
          </p:nvSpPr>
          <p:spPr bwMode="auto">
            <a:xfrm>
              <a:off x="0" y="768"/>
              <a:ext cx="5088" cy="0"/>
            </a:xfrm>
            <a:prstGeom prst="line">
              <a:avLst/>
            </a:prstGeom>
            <a:noFill/>
            <a:ln w="381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sp>
        <p:nvSpPr>
          <p:cNvPr id="476166" name="Text Box 6">
            <a:extLst>
              <a:ext uri="{FF2B5EF4-FFF2-40B4-BE49-F238E27FC236}">
                <a16:creationId xmlns:a16="http://schemas.microsoft.com/office/drawing/2014/main" id="{9386E0A5-8A81-49B3-BF47-A5D5F562F060}"/>
              </a:ext>
            </a:extLst>
          </p:cNvPr>
          <p:cNvSpPr txBox="1">
            <a:spLocks noChangeArrowheads="1"/>
          </p:cNvSpPr>
          <p:nvPr/>
        </p:nvSpPr>
        <p:spPr bwMode="auto">
          <a:xfrm>
            <a:off x="1752600" y="1"/>
            <a:ext cx="7651750"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600">
                <a:solidFill>
                  <a:schemeClr val="bg1"/>
                </a:solidFill>
                <a:latin typeface="Arial" panose="020B0604020202020204" pitchFamily="34" charset="0"/>
              </a:rPr>
              <a:t>20.4   MESSAGE ACCESS AGENT:</a:t>
            </a:r>
            <a:br>
              <a:rPr lang="en-US" altLang="en-US" sz="3600">
                <a:solidFill>
                  <a:schemeClr val="bg1"/>
                </a:solidFill>
                <a:latin typeface="Arial" panose="020B0604020202020204" pitchFamily="34" charset="0"/>
              </a:rPr>
            </a:br>
            <a:r>
              <a:rPr lang="en-US" altLang="en-US" sz="3600">
                <a:solidFill>
                  <a:schemeClr val="bg1"/>
                </a:solidFill>
                <a:latin typeface="Arial" panose="020B0604020202020204" pitchFamily="34" charset="0"/>
              </a:rPr>
              <a:t>          POP AND IMAP</a:t>
            </a:r>
          </a:p>
        </p:txBody>
      </p:sp>
      <p:sp>
        <p:nvSpPr>
          <p:cNvPr id="476167" name="Rectangle 7">
            <a:extLst>
              <a:ext uri="{FF2B5EF4-FFF2-40B4-BE49-F238E27FC236}">
                <a16:creationId xmlns:a16="http://schemas.microsoft.com/office/drawing/2014/main" id="{AF43B753-D236-48B9-B7A0-847AC00961EE}"/>
              </a:ext>
            </a:extLst>
          </p:cNvPr>
          <p:cNvSpPr>
            <a:spLocks noChangeArrowheads="1"/>
          </p:cNvSpPr>
          <p:nvPr/>
        </p:nvSpPr>
        <p:spPr bwMode="auto">
          <a:xfrm>
            <a:off x="2057400" y="1371601"/>
            <a:ext cx="7848600" cy="131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r>
              <a:rPr lang="en-US" altLang="en-US" sz="2000" i="1">
                <a:effectLst>
                  <a:outerShdw blurRad="38100" dist="38100" dir="2700000" algn="tl">
                    <a:srgbClr val="C0C0C0"/>
                  </a:outerShdw>
                </a:effectLst>
                <a:latin typeface="Times New Roman" panose="02020603050405020304" pitchFamily="18" charset="0"/>
              </a:rPr>
              <a:t>The third stage of mail delivery uses a message access agent; the client must pull messages from the server. Currently two message access protocols are available: Post Office Protocol, version 3 (POP3) and Internet Mail Access Protocol, version 4.</a:t>
            </a:r>
          </a:p>
        </p:txBody>
      </p:sp>
      <p:sp>
        <p:nvSpPr>
          <p:cNvPr id="476168" name="Rectangle 8">
            <a:extLst>
              <a:ext uri="{FF2B5EF4-FFF2-40B4-BE49-F238E27FC236}">
                <a16:creationId xmlns:a16="http://schemas.microsoft.com/office/drawing/2014/main" id="{EDF3880E-B970-4A13-B761-FF17CB8A6211}"/>
              </a:ext>
            </a:extLst>
          </p:cNvPr>
          <p:cNvSpPr>
            <a:spLocks noChangeArrowheads="1"/>
          </p:cNvSpPr>
          <p:nvPr/>
        </p:nvSpPr>
        <p:spPr bwMode="auto">
          <a:xfrm>
            <a:off x="2209800" y="3870326"/>
            <a:ext cx="7848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000" i="1">
                <a:solidFill>
                  <a:schemeClr val="hlink"/>
                </a:solidFill>
                <a:effectLst>
                  <a:outerShdw blurRad="38100" dist="38100" dir="2700000" algn="tl">
                    <a:srgbClr val="C0C0C0"/>
                  </a:outerShdw>
                </a:effectLst>
                <a:latin typeface="Times New Roman" panose="02020603050405020304" pitchFamily="18" charset="0"/>
              </a:rPr>
              <a:t>The topics discussed in this section include:</a:t>
            </a:r>
          </a:p>
        </p:txBody>
      </p:sp>
      <p:sp>
        <p:nvSpPr>
          <p:cNvPr id="476169" name="Rectangle 9">
            <a:extLst>
              <a:ext uri="{FF2B5EF4-FFF2-40B4-BE49-F238E27FC236}">
                <a16:creationId xmlns:a16="http://schemas.microsoft.com/office/drawing/2014/main" id="{C72AF10D-244F-4C43-843C-53928A5BEBDF}"/>
              </a:ext>
            </a:extLst>
          </p:cNvPr>
          <p:cNvSpPr>
            <a:spLocks noChangeArrowheads="1"/>
          </p:cNvSpPr>
          <p:nvPr/>
        </p:nvSpPr>
        <p:spPr bwMode="auto">
          <a:xfrm>
            <a:off x="2209800" y="4403726"/>
            <a:ext cx="7315200" cy="701675"/>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76200">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000" i="1">
                <a:effectLst>
                  <a:outerShdw blurRad="38100" dist="38100" dir="2700000" algn="tl">
                    <a:srgbClr val="C0C0C0"/>
                  </a:outerShdw>
                </a:effectLst>
                <a:latin typeface="Times New Roman" panose="02020603050405020304" pitchFamily="18" charset="0"/>
              </a:rPr>
              <a:t>POP3 </a:t>
            </a:r>
          </a:p>
          <a:p>
            <a:r>
              <a:rPr lang="en-US" altLang="en-US" sz="2000" i="1">
                <a:effectLst>
                  <a:outerShdw blurRad="38100" dist="38100" dir="2700000" algn="tl">
                    <a:srgbClr val="C0C0C0"/>
                  </a:outerShdw>
                </a:effectLst>
                <a:latin typeface="Times New Roman" panose="02020603050405020304" pitchFamily="18" charset="0"/>
              </a:rPr>
              <a:t>IMAP4 </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ooter Placeholder 1">
            <a:extLst>
              <a:ext uri="{FF2B5EF4-FFF2-40B4-BE49-F238E27FC236}">
                <a16:creationId xmlns:a16="http://schemas.microsoft.com/office/drawing/2014/main" id="{DD9299F4-0035-4E6F-B16C-8DD35900BFE1}"/>
              </a:ext>
            </a:extLst>
          </p:cNvPr>
          <p:cNvSpPr>
            <a:spLocks noGrp="1"/>
          </p:cNvSpPr>
          <p:nvPr>
            <p:ph type="ftr" sz="quarter" idx="10"/>
          </p:nvPr>
        </p:nvSpPr>
        <p:spPr/>
        <p:txBody>
          <a:bodyPr/>
          <a:lstStyle/>
          <a:p>
            <a:r>
              <a:rPr lang="en-US" altLang="en-US"/>
              <a:t>TCP/IP Protocol Suite</a:t>
            </a:r>
          </a:p>
        </p:txBody>
      </p:sp>
      <p:sp>
        <p:nvSpPr>
          <p:cNvPr id="12" name="Slide Number Placeholder 2">
            <a:extLst>
              <a:ext uri="{FF2B5EF4-FFF2-40B4-BE49-F238E27FC236}">
                <a16:creationId xmlns:a16="http://schemas.microsoft.com/office/drawing/2014/main" id="{CD90A063-0903-4001-9ECA-5BD148784F47}"/>
              </a:ext>
            </a:extLst>
          </p:cNvPr>
          <p:cNvSpPr>
            <a:spLocks noGrp="1"/>
          </p:cNvSpPr>
          <p:nvPr>
            <p:ph type="sldNum" sz="quarter" idx="11"/>
          </p:nvPr>
        </p:nvSpPr>
        <p:spPr/>
        <p:txBody>
          <a:bodyPr/>
          <a:lstStyle/>
          <a:p>
            <a:fld id="{9E30E2C4-5634-49D5-AA9F-F0FAB343F4FD}" type="slidenum">
              <a:rPr lang="en-US" altLang="en-US"/>
              <a:pPr/>
              <a:t>41</a:t>
            </a:fld>
            <a:endParaRPr lang="en-US" altLang="en-US"/>
          </a:p>
        </p:txBody>
      </p:sp>
      <p:sp>
        <p:nvSpPr>
          <p:cNvPr id="496642" name="Text Box 2">
            <a:extLst>
              <a:ext uri="{FF2B5EF4-FFF2-40B4-BE49-F238E27FC236}">
                <a16:creationId xmlns:a16="http://schemas.microsoft.com/office/drawing/2014/main" id="{EFAE3F87-59E4-4921-BEFC-4E321B844E3D}"/>
              </a:ext>
            </a:extLst>
          </p:cNvPr>
          <p:cNvSpPr txBox="1">
            <a:spLocks noChangeArrowheads="1"/>
          </p:cNvSpPr>
          <p:nvPr/>
        </p:nvSpPr>
        <p:spPr bwMode="auto">
          <a:xfrm>
            <a:off x="2514600" y="90488"/>
            <a:ext cx="57150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solidFill>
                  <a:srgbClr val="0000FF"/>
                </a:solidFill>
                <a:latin typeface="Times New Roman" panose="02020603050405020304" pitchFamily="18" charset="0"/>
              </a:rPr>
              <a:t>Figure 20.19</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POP3 and IMAP4</a:t>
            </a:r>
          </a:p>
        </p:txBody>
      </p:sp>
      <p:sp>
        <p:nvSpPr>
          <p:cNvPr id="496643" name="Rectangle 3">
            <a:extLst>
              <a:ext uri="{FF2B5EF4-FFF2-40B4-BE49-F238E27FC236}">
                <a16:creationId xmlns:a16="http://schemas.microsoft.com/office/drawing/2014/main" id="{D36457F0-FC62-4854-B612-00DCC3C4B3D6}"/>
              </a:ext>
            </a:extLst>
          </p:cNvPr>
          <p:cNvSpPr>
            <a:spLocks noChangeArrowheads="1"/>
          </p:cNvSpPr>
          <p:nvPr/>
        </p:nvSpPr>
        <p:spPr bwMode="ltGray">
          <a:xfrm>
            <a:off x="1890713" y="107951"/>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96644" name="Rectangle 4">
            <a:extLst>
              <a:ext uri="{FF2B5EF4-FFF2-40B4-BE49-F238E27FC236}">
                <a16:creationId xmlns:a16="http://schemas.microsoft.com/office/drawing/2014/main" id="{14CF1E29-8F68-4C3E-96D4-6244D8F28574}"/>
              </a:ext>
            </a:extLst>
          </p:cNvPr>
          <p:cNvSpPr>
            <a:spLocks noChangeArrowheads="1"/>
          </p:cNvSpPr>
          <p:nvPr/>
        </p:nvSpPr>
        <p:spPr bwMode="ltGray">
          <a:xfrm>
            <a:off x="2273301" y="107951"/>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96645" name="Rectangle 5">
            <a:extLst>
              <a:ext uri="{FF2B5EF4-FFF2-40B4-BE49-F238E27FC236}">
                <a16:creationId xmlns:a16="http://schemas.microsoft.com/office/drawing/2014/main" id="{51336BA6-377C-40E8-A43A-4B20BFF5FCDE}"/>
              </a:ext>
            </a:extLst>
          </p:cNvPr>
          <p:cNvSpPr>
            <a:spLocks noChangeArrowheads="1"/>
          </p:cNvSpPr>
          <p:nvPr/>
        </p:nvSpPr>
        <p:spPr bwMode="ltGray">
          <a:xfrm>
            <a:off x="2014539" y="530226"/>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96646" name="Rectangle 6">
            <a:extLst>
              <a:ext uri="{FF2B5EF4-FFF2-40B4-BE49-F238E27FC236}">
                <a16:creationId xmlns:a16="http://schemas.microsoft.com/office/drawing/2014/main" id="{98E26EB4-639C-46F3-A415-61C9F25F178B}"/>
              </a:ext>
            </a:extLst>
          </p:cNvPr>
          <p:cNvSpPr>
            <a:spLocks noChangeArrowheads="1"/>
          </p:cNvSpPr>
          <p:nvPr/>
        </p:nvSpPr>
        <p:spPr bwMode="ltGray">
          <a:xfrm>
            <a:off x="2384425" y="530226"/>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96647" name="Rectangle 7">
            <a:extLst>
              <a:ext uri="{FF2B5EF4-FFF2-40B4-BE49-F238E27FC236}">
                <a16:creationId xmlns:a16="http://schemas.microsoft.com/office/drawing/2014/main" id="{7786A0B7-2411-4209-B29B-0387F82A598A}"/>
              </a:ext>
            </a:extLst>
          </p:cNvPr>
          <p:cNvSpPr>
            <a:spLocks noChangeArrowheads="1"/>
          </p:cNvSpPr>
          <p:nvPr/>
        </p:nvSpPr>
        <p:spPr bwMode="ltGray">
          <a:xfrm>
            <a:off x="1600200" y="457201"/>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96648" name="Rectangle 8">
            <a:extLst>
              <a:ext uri="{FF2B5EF4-FFF2-40B4-BE49-F238E27FC236}">
                <a16:creationId xmlns:a16="http://schemas.microsoft.com/office/drawing/2014/main" id="{82805D0A-8479-4F19-9EA1-C0F3D68695F4}"/>
              </a:ext>
            </a:extLst>
          </p:cNvPr>
          <p:cNvSpPr>
            <a:spLocks noChangeArrowheads="1"/>
          </p:cNvSpPr>
          <p:nvPr/>
        </p:nvSpPr>
        <p:spPr bwMode="gray">
          <a:xfrm>
            <a:off x="2235200" y="1"/>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96649" name="Rectangle 9">
            <a:extLst>
              <a:ext uri="{FF2B5EF4-FFF2-40B4-BE49-F238E27FC236}">
                <a16:creationId xmlns:a16="http://schemas.microsoft.com/office/drawing/2014/main" id="{ADE70303-B180-4F62-AD87-CCB5E2497150}"/>
              </a:ext>
            </a:extLst>
          </p:cNvPr>
          <p:cNvSpPr>
            <a:spLocks noChangeArrowheads="1"/>
          </p:cNvSpPr>
          <p:nvPr/>
        </p:nvSpPr>
        <p:spPr bwMode="gray">
          <a:xfrm>
            <a:off x="1966914"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pic>
        <p:nvPicPr>
          <p:cNvPr id="496650" name="Picture 10">
            <a:extLst>
              <a:ext uri="{FF2B5EF4-FFF2-40B4-BE49-F238E27FC236}">
                <a16:creationId xmlns:a16="http://schemas.microsoft.com/office/drawing/2014/main" id="{B558D868-6C82-4FB1-A5D6-27D77E33271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7250" y="2136776"/>
            <a:ext cx="8007350" cy="312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ooter Placeholder 1">
            <a:extLst>
              <a:ext uri="{FF2B5EF4-FFF2-40B4-BE49-F238E27FC236}">
                <a16:creationId xmlns:a16="http://schemas.microsoft.com/office/drawing/2014/main" id="{B6C0F6E3-3421-45FB-AF5A-6E6E6A659DB5}"/>
              </a:ext>
            </a:extLst>
          </p:cNvPr>
          <p:cNvSpPr>
            <a:spLocks noGrp="1"/>
          </p:cNvSpPr>
          <p:nvPr>
            <p:ph type="ftr" sz="quarter" idx="10"/>
          </p:nvPr>
        </p:nvSpPr>
        <p:spPr/>
        <p:txBody>
          <a:bodyPr/>
          <a:lstStyle/>
          <a:p>
            <a:r>
              <a:rPr lang="en-US" altLang="en-US"/>
              <a:t>TCP/IP Protocol Suite</a:t>
            </a:r>
          </a:p>
        </p:txBody>
      </p:sp>
      <p:sp>
        <p:nvSpPr>
          <p:cNvPr id="12" name="Slide Number Placeholder 2">
            <a:extLst>
              <a:ext uri="{FF2B5EF4-FFF2-40B4-BE49-F238E27FC236}">
                <a16:creationId xmlns:a16="http://schemas.microsoft.com/office/drawing/2014/main" id="{2ED7B3DD-F84F-42E2-8815-F7BD2D5E5F36}"/>
              </a:ext>
            </a:extLst>
          </p:cNvPr>
          <p:cNvSpPr>
            <a:spLocks noGrp="1"/>
          </p:cNvSpPr>
          <p:nvPr>
            <p:ph type="sldNum" sz="quarter" idx="11"/>
          </p:nvPr>
        </p:nvSpPr>
        <p:spPr/>
        <p:txBody>
          <a:bodyPr/>
          <a:lstStyle/>
          <a:p>
            <a:fld id="{7FE250D7-9A97-482F-BC82-EE85632BF673}" type="slidenum">
              <a:rPr lang="en-US" altLang="en-US"/>
              <a:pPr/>
              <a:t>42</a:t>
            </a:fld>
            <a:endParaRPr lang="en-US" altLang="en-US"/>
          </a:p>
        </p:txBody>
      </p:sp>
      <p:sp>
        <p:nvSpPr>
          <p:cNvPr id="497666" name="Text Box 2">
            <a:extLst>
              <a:ext uri="{FF2B5EF4-FFF2-40B4-BE49-F238E27FC236}">
                <a16:creationId xmlns:a16="http://schemas.microsoft.com/office/drawing/2014/main" id="{89BA3E8F-8B65-4EA4-9888-8C1E267B4C6C}"/>
              </a:ext>
            </a:extLst>
          </p:cNvPr>
          <p:cNvSpPr txBox="1">
            <a:spLocks noChangeArrowheads="1"/>
          </p:cNvSpPr>
          <p:nvPr/>
        </p:nvSpPr>
        <p:spPr bwMode="auto">
          <a:xfrm>
            <a:off x="2514600" y="90488"/>
            <a:ext cx="57150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solidFill>
                  <a:srgbClr val="0000FF"/>
                </a:solidFill>
                <a:latin typeface="Times New Roman" panose="02020603050405020304" pitchFamily="18" charset="0"/>
              </a:rPr>
              <a:t>Figure 20.20</a:t>
            </a:r>
            <a:r>
              <a:rPr lang="en-US" altLang="en-US">
                <a:solidFill>
                  <a:schemeClr val="accent2"/>
                </a:solidFill>
                <a:latin typeface="Times New Roman" panose="02020603050405020304" pitchFamily="18" charset="0"/>
              </a:rPr>
              <a:t>    </a:t>
            </a:r>
            <a:r>
              <a:rPr lang="en-US" altLang="en-US" i="1">
                <a:latin typeface="Times New Roman" panose="02020603050405020304" pitchFamily="18" charset="0"/>
              </a:rPr>
              <a:t>POP3</a:t>
            </a:r>
          </a:p>
        </p:txBody>
      </p:sp>
      <p:sp>
        <p:nvSpPr>
          <p:cNvPr id="497667" name="Rectangle 3">
            <a:extLst>
              <a:ext uri="{FF2B5EF4-FFF2-40B4-BE49-F238E27FC236}">
                <a16:creationId xmlns:a16="http://schemas.microsoft.com/office/drawing/2014/main" id="{9266ADB5-DC86-4268-BA43-52D141ACD64B}"/>
              </a:ext>
            </a:extLst>
          </p:cNvPr>
          <p:cNvSpPr>
            <a:spLocks noChangeArrowheads="1"/>
          </p:cNvSpPr>
          <p:nvPr/>
        </p:nvSpPr>
        <p:spPr bwMode="ltGray">
          <a:xfrm>
            <a:off x="1890713" y="107951"/>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97668" name="Rectangle 4">
            <a:extLst>
              <a:ext uri="{FF2B5EF4-FFF2-40B4-BE49-F238E27FC236}">
                <a16:creationId xmlns:a16="http://schemas.microsoft.com/office/drawing/2014/main" id="{DE5DF319-F3D9-4A9C-B877-12956E482822}"/>
              </a:ext>
            </a:extLst>
          </p:cNvPr>
          <p:cNvSpPr>
            <a:spLocks noChangeArrowheads="1"/>
          </p:cNvSpPr>
          <p:nvPr/>
        </p:nvSpPr>
        <p:spPr bwMode="ltGray">
          <a:xfrm>
            <a:off x="2273301" y="107951"/>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97669" name="Rectangle 5">
            <a:extLst>
              <a:ext uri="{FF2B5EF4-FFF2-40B4-BE49-F238E27FC236}">
                <a16:creationId xmlns:a16="http://schemas.microsoft.com/office/drawing/2014/main" id="{99243CDD-F492-44DF-8F02-C586C87BFA8A}"/>
              </a:ext>
            </a:extLst>
          </p:cNvPr>
          <p:cNvSpPr>
            <a:spLocks noChangeArrowheads="1"/>
          </p:cNvSpPr>
          <p:nvPr/>
        </p:nvSpPr>
        <p:spPr bwMode="ltGray">
          <a:xfrm>
            <a:off x="2014539" y="530226"/>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97670" name="Rectangle 6">
            <a:extLst>
              <a:ext uri="{FF2B5EF4-FFF2-40B4-BE49-F238E27FC236}">
                <a16:creationId xmlns:a16="http://schemas.microsoft.com/office/drawing/2014/main" id="{97918F4F-63CD-4091-90E4-47BE2702D08B}"/>
              </a:ext>
            </a:extLst>
          </p:cNvPr>
          <p:cNvSpPr>
            <a:spLocks noChangeArrowheads="1"/>
          </p:cNvSpPr>
          <p:nvPr/>
        </p:nvSpPr>
        <p:spPr bwMode="ltGray">
          <a:xfrm>
            <a:off x="2384425" y="530226"/>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97671" name="Rectangle 7">
            <a:extLst>
              <a:ext uri="{FF2B5EF4-FFF2-40B4-BE49-F238E27FC236}">
                <a16:creationId xmlns:a16="http://schemas.microsoft.com/office/drawing/2014/main" id="{23ACA6D2-3ED9-4095-B27B-7959ECEA1B9C}"/>
              </a:ext>
            </a:extLst>
          </p:cNvPr>
          <p:cNvSpPr>
            <a:spLocks noChangeArrowheads="1"/>
          </p:cNvSpPr>
          <p:nvPr/>
        </p:nvSpPr>
        <p:spPr bwMode="ltGray">
          <a:xfrm>
            <a:off x="1600200" y="457201"/>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97672" name="Rectangle 8">
            <a:extLst>
              <a:ext uri="{FF2B5EF4-FFF2-40B4-BE49-F238E27FC236}">
                <a16:creationId xmlns:a16="http://schemas.microsoft.com/office/drawing/2014/main" id="{B361441D-2238-48BC-BA8D-63087205F092}"/>
              </a:ext>
            </a:extLst>
          </p:cNvPr>
          <p:cNvSpPr>
            <a:spLocks noChangeArrowheads="1"/>
          </p:cNvSpPr>
          <p:nvPr/>
        </p:nvSpPr>
        <p:spPr bwMode="gray">
          <a:xfrm>
            <a:off x="2235200" y="1"/>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sp>
        <p:nvSpPr>
          <p:cNvPr id="497673" name="Rectangle 9">
            <a:extLst>
              <a:ext uri="{FF2B5EF4-FFF2-40B4-BE49-F238E27FC236}">
                <a16:creationId xmlns:a16="http://schemas.microsoft.com/office/drawing/2014/main" id="{714C778A-1342-4F37-B8F8-792EA7A2A385}"/>
              </a:ext>
            </a:extLst>
          </p:cNvPr>
          <p:cNvSpPr>
            <a:spLocks noChangeArrowheads="1"/>
          </p:cNvSpPr>
          <p:nvPr/>
        </p:nvSpPr>
        <p:spPr bwMode="gray">
          <a:xfrm>
            <a:off x="1966914"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p>
        </p:txBody>
      </p:sp>
      <p:pic>
        <p:nvPicPr>
          <p:cNvPr id="497674" name="Picture 10">
            <a:extLst>
              <a:ext uri="{FF2B5EF4-FFF2-40B4-BE49-F238E27FC236}">
                <a16:creationId xmlns:a16="http://schemas.microsoft.com/office/drawing/2014/main" id="{7C03E0A4-76D0-402F-9F20-B03670DDCB2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90900" y="654050"/>
            <a:ext cx="5676900" cy="5822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107</TotalTime>
  <Words>1199</Words>
  <Application>Microsoft Office PowerPoint</Application>
  <PresentationFormat>Widescreen</PresentationFormat>
  <Paragraphs>167</Paragraphs>
  <Slides>42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42</vt:i4>
      </vt:variant>
    </vt:vector>
  </HeadingPairs>
  <TitlesOfParts>
    <vt:vector size="48" baseType="lpstr">
      <vt:lpstr>Algerian</vt:lpstr>
      <vt:lpstr>Arial</vt:lpstr>
      <vt:lpstr>Calibri</vt:lpstr>
      <vt:lpstr>Calibri Light</vt:lpstr>
      <vt:lpstr>Times New Roman</vt:lpstr>
      <vt:lpstr>Office Theme</vt:lpstr>
      <vt:lpstr>COMPUTER NETWORKS (BCSC 0008) SMTP</vt:lpstr>
      <vt:lpstr> Text and Reference Books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 NETWORKS (BCSC 0008)</dc:title>
  <dc:creator>shabir ali</dc:creator>
  <cp:lastModifiedBy>shabir ali</cp:lastModifiedBy>
  <cp:revision>29</cp:revision>
  <dcterms:created xsi:type="dcterms:W3CDTF">2020-11-26T06:05:43Z</dcterms:created>
  <dcterms:modified xsi:type="dcterms:W3CDTF">2020-12-08T07:18:22Z</dcterms:modified>
</cp:coreProperties>
</file>