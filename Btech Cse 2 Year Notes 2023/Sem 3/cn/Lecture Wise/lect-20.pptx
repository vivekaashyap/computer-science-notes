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1"/>
  </p:sldMasterIdLst>
  <p:notesMasterIdLst>
    <p:notesMasterId r:id="rId52"/>
  </p:notesMasterIdLst>
  <p:sldIdLst>
    <p:sldId id="257" r:id="rId2"/>
    <p:sldId id="265" r:id="rId3"/>
    <p:sldId id="518" r:id="rId4"/>
    <p:sldId id="528" r:id="rId5"/>
    <p:sldId id="538" r:id="rId6"/>
    <p:sldId id="539" r:id="rId7"/>
    <p:sldId id="540" r:id="rId8"/>
    <p:sldId id="541" r:id="rId9"/>
    <p:sldId id="529" r:id="rId10"/>
    <p:sldId id="542" r:id="rId11"/>
    <p:sldId id="543" r:id="rId12"/>
    <p:sldId id="562" r:id="rId13"/>
    <p:sldId id="530" r:id="rId14"/>
    <p:sldId id="544" r:id="rId15"/>
    <p:sldId id="545" r:id="rId16"/>
    <p:sldId id="564" r:id="rId17"/>
    <p:sldId id="571" r:id="rId18"/>
    <p:sldId id="546" r:id="rId19"/>
    <p:sldId id="547" r:id="rId20"/>
    <p:sldId id="531" r:id="rId21"/>
    <p:sldId id="548" r:id="rId22"/>
    <p:sldId id="549" r:id="rId23"/>
    <p:sldId id="532" r:id="rId24"/>
    <p:sldId id="550" r:id="rId25"/>
    <p:sldId id="551" r:id="rId26"/>
    <p:sldId id="552" r:id="rId27"/>
    <p:sldId id="553" r:id="rId28"/>
    <p:sldId id="565" r:id="rId29"/>
    <p:sldId id="533" r:id="rId30"/>
    <p:sldId id="554" r:id="rId31"/>
    <p:sldId id="555" r:id="rId32"/>
    <p:sldId id="566" r:id="rId33"/>
    <p:sldId id="567" r:id="rId34"/>
    <p:sldId id="556" r:id="rId35"/>
    <p:sldId id="534" r:id="rId36"/>
    <p:sldId id="557" r:id="rId37"/>
    <p:sldId id="573" r:id="rId38"/>
    <p:sldId id="558" r:id="rId39"/>
    <p:sldId id="576" r:id="rId40"/>
    <p:sldId id="577" r:id="rId41"/>
    <p:sldId id="559" r:id="rId42"/>
    <p:sldId id="580" r:id="rId43"/>
    <p:sldId id="578" r:id="rId44"/>
    <p:sldId id="560" r:id="rId45"/>
    <p:sldId id="581" r:id="rId46"/>
    <p:sldId id="583" r:id="rId47"/>
    <p:sldId id="582" r:id="rId48"/>
    <p:sldId id="536" r:id="rId49"/>
    <p:sldId id="537" r:id="rId50"/>
    <p:sldId id="563" r:id="rId5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66"/>
    <a:srgbClr val="00CC00"/>
    <a:srgbClr val="996633"/>
    <a:srgbClr val="6666FF"/>
    <a:srgbClr val="3366FF"/>
    <a:srgbClr val="CCFF99"/>
    <a:srgbClr val="6AF4A5"/>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61" autoAdjust="0"/>
    <p:restoredTop sz="94707" autoAdjust="0"/>
  </p:normalViewPr>
  <p:slideViewPr>
    <p:cSldViewPr>
      <p:cViewPr varScale="1">
        <p:scale>
          <a:sx n="68" d="100"/>
          <a:sy n="68" d="100"/>
        </p:scale>
        <p:origin x="144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02" name="Rectangle 2">
            <a:extLst>
              <a:ext uri="{FF2B5EF4-FFF2-40B4-BE49-F238E27FC236}">
                <a16:creationId xmlns:a16="http://schemas.microsoft.com/office/drawing/2014/main" id="{D51F70F7-8525-4AB3-B28D-5DFE8773774C}"/>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b="0">
                <a:latin typeface="Times New Roman" panose="02020603050405020304" pitchFamily="18" charset="0"/>
              </a:defRPr>
            </a:lvl1pPr>
          </a:lstStyle>
          <a:p>
            <a:endParaRPr lang="en-US" altLang="en-US"/>
          </a:p>
        </p:txBody>
      </p:sp>
      <p:sp>
        <p:nvSpPr>
          <p:cNvPr id="460803" name="Rectangle 3">
            <a:extLst>
              <a:ext uri="{FF2B5EF4-FFF2-40B4-BE49-F238E27FC236}">
                <a16:creationId xmlns:a16="http://schemas.microsoft.com/office/drawing/2014/main" id="{D2CBB8F8-0F15-4D29-8DD2-1ABAFD047938}"/>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b="0">
                <a:latin typeface="Times New Roman" panose="02020603050405020304" pitchFamily="18" charset="0"/>
              </a:defRPr>
            </a:lvl1pPr>
          </a:lstStyle>
          <a:p>
            <a:endParaRPr lang="en-US" altLang="en-US"/>
          </a:p>
        </p:txBody>
      </p:sp>
      <p:sp>
        <p:nvSpPr>
          <p:cNvPr id="460804" name="Rectangle 4">
            <a:extLst>
              <a:ext uri="{FF2B5EF4-FFF2-40B4-BE49-F238E27FC236}">
                <a16:creationId xmlns:a16="http://schemas.microsoft.com/office/drawing/2014/main" id="{44CE84A7-97A2-4E3B-9BDA-27AB9F0CC255}"/>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60805" name="Rectangle 5">
            <a:extLst>
              <a:ext uri="{FF2B5EF4-FFF2-40B4-BE49-F238E27FC236}">
                <a16:creationId xmlns:a16="http://schemas.microsoft.com/office/drawing/2014/main" id="{92006585-AE2D-484D-9B31-C9FD4074EC3C}"/>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60806" name="Rectangle 6">
            <a:extLst>
              <a:ext uri="{FF2B5EF4-FFF2-40B4-BE49-F238E27FC236}">
                <a16:creationId xmlns:a16="http://schemas.microsoft.com/office/drawing/2014/main" id="{26817C71-696C-48DC-8F44-4FCC40CEF1A6}"/>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b="0">
                <a:latin typeface="Times New Roman" panose="02020603050405020304" pitchFamily="18" charset="0"/>
              </a:defRPr>
            </a:lvl1pPr>
          </a:lstStyle>
          <a:p>
            <a:endParaRPr lang="en-US" altLang="en-US"/>
          </a:p>
        </p:txBody>
      </p:sp>
      <p:sp>
        <p:nvSpPr>
          <p:cNvPr id="460807" name="Rectangle 7">
            <a:extLst>
              <a:ext uri="{FF2B5EF4-FFF2-40B4-BE49-F238E27FC236}">
                <a16:creationId xmlns:a16="http://schemas.microsoft.com/office/drawing/2014/main" id="{3949F678-AC44-4237-91A5-818FDB4A8894}"/>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b="0">
                <a:latin typeface="Times New Roman" panose="02020603050405020304" pitchFamily="18" charset="0"/>
              </a:defRPr>
            </a:lvl1pPr>
          </a:lstStyle>
          <a:p>
            <a:fld id="{C96ECA16-8A31-42AE-97B3-0B33B3B2337F}"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r>
              <a:rPr lang="en-US" altLang="en-US"/>
              <a:t>TCP/IP Protocol Suite</a:t>
            </a:r>
          </a:p>
        </p:txBody>
      </p:sp>
      <p:sp>
        <p:nvSpPr>
          <p:cNvPr id="6" name="Text Box 17">
            <a:extLst>
              <a:ext uri="{FF2B5EF4-FFF2-40B4-BE49-F238E27FC236}">
                <a16:creationId xmlns:a16="http://schemas.microsoft.com/office/drawing/2014/main" id="{8ED5D2A9-71C9-4791-B538-0A9B37503515}"/>
              </a:ext>
            </a:extLst>
          </p:cNvPr>
          <p:cNvSpPr txBox="1">
            <a:spLocks noChangeArrowheads="1"/>
          </p:cNvSpPr>
          <p:nvPr userDrawn="1"/>
        </p:nvSpPr>
        <p:spPr bwMode="auto">
          <a:xfrm>
            <a:off x="0" y="6553200"/>
            <a:ext cx="2209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1400" b="0">
                <a:latin typeface="McGrawHill-Italic" charset="0"/>
              </a:rPr>
              <a:t>McGraw-Hill</a:t>
            </a:r>
            <a:endParaRPr lang="en-US" altLang="en-US" sz="2400" b="0">
              <a:latin typeface="Times New Roman" panose="02020603050405020304" pitchFamily="18" charset="0"/>
            </a:endParaRPr>
          </a:p>
        </p:txBody>
      </p:sp>
      <p:sp>
        <p:nvSpPr>
          <p:cNvPr id="7" name="Text Box 18">
            <a:extLst>
              <a:ext uri="{FF2B5EF4-FFF2-40B4-BE49-F238E27FC236}">
                <a16:creationId xmlns:a16="http://schemas.microsoft.com/office/drawing/2014/main" id="{72EF504B-6EFD-4CCE-9998-A206262895F8}"/>
              </a:ext>
            </a:extLst>
          </p:cNvPr>
          <p:cNvSpPr txBox="1">
            <a:spLocks noChangeArrowheads="1"/>
          </p:cNvSpPr>
          <p:nvPr userDrawn="1"/>
        </p:nvSpPr>
        <p:spPr bwMode="auto">
          <a:xfrm>
            <a:off x="4572000" y="6553200"/>
            <a:ext cx="457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eaLnBrk="1" hangingPunct="1">
              <a:spcBef>
                <a:spcPct val="50000"/>
              </a:spcBef>
              <a:buFontTx/>
              <a:buChar char="©"/>
            </a:pPr>
            <a:r>
              <a:rPr lang="en-US" altLang="en-US" sz="1400" b="0">
                <a:latin typeface="McGrawHill-Italic" charset="0"/>
              </a:rPr>
              <a:t>The McGraw-Hill Companies, Inc., 2000</a:t>
            </a:r>
            <a:endParaRPr lang="en-US" altLang="en-US" sz="2400" b="0">
              <a:latin typeface="Times New Roman" panose="02020603050405020304" pitchFamily="18" charset="0"/>
            </a:endParaRPr>
          </a:p>
        </p:txBody>
      </p:sp>
    </p:spTree>
    <p:extLst>
      <p:ext uri="{BB962C8B-B14F-4D97-AF65-F5344CB8AC3E}">
        <p14:creationId xmlns:p14="http://schemas.microsoft.com/office/powerpoint/2010/main" val="19806627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defRPr>
            </a:lvl1pPr>
          </a:lstStyle>
          <a:p>
            <a:pPr>
              <a:defRPr/>
            </a:pPr>
            <a:fld id="{79E90ED7-7A4A-406C-B8EF-B773AF324456}" type="datetime1">
              <a:rPr lang="en-US" smtClean="0"/>
              <a:t>12/8/2020</a:t>
            </a:fld>
            <a:endParaRPr lang="en-US" dirty="0"/>
          </a:p>
        </p:txBody>
      </p:sp>
      <p:sp>
        <p:nvSpPr>
          <p:cNvPr id="5" name="Footer Placeholder 4"/>
          <p:cNvSpPr>
            <a:spLocks noGrp="1"/>
          </p:cNvSpPr>
          <p:nvPr>
            <p:ph type="ftr" sz="quarter" idx="11"/>
          </p:nvPr>
        </p:nvSpPr>
        <p:spPr/>
        <p:txBody>
          <a:bodyPr/>
          <a:lstStyle>
            <a:lvl1pPr>
              <a:defRPr/>
            </a:lvl1pPr>
          </a:lstStyle>
          <a:p>
            <a:r>
              <a:rPr lang="en-US" altLang="en-US"/>
              <a:t>TCP/IP Protocol Suite</a:t>
            </a:r>
          </a:p>
        </p:txBody>
      </p:sp>
      <p:sp>
        <p:nvSpPr>
          <p:cNvPr id="6" name="Slide Number Placeholder 5"/>
          <p:cNvSpPr>
            <a:spLocks noGrp="1"/>
          </p:cNvSpPr>
          <p:nvPr>
            <p:ph type="sldNum" sz="quarter" idx="12"/>
          </p:nvPr>
        </p:nvSpPr>
        <p:spPr>
          <a:xfrm>
            <a:off x="8001000" y="6356350"/>
            <a:ext cx="685800" cy="365125"/>
          </a:xfrm>
          <a:prstGeom prst="rect">
            <a:avLst/>
          </a:prstGeom>
        </p:spPr>
        <p:txBody>
          <a:bodyPr/>
          <a:lstStyle>
            <a:lvl1pPr algn="r" fontAlgn="auto">
              <a:spcBef>
                <a:spcPts val="0"/>
              </a:spcBef>
              <a:spcAft>
                <a:spcPts val="0"/>
              </a:spcAft>
              <a:defRPr>
                <a:latin typeface="+mn-lt"/>
              </a:defRPr>
            </a:lvl1pPr>
          </a:lstStyle>
          <a:p>
            <a:fld id="{547570DD-B2E6-48A9-8F0A-68263542095E}" type="slidenum">
              <a:rPr lang="en-US" altLang="en-US" smtClean="0"/>
              <a:pPr/>
              <a:t>‹#›</a:t>
            </a:fld>
            <a:endParaRPr lang="en-US" altLang="en-US"/>
          </a:p>
        </p:txBody>
      </p:sp>
    </p:spTree>
    <p:extLst>
      <p:ext uri="{BB962C8B-B14F-4D97-AF65-F5344CB8AC3E}">
        <p14:creationId xmlns:p14="http://schemas.microsoft.com/office/powerpoint/2010/main" val="583646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defRPr>
            </a:lvl1pPr>
          </a:lstStyle>
          <a:p>
            <a:pPr>
              <a:defRPr/>
            </a:pPr>
            <a:fld id="{CEB4306F-AB1E-4001-A6FD-01DEFADAAD63}" type="datetime1">
              <a:rPr lang="en-US" smtClean="0"/>
              <a:t>12/8/2020</a:t>
            </a:fld>
            <a:endParaRPr lang="en-US" dirty="0"/>
          </a:p>
        </p:txBody>
      </p:sp>
      <p:sp>
        <p:nvSpPr>
          <p:cNvPr id="5" name="Footer Placeholder 4"/>
          <p:cNvSpPr>
            <a:spLocks noGrp="1"/>
          </p:cNvSpPr>
          <p:nvPr>
            <p:ph type="ftr" sz="quarter" idx="11"/>
          </p:nvPr>
        </p:nvSpPr>
        <p:spPr/>
        <p:txBody>
          <a:bodyPr/>
          <a:lstStyle>
            <a:lvl1pPr>
              <a:defRPr/>
            </a:lvl1pPr>
          </a:lstStyle>
          <a:p>
            <a:r>
              <a:rPr lang="en-US" altLang="en-US"/>
              <a:t>TCP/IP Protocol Suite</a:t>
            </a: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fontAlgn="auto">
              <a:spcBef>
                <a:spcPts val="0"/>
              </a:spcBef>
              <a:spcAft>
                <a:spcPts val="0"/>
              </a:spcAft>
              <a:defRPr>
                <a:latin typeface="+mn-lt"/>
              </a:defRPr>
            </a:lvl1pPr>
          </a:lstStyle>
          <a:p>
            <a:fld id="{264B764A-9B6C-4A92-A3B2-18948C17F706}" type="slidenum">
              <a:rPr lang="en-US" altLang="en-US" smtClean="0"/>
              <a:pPr/>
              <a:t>‹#›</a:t>
            </a:fld>
            <a:endParaRPr lang="en-US" altLang="en-US"/>
          </a:p>
        </p:txBody>
      </p:sp>
    </p:spTree>
    <p:extLst>
      <p:ext uri="{BB962C8B-B14F-4D97-AF65-F5344CB8AC3E}">
        <p14:creationId xmlns:p14="http://schemas.microsoft.com/office/powerpoint/2010/main" val="17754576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defRPr>
            </a:lvl1pPr>
          </a:lstStyle>
          <a:p>
            <a:pPr>
              <a:defRPr/>
            </a:pPr>
            <a:fld id="{D45508A0-3BB6-4411-8E23-977FF464C9B9}" type="datetime1">
              <a:rPr lang="en-US" smtClean="0"/>
              <a:t>12/8/2020</a:t>
            </a:fld>
            <a:endParaRPr lang="en-US" dirty="0"/>
          </a:p>
        </p:txBody>
      </p:sp>
      <p:sp>
        <p:nvSpPr>
          <p:cNvPr id="6" name="Footer Placeholder 5"/>
          <p:cNvSpPr>
            <a:spLocks noGrp="1"/>
          </p:cNvSpPr>
          <p:nvPr>
            <p:ph type="ftr" sz="quarter" idx="11"/>
          </p:nvPr>
        </p:nvSpPr>
        <p:spPr/>
        <p:txBody>
          <a:bodyPr/>
          <a:lstStyle>
            <a:lvl1pPr>
              <a:defRPr/>
            </a:lvl1pPr>
          </a:lstStyle>
          <a:p>
            <a:r>
              <a:rPr lang="en-US" altLang="en-US"/>
              <a:t>TCP/IP Protocol Suite</a:t>
            </a: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fontAlgn="auto">
              <a:spcBef>
                <a:spcPts val="0"/>
              </a:spcBef>
              <a:spcAft>
                <a:spcPts val="0"/>
              </a:spcAft>
              <a:defRPr>
                <a:latin typeface="+mn-lt"/>
              </a:defRPr>
            </a:lvl1pPr>
          </a:lstStyle>
          <a:p>
            <a:fld id="{A3399F19-123E-4F35-94AC-B08A28A4F7AC}" type="slidenum">
              <a:rPr lang="en-US" altLang="en-US" smtClean="0"/>
              <a:pPr/>
              <a:t>‹#›</a:t>
            </a:fld>
            <a:endParaRPr lang="en-US" altLang="en-US"/>
          </a:p>
        </p:txBody>
      </p:sp>
    </p:spTree>
    <p:extLst>
      <p:ext uri="{BB962C8B-B14F-4D97-AF65-F5344CB8AC3E}">
        <p14:creationId xmlns:p14="http://schemas.microsoft.com/office/powerpoint/2010/main" val="6481604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defRPr>
            </a:lvl1pPr>
          </a:lstStyle>
          <a:p>
            <a:pPr>
              <a:defRPr/>
            </a:pPr>
            <a:fld id="{3266F857-55E3-4EE6-A5D2-D4AF092EFA25}" type="datetime1">
              <a:rPr lang="en-US" smtClean="0"/>
              <a:t>12/8/2020</a:t>
            </a:fld>
            <a:endParaRPr lang="en-US" dirty="0"/>
          </a:p>
        </p:txBody>
      </p:sp>
      <p:sp>
        <p:nvSpPr>
          <p:cNvPr id="8" name="Footer Placeholder 7"/>
          <p:cNvSpPr>
            <a:spLocks noGrp="1"/>
          </p:cNvSpPr>
          <p:nvPr>
            <p:ph type="ftr" sz="quarter" idx="11"/>
          </p:nvPr>
        </p:nvSpPr>
        <p:spPr/>
        <p:txBody>
          <a:bodyPr/>
          <a:lstStyle>
            <a:lvl1pPr>
              <a:defRPr/>
            </a:lvl1pPr>
          </a:lstStyle>
          <a:p>
            <a:r>
              <a:rPr lang="en-US" altLang="en-US"/>
              <a:t>TCP/IP Protocol Suite</a:t>
            </a:r>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lvl1pPr fontAlgn="auto">
              <a:spcBef>
                <a:spcPts val="0"/>
              </a:spcBef>
              <a:spcAft>
                <a:spcPts val="0"/>
              </a:spcAft>
              <a:defRPr>
                <a:latin typeface="+mn-lt"/>
              </a:defRPr>
            </a:lvl1pPr>
          </a:lstStyle>
          <a:p>
            <a:fld id="{BBA11BA8-A3F2-428F-914A-202D18F0A34F}" type="slidenum">
              <a:rPr lang="en-US" altLang="en-US" smtClean="0"/>
              <a:pPr/>
              <a:t>‹#›</a:t>
            </a:fld>
            <a:endParaRPr lang="en-US" altLang="en-US"/>
          </a:p>
        </p:txBody>
      </p:sp>
    </p:spTree>
    <p:extLst>
      <p:ext uri="{BB962C8B-B14F-4D97-AF65-F5344CB8AC3E}">
        <p14:creationId xmlns:p14="http://schemas.microsoft.com/office/powerpoint/2010/main" val="31884470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defRPr>
            </a:lvl1pPr>
          </a:lstStyle>
          <a:p>
            <a:pPr>
              <a:defRPr/>
            </a:pPr>
            <a:fld id="{F68CF0EA-F8D4-4D7F-B910-DC160F762970}" type="datetime1">
              <a:rPr lang="en-US" smtClean="0"/>
              <a:t>12/8/2020</a:t>
            </a:fld>
            <a:endParaRPr lang="en-US" dirty="0"/>
          </a:p>
        </p:txBody>
      </p:sp>
      <p:sp>
        <p:nvSpPr>
          <p:cNvPr id="4" name="Footer Placeholder 3"/>
          <p:cNvSpPr>
            <a:spLocks noGrp="1"/>
          </p:cNvSpPr>
          <p:nvPr>
            <p:ph type="ftr" sz="quarter" idx="11"/>
          </p:nvPr>
        </p:nvSpPr>
        <p:spPr/>
        <p:txBody>
          <a:bodyPr/>
          <a:lstStyle>
            <a:lvl1pPr>
              <a:defRPr/>
            </a:lvl1pPr>
          </a:lstStyle>
          <a:p>
            <a:r>
              <a:rPr lang="en-US" altLang="en-US"/>
              <a:t>TCP/IP Protocol Suite</a:t>
            </a:r>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lvl1pPr fontAlgn="auto">
              <a:spcBef>
                <a:spcPts val="0"/>
              </a:spcBef>
              <a:spcAft>
                <a:spcPts val="0"/>
              </a:spcAft>
              <a:defRPr>
                <a:latin typeface="+mn-lt"/>
              </a:defRPr>
            </a:lvl1pPr>
          </a:lstStyle>
          <a:p>
            <a:fld id="{4C80079F-7F26-46B9-8C0A-B103E09A2736}" type="slidenum">
              <a:rPr lang="en-US" altLang="en-US" smtClean="0"/>
              <a:pPr/>
              <a:t>‹#›</a:t>
            </a:fld>
            <a:endParaRPr lang="en-US" altLang="en-US"/>
          </a:p>
        </p:txBody>
      </p:sp>
    </p:spTree>
    <p:extLst>
      <p:ext uri="{BB962C8B-B14F-4D97-AF65-F5344CB8AC3E}">
        <p14:creationId xmlns:p14="http://schemas.microsoft.com/office/powerpoint/2010/main" val="3295413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defRPr>
            </a:lvl1pPr>
          </a:lstStyle>
          <a:p>
            <a:pPr>
              <a:defRPr/>
            </a:pPr>
            <a:fld id="{08CC7B25-5299-4234-A3DD-1E7AC5B9DBEA}" type="datetime1">
              <a:rPr lang="en-US" smtClean="0"/>
              <a:t>12/8/2020</a:t>
            </a:fld>
            <a:endParaRPr lang="en-US" dirty="0"/>
          </a:p>
        </p:txBody>
      </p:sp>
      <p:sp>
        <p:nvSpPr>
          <p:cNvPr id="3" name="Footer Placeholder 2"/>
          <p:cNvSpPr>
            <a:spLocks noGrp="1"/>
          </p:cNvSpPr>
          <p:nvPr>
            <p:ph type="ftr" sz="quarter" idx="11"/>
          </p:nvPr>
        </p:nvSpPr>
        <p:spPr/>
        <p:txBody>
          <a:bodyPr/>
          <a:lstStyle>
            <a:lvl1pPr>
              <a:defRPr/>
            </a:lvl1pPr>
          </a:lstStyle>
          <a:p>
            <a:r>
              <a:rPr lang="en-US" altLang="en-US"/>
              <a:t>TCP/IP Protocol Suite</a:t>
            </a:r>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lvl1pPr fontAlgn="auto">
              <a:spcBef>
                <a:spcPts val="0"/>
              </a:spcBef>
              <a:spcAft>
                <a:spcPts val="0"/>
              </a:spcAft>
              <a:defRPr>
                <a:latin typeface="+mn-lt"/>
              </a:defRPr>
            </a:lvl1pPr>
          </a:lstStyle>
          <a:p>
            <a:fld id="{F3AA8F3E-92E3-4615-A7CB-B72D49D53D37}" type="slidenum">
              <a:rPr lang="en-US" altLang="en-US" smtClean="0"/>
              <a:pPr/>
              <a:t>‹#›</a:t>
            </a:fld>
            <a:endParaRPr lang="en-US" altLang="en-US"/>
          </a:p>
        </p:txBody>
      </p:sp>
    </p:spTree>
    <p:extLst>
      <p:ext uri="{BB962C8B-B14F-4D97-AF65-F5344CB8AC3E}">
        <p14:creationId xmlns:p14="http://schemas.microsoft.com/office/powerpoint/2010/main" val="1685279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defRPr>
            </a:lvl1pPr>
          </a:lstStyle>
          <a:p>
            <a:pPr>
              <a:defRPr/>
            </a:pPr>
            <a:fld id="{EBAC0492-E389-4F6F-9E62-AC7AFB82CE16}" type="datetime1">
              <a:rPr lang="en-US" smtClean="0"/>
              <a:t>12/8/2020</a:t>
            </a:fld>
            <a:endParaRPr lang="en-US" dirty="0"/>
          </a:p>
        </p:txBody>
      </p:sp>
      <p:sp>
        <p:nvSpPr>
          <p:cNvPr id="6" name="Footer Placeholder 5"/>
          <p:cNvSpPr>
            <a:spLocks noGrp="1"/>
          </p:cNvSpPr>
          <p:nvPr>
            <p:ph type="ftr" sz="quarter" idx="11"/>
          </p:nvPr>
        </p:nvSpPr>
        <p:spPr/>
        <p:txBody>
          <a:bodyPr/>
          <a:lstStyle>
            <a:lvl1pPr>
              <a:defRPr/>
            </a:lvl1pPr>
          </a:lstStyle>
          <a:p>
            <a:r>
              <a:rPr lang="en-US" altLang="en-US"/>
              <a:t>TCP/IP Protocol Suite</a:t>
            </a: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fontAlgn="auto">
              <a:spcBef>
                <a:spcPts val="0"/>
              </a:spcBef>
              <a:spcAft>
                <a:spcPts val="0"/>
              </a:spcAft>
              <a:defRPr>
                <a:latin typeface="+mn-lt"/>
              </a:defRPr>
            </a:lvl1pPr>
          </a:lstStyle>
          <a:p>
            <a:fld id="{F15B82EF-984F-4E84-97B3-8A6841E65B94}" type="slidenum">
              <a:rPr lang="en-US" altLang="en-US" smtClean="0"/>
              <a:pPr/>
              <a:t>‹#›</a:t>
            </a:fld>
            <a:endParaRPr lang="en-US" altLang="en-US"/>
          </a:p>
        </p:txBody>
      </p:sp>
    </p:spTree>
    <p:extLst>
      <p:ext uri="{BB962C8B-B14F-4D97-AF65-F5344CB8AC3E}">
        <p14:creationId xmlns:p14="http://schemas.microsoft.com/office/powerpoint/2010/main" val="38832205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defRPr>
            </a:lvl1pPr>
          </a:lstStyle>
          <a:p>
            <a:pPr>
              <a:defRPr/>
            </a:pPr>
            <a:fld id="{67E014B2-3027-4A2A-9ADB-87D0DA130076}" type="datetime1">
              <a:rPr lang="en-US" smtClean="0"/>
              <a:t>12/8/2020</a:t>
            </a:fld>
            <a:endParaRPr lang="en-US" dirty="0"/>
          </a:p>
        </p:txBody>
      </p:sp>
      <p:sp>
        <p:nvSpPr>
          <p:cNvPr id="6" name="Footer Placeholder 5"/>
          <p:cNvSpPr>
            <a:spLocks noGrp="1"/>
          </p:cNvSpPr>
          <p:nvPr>
            <p:ph type="ftr" sz="quarter" idx="11"/>
          </p:nvPr>
        </p:nvSpPr>
        <p:spPr/>
        <p:txBody>
          <a:bodyPr/>
          <a:lstStyle>
            <a:lvl1pPr>
              <a:defRPr/>
            </a:lvl1pPr>
          </a:lstStyle>
          <a:p>
            <a:r>
              <a:rPr lang="en-US" altLang="en-US"/>
              <a:t>TCP/IP Protocol Suite</a:t>
            </a: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fontAlgn="auto">
              <a:spcBef>
                <a:spcPts val="0"/>
              </a:spcBef>
              <a:spcAft>
                <a:spcPts val="0"/>
              </a:spcAft>
              <a:defRPr>
                <a:latin typeface="+mn-lt"/>
              </a:defRPr>
            </a:lvl1pPr>
          </a:lstStyle>
          <a:p>
            <a:fld id="{A548A50B-ECB7-4D6E-829F-521253E94F2D}" type="slidenum">
              <a:rPr lang="en-US" altLang="en-US" smtClean="0"/>
              <a:pPr/>
              <a:t>‹#›</a:t>
            </a:fld>
            <a:endParaRPr lang="en-US" altLang="en-US"/>
          </a:p>
        </p:txBody>
      </p:sp>
    </p:spTree>
    <p:extLst>
      <p:ext uri="{BB962C8B-B14F-4D97-AF65-F5344CB8AC3E}">
        <p14:creationId xmlns:p14="http://schemas.microsoft.com/office/powerpoint/2010/main" val="25216174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defRPr>
            </a:lvl1pPr>
          </a:lstStyle>
          <a:p>
            <a:pPr>
              <a:defRPr/>
            </a:pPr>
            <a:fld id="{E17F7C91-E1C1-4BED-BED4-94795DAED711}" type="datetime1">
              <a:rPr lang="en-US" smtClean="0"/>
              <a:t>12/8/2020</a:t>
            </a:fld>
            <a:endParaRPr lang="en-US" dirty="0"/>
          </a:p>
        </p:txBody>
      </p:sp>
      <p:sp>
        <p:nvSpPr>
          <p:cNvPr id="5" name="Footer Placeholder 4"/>
          <p:cNvSpPr>
            <a:spLocks noGrp="1"/>
          </p:cNvSpPr>
          <p:nvPr>
            <p:ph type="ftr" sz="quarter" idx="11"/>
          </p:nvPr>
        </p:nvSpPr>
        <p:spPr/>
        <p:txBody>
          <a:bodyPr/>
          <a:lstStyle>
            <a:lvl1pPr>
              <a:defRPr/>
            </a:lvl1pPr>
          </a:lstStyle>
          <a:p>
            <a:r>
              <a:rPr lang="en-US" altLang="en-US"/>
              <a:t>TCP/IP Protocol Suite</a:t>
            </a: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fontAlgn="auto">
              <a:spcBef>
                <a:spcPts val="0"/>
              </a:spcBef>
              <a:spcAft>
                <a:spcPts val="0"/>
              </a:spcAft>
              <a:defRPr>
                <a:latin typeface="+mn-lt"/>
              </a:defRPr>
            </a:lvl1pPr>
          </a:lstStyle>
          <a:p>
            <a:fld id="{959C8948-FE84-4900-9EC9-48762C7F07BE}" type="slidenum">
              <a:rPr lang="en-US" altLang="en-US" smtClean="0"/>
              <a:pPr/>
              <a:t>‹#›</a:t>
            </a:fld>
            <a:endParaRPr lang="en-US" altLang="en-US"/>
          </a:p>
        </p:txBody>
      </p:sp>
    </p:spTree>
    <p:extLst>
      <p:ext uri="{BB962C8B-B14F-4D97-AF65-F5344CB8AC3E}">
        <p14:creationId xmlns:p14="http://schemas.microsoft.com/office/powerpoint/2010/main" val="6715454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defRPr>
            </a:lvl1pPr>
          </a:lstStyle>
          <a:p>
            <a:pPr>
              <a:defRPr/>
            </a:pPr>
            <a:fld id="{4D70749C-FFAB-4D13-9AA2-363D487B8CDB}" type="datetime1">
              <a:rPr lang="en-US" smtClean="0"/>
              <a:t>12/8/2020</a:t>
            </a:fld>
            <a:endParaRPr lang="en-US" dirty="0"/>
          </a:p>
        </p:txBody>
      </p:sp>
      <p:sp>
        <p:nvSpPr>
          <p:cNvPr id="5" name="Footer Placeholder 4"/>
          <p:cNvSpPr>
            <a:spLocks noGrp="1"/>
          </p:cNvSpPr>
          <p:nvPr>
            <p:ph type="ftr" sz="quarter" idx="11"/>
          </p:nvPr>
        </p:nvSpPr>
        <p:spPr/>
        <p:txBody>
          <a:bodyPr/>
          <a:lstStyle>
            <a:lvl1pPr>
              <a:defRPr/>
            </a:lvl1pPr>
          </a:lstStyle>
          <a:p>
            <a:r>
              <a:rPr lang="en-US" altLang="en-US"/>
              <a:t>TCP/IP Protocol Suite</a:t>
            </a: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fontAlgn="auto">
              <a:spcBef>
                <a:spcPts val="0"/>
              </a:spcBef>
              <a:spcAft>
                <a:spcPts val="0"/>
              </a:spcAft>
              <a:defRPr>
                <a:latin typeface="+mn-lt"/>
              </a:defRPr>
            </a:lvl1pPr>
          </a:lstStyle>
          <a:p>
            <a:fld id="{7CC6FE59-44BF-4ABD-A2B1-59BB02D2BC43}" type="slidenum">
              <a:rPr lang="en-US" altLang="en-US" smtClean="0"/>
              <a:pPr/>
              <a:t>‹#›</a:t>
            </a:fld>
            <a:endParaRPr lang="en-US" altLang="en-US"/>
          </a:p>
        </p:txBody>
      </p:sp>
    </p:spTree>
    <p:extLst>
      <p:ext uri="{BB962C8B-B14F-4D97-AF65-F5344CB8AC3E}">
        <p14:creationId xmlns:p14="http://schemas.microsoft.com/office/powerpoint/2010/main" val="5435159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31000"/>
          </a:schemeClr>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152400"/>
            <a:ext cx="8229600" cy="990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371600"/>
            <a:ext cx="8229600" cy="47545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2"/>
                </a:solidFill>
                <a:latin typeface="+mn-lt"/>
              </a:defRPr>
            </a:lvl1pPr>
          </a:lstStyle>
          <a:p>
            <a:r>
              <a:rPr lang="en-US" altLang="en-US"/>
              <a:t>TCP/IP Protocol Suite</a:t>
            </a:r>
          </a:p>
        </p:txBody>
      </p:sp>
      <p:cxnSp>
        <p:nvCxnSpPr>
          <p:cNvPr id="11" name="Straight Connector 10"/>
          <p:cNvCxnSpPr/>
          <p:nvPr/>
        </p:nvCxnSpPr>
        <p:spPr>
          <a:xfrm>
            <a:off x="533400" y="1295400"/>
            <a:ext cx="8153400" cy="158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504260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hdr="0" dt="0"/>
  <p:txStyles>
    <p:titleStyle>
      <a:lvl1pPr algn="l" rtl="0" eaLnBrk="1" fontAlgn="base" hangingPunct="1">
        <a:spcBef>
          <a:spcPct val="0"/>
        </a:spcBef>
        <a:spcAft>
          <a:spcPct val="0"/>
        </a:spcAft>
        <a:defRPr sz="4400" kern="12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Calibri" pitchFamily="34" charset="0"/>
        </a:defRPr>
      </a:lvl2pPr>
      <a:lvl3pPr algn="l" rtl="0" eaLnBrk="1" fontAlgn="base" hangingPunct="1">
        <a:spcBef>
          <a:spcPct val="0"/>
        </a:spcBef>
        <a:spcAft>
          <a:spcPct val="0"/>
        </a:spcAft>
        <a:defRPr sz="4400">
          <a:solidFill>
            <a:schemeClr val="tx2"/>
          </a:solidFill>
          <a:latin typeface="Calibri" pitchFamily="34" charset="0"/>
        </a:defRPr>
      </a:lvl3pPr>
      <a:lvl4pPr algn="l" rtl="0" eaLnBrk="1" fontAlgn="base" hangingPunct="1">
        <a:spcBef>
          <a:spcPct val="0"/>
        </a:spcBef>
        <a:spcAft>
          <a:spcPct val="0"/>
        </a:spcAft>
        <a:defRPr sz="4400">
          <a:solidFill>
            <a:schemeClr val="tx2"/>
          </a:solidFill>
          <a:latin typeface="Calibri" pitchFamily="34" charset="0"/>
        </a:defRPr>
      </a:lvl4pPr>
      <a:lvl5pPr algn="l" rtl="0" eaLnBrk="1" fontAlgn="base" hangingPunct="1">
        <a:spcBef>
          <a:spcPct val="0"/>
        </a:spcBef>
        <a:spcAft>
          <a:spcPct val="0"/>
        </a:spcAft>
        <a:defRPr sz="4400">
          <a:solidFill>
            <a:schemeClr val="tx2"/>
          </a:solidFill>
          <a:latin typeface="Calibri" pitchFamily="34" charset="0"/>
        </a:defRPr>
      </a:lvl5pPr>
      <a:lvl6pPr marL="457200" algn="l" rtl="0" eaLnBrk="1" fontAlgn="base" hangingPunct="1">
        <a:spcBef>
          <a:spcPct val="0"/>
        </a:spcBef>
        <a:spcAft>
          <a:spcPct val="0"/>
        </a:spcAft>
        <a:defRPr sz="4400">
          <a:solidFill>
            <a:schemeClr val="tx2"/>
          </a:solidFill>
          <a:latin typeface="Calibri" pitchFamily="34" charset="0"/>
        </a:defRPr>
      </a:lvl6pPr>
      <a:lvl7pPr marL="914400" algn="l" rtl="0" eaLnBrk="1" fontAlgn="base" hangingPunct="1">
        <a:spcBef>
          <a:spcPct val="0"/>
        </a:spcBef>
        <a:spcAft>
          <a:spcPct val="0"/>
        </a:spcAft>
        <a:defRPr sz="4400">
          <a:solidFill>
            <a:schemeClr val="tx2"/>
          </a:solidFill>
          <a:latin typeface="Calibri" pitchFamily="34" charset="0"/>
        </a:defRPr>
      </a:lvl7pPr>
      <a:lvl8pPr marL="1371600" algn="l" rtl="0" eaLnBrk="1" fontAlgn="base" hangingPunct="1">
        <a:spcBef>
          <a:spcPct val="0"/>
        </a:spcBef>
        <a:spcAft>
          <a:spcPct val="0"/>
        </a:spcAft>
        <a:defRPr sz="4400">
          <a:solidFill>
            <a:schemeClr val="tx2"/>
          </a:solidFill>
          <a:latin typeface="Calibri" pitchFamily="34" charset="0"/>
        </a:defRPr>
      </a:lvl8pPr>
      <a:lvl9pPr marL="1828800" algn="l" rtl="0" eaLnBrk="1" fontAlgn="base" hangingPunct="1">
        <a:spcBef>
          <a:spcPct val="0"/>
        </a:spcBef>
        <a:spcAft>
          <a:spcPct val="0"/>
        </a:spcAft>
        <a:defRPr sz="4400">
          <a:solidFill>
            <a:schemeClr val="tx2"/>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2"/>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2"/>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2"/>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2"/>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57350" y="3341077"/>
            <a:ext cx="5829300" cy="1257300"/>
          </a:xfrm>
        </p:spPr>
        <p:txBody>
          <a:bodyPr>
            <a:normAutofit fontScale="90000"/>
          </a:bodyPr>
          <a:lstStyle/>
          <a:p>
            <a:pPr algn="ctr"/>
            <a:r>
              <a:rPr lang="en-US" b="1" u="none" dirty="0"/>
              <a:t>COMPUTER NETWORKS</a:t>
            </a:r>
            <a:br>
              <a:rPr lang="en-US" b="1" u="none" dirty="0"/>
            </a:br>
            <a:r>
              <a:rPr lang="en-US" b="1" u="none" dirty="0"/>
              <a:t>(</a:t>
            </a:r>
            <a:r>
              <a:rPr lang="en-US" b="1" dirty="0"/>
              <a:t>BCSC 0008)</a:t>
            </a:r>
            <a:br>
              <a:rPr lang="en-US" b="1" dirty="0"/>
            </a:br>
            <a:r>
              <a:rPr lang="en-US" b="1" dirty="0"/>
              <a:t>DNS</a:t>
            </a:r>
            <a:endParaRPr lang="en-US" b="1" u="none" dirty="0"/>
          </a:p>
        </p:txBody>
      </p:sp>
      <p:pic>
        <p:nvPicPr>
          <p:cNvPr id="8" name="Picture 2"/>
          <p:cNvPicPr>
            <a:picLocks noChangeAspect="1" noChangeArrowheads="1"/>
          </p:cNvPicPr>
          <p:nvPr/>
        </p:nvPicPr>
        <p:blipFill>
          <a:blip r:embed="rId2" cstate="print"/>
          <a:srcRect/>
          <a:stretch>
            <a:fillRect/>
          </a:stretch>
        </p:blipFill>
        <p:spPr bwMode="auto">
          <a:xfrm>
            <a:off x="3797272" y="1133062"/>
            <a:ext cx="1549457" cy="1614620"/>
          </a:xfrm>
          <a:prstGeom prst="rect">
            <a:avLst/>
          </a:prstGeom>
          <a:noFill/>
          <a:ln w="9525">
            <a:noFill/>
            <a:miter lim="800000"/>
            <a:headEnd/>
            <a:tailEnd/>
          </a:ln>
        </p:spPr>
      </p:pic>
      <p:sp>
        <p:nvSpPr>
          <p:cNvPr id="10" name="Footer Placeholder 5"/>
          <p:cNvSpPr txBox="1">
            <a:spLocks/>
          </p:cNvSpPr>
          <p:nvPr/>
        </p:nvSpPr>
        <p:spPr>
          <a:xfrm>
            <a:off x="2028825" y="4750875"/>
            <a:ext cx="5086350" cy="273844"/>
          </a:xfrm>
          <a:prstGeom prst="rect">
            <a:avLst/>
          </a:prstGeom>
        </p:spPr>
        <p:txBody>
          <a:bodyPr vert="horz" lIns="68580" tIns="34290" rIns="68580" bIns="34290" rtlCol="0" anchor="ctr"/>
          <a:lstStyle/>
          <a:p>
            <a:pPr algn="ctr">
              <a:defRPr/>
            </a:pPr>
            <a:r>
              <a:rPr lang="en-US" sz="900" dirty="0">
                <a:latin typeface="Times New Roman"/>
                <a:ea typeface="Calibri"/>
                <a:cs typeface="Times New Roman"/>
              </a:rPr>
              <a:t>Copyright content, use only with the written permission of presenter mentioned</a:t>
            </a:r>
            <a:endParaRPr lang="en-US" altLang="zh-TW" sz="900" dirty="0">
              <a:latin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br>
              <a:rPr lang="en-US" dirty="0"/>
            </a:br>
            <a:r>
              <a:rPr lang="en-US" b="1" dirty="0"/>
              <a:t>Text and Reference Books</a:t>
            </a:r>
            <a:br>
              <a:rPr lang="en-US" dirty="0"/>
            </a:br>
            <a:endParaRPr lang="en-US" dirty="0"/>
          </a:p>
        </p:txBody>
      </p:sp>
      <p:sp>
        <p:nvSpPr>
          <p:cNvPr id="3" name="Content Placeholder 2"/>
          <p:cNvSpPr>
            <a:spLocks noGrp="1"/>
          </p:cNvSpPr>
          <p:nvPr>
            <p:ph idx="1"/>
          </p:nvPr>
        </p:nvSpPr>
        <p:spPr/>
        <p:txBody>
          <a:bodyPr>
            <a:normAutofit/>
          </a:bodyPr>
          <a:lstStyle/>
          <a:p>
            <a:pPr algn="just">
              <a:buNone/>
            </a:pPr>
            <a:r>
              <a:rPr lang="en-US" sz="1800" dirty="0">
                <a:solidFill>
                  <a:srgbClr val="FF0000"/>
                </a:solidFill>
              </a:rPr>
              <a:t>Text Books:</a:t>
            </a:r>
          </a:p>
          <a:p>
            <a:pPr algn="just">
              <a:buFont typeface="+mj-lt"/>
              <a:buAutoNum type="arabicPeriod"/>
            </a:pPr>
            <a:r>
              <a:rPr lang="en-US" dirty="0"/>
              <a:t>Fourouzan B. A. (2004), “Data Communication and Networking”, 4th Edition, McGraw-Hill.</a:t>
            </a:r>
          </a:p>
          <a:p>
            <a:pPr algn="just"/>
            <a:endParaRPr lang="en-US" sz="1800" dirty="0"/>
          </a:p>
          <a:p>
            <a:pPr algn="just">
              <a:buNone/>
            </a:pPr>
            <a:r>
              <a:rPr lang="en-US" sz="1800" dirty="0">
                <a:solidFill>
                  <a:srgbClr val="FF0000"/>
                </a:solidFill>
              </a:rPr>
              <a:t>References:</a:t>
            </a:r>
          </a:p>
          <a:p>
            <a:pPr algn="just">
              <a:buFont typeface="+mj-lt"/>
              <a:buAutoNum type="arabicPeriod"/>
            </a:pPr>
            <a:r>
              <a:rPr lang="en-US" dirty="0"/>
              <a:t>Kurose, J. F. and Ross K. W. (2005), “Computer Networking: A Top-Down Approach Featuring the Internet”, 3rd Edition, Addison-Wesley.</a:t>
            </a:r>
          </a:p>
          <a:p>
            <a:pPr algn="just">
              <a:buFont typeface="+mj-lt"/>
              <a:buAutoNum type="arabicPeriod"/>
            </a:pPr>
            <a:r>
              <a:rPr lang="en-US" dirty="0"/>
              <a:t>A. S. Tanenbaum (2006), “Computer Networks”, 2nd Edition, Prentice Hall India.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Footer Placeholder 1">
            <a:extLst>
              <a:ext uri="{FF2B5EF4-FFF2-40B4-BE49-F238E27FC236}">
                <a16:creationId xmlns:a16="http://schemas.microsoft.com/office/drawing/2014/main" id="{B295324D-40E7-4B6A-9991-876042EAAA1C}"/>
              </a:ext>
            </a:extLst>
          </p:cNvPr>
          <p:cNvSpPr>
            <a:spLocks noGrp="1"/>
          </p:cNvSpPr>
          <p:nvPr>
            <p:ph type="ftr" sz="quarter" idx="11"/>
          </p:nvPr>
        </p:nvSpPr>
        <p:spPr/>
        <p:txBody>
          <a:bodyPr/>
          <a:lstStyle/>
          <a:p>
            <a:r>
              <a:rPr lang="en-US" altLang="en-US"/>
              <a:t>TCP/IP Protocol Suite</a:t>
            </a:r>
          </a:p>
        </p:txBody>
      </p:sp>
      <p:sp>
        <p:nvSpPr>
          <p:cNvPr id="11" name="Slide Number Placeholder 2">
            <a:extLst>
              <a:ext uri="{FF2B5EF4-FFF2-40B4-BE49-F238E27FC236}">
                <a16:creationId xmlns:a16="http://schemas.microsoft.com/office/drawing/2014/main" id="{7DBC9C95-73CF-4015-962F-DB7B2422E071}"/>
              </a:ext>
            </a:extLst>
          </p:cNvPr>
          <p:cNvSpPr>
            <a:spLocks noGrp="1"/>
          </p:cNvSpPr>
          <p:nvPr>
            <p:ph type="sldNum" sz="quarter" idx="12"/>
          </p:nvPr>
        </p:nvSpPr>
        <p:spPr/>
        <p:txBody>
          <a:bodyPr/>
          <a:lstStyle/>
          <a:p>
            <a:fld id="{C1B24A72-9C45-4DF7-B355-EEDA794A8BB7}" type="slidenum">
              <a:rPr lang="en-US" altLang="en-US"/>
              <a:pPr/>
              <a:t>3</a:t>
            </a:fld>
            <a:endParaRPr lang="en-US" altLang="en-US"/>
          </a:p>
        </p:txBody>
      </p:sp>
      <p:grpSp>
        <p:nvGrpSpPr>
          <p:cNvPr id="450562" name="Group 2">
            <a:extLst>
              <a:ext uri="{FF2B5EF4-FFF2-40B4-BE49-F238E27FC236}">
                <a16:creationId xmlns:a16="http://schemas.microsoft.com/office/drawing/2014/main" id="{C8913CAA-06BA-470D-A31C-E0356F24716B}"/>
              </a:ext>
            </a:extLst>
          </p:cNvPr>
          <p:cNvGrpSpPr>
            <a:grpSpLocks/>
          </p:cNvGrpSpPr>
          <p:nvPr/>
        </p:nvGrpSpPr>
        <p:grpSpPr bwMode="auto">
          <a:xfrm>
            <a:off x="0" y="0"/>
            <a:ext cx="8686800" cy="6400800"/>
            <a:chOff x="0" y="96"/>
            <a:chExt cx="5472" cy="3840"/>
          </a:xfrm>
        </p:grpSpPr>
        <p:sp>
          <p:nvSpPr>
            <p:cNvPr id="450563" name="AutoShape 3">
              <a:extLst>
                <a:ext uri="{FF2B5EF4-FFF2-40B4-BE49-F238E27FC236}">
                  <a16:creationId xmlns:a16="http://schemas.microsoft.com/office/drawing/2014/main" id="{CE0FBAF8-5F1F-4BAB-88EE-DF606321F25D}"/>
                </a:ext>
              </a:extLst>
            </p:cNvPr>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sz="2400">
                <a:latin typeface="Times New Roman" panose="02020603050405020304" pitchFamily="18" charset="0"/>
              </a:endParaRPr>
            </a:p>
          </p:txBody>
        </p:sp>
        <p:sp>
          <p:nvSpPr>
            <p:cNvPr id="450564" name="AutoShape 4">
              <a:extLst>
                <a:ext uri="{FF2B5EF4-FFF2-40B4-BE49-F238E27FC236}">
                  <a16:creationId xmlns:a16="http://schemas.microsoft.com/office/drawing/2014/main" id="{4A19E284-09E5-469F-95FC-50D306189083}"/>
                </a:ext>
              </a:extLst>
            </p:cNvPr>
            <p:cNvSpPr>
              <a:spLocks noChangeArrowheads="1"/>
            </p:cNvSpPr>
            <p:nvPr/>
          </p:nvSpPr>
          <p:spPr bwMode="blackWhite">
            <a:xfrm>
              <a:off x="0" y="96"/>
              <a:ext cx="5376" cy="768"/>
            </a:xfrm>
            <a:custGeom>
              <a:avLst/>
              <a:gdLst>
                <a:gd name="G0" fmla="+- 1000 0 0"/>
                <a:gd name="G1" fmla="+- 1000 0 0"/>
                <a:gd name="G2" fmla="+- G0 0 G1"/>
                <a:gd name="G3" fmla="*/ G1 1 2"/>
                <a:gd name="G4" fmla="+- G0 0 G3"/>
                <a:gd name="T0" fmla="*/ 0 w 1000"/>
                <a:gd name="T1" fmla="*/ 0 h 1000"/>
                <a:gd name="T2" fmla="*/ 6170 w 1000"/>
                <a:gd name="T3" fmla="*/ 0 h 1000"/>
                <a:gd name="T4" fmla="*/ 6670 w 1000"/>
                <a:gd name="T5" fmla="*/ 500 h 1000"/>
                <a:gd name="T6" fmla="*/ 6170 w 1000"/>
                <a:gd name="T7" fmla="*/ 999 h 1000"/>
                <a:gd name="T8" fmla="*/ 0 w 1000"/>
                <a:gd name="T9" fmla="*/ 1000 h 1000"/>
                <a:gd name="T10" fmla="*/ 0 w 1000"/>
                <a:gd name="T11" fmla="*/ 0 h 1000"/>
                <a:gd name="T12" fmla="*/ G4 w 1000"/>
                <a:gd name="T13" fmla="*/ G1 h 1000"/>
              </a:gdLst>
              <a:ahLst/>
              <a:cxnLst>
                <a:cxn ang="0">
                  <a:pos x="T0" y="T1"/>
                </a:cxn>
                <a:cxn ang="0">
                  <a:pos x="T2" y="T3"/>
                </a:cxn>
                <a:cxn ang="0">
                  <a:pos x="T4" y="T5"/>
                </a:cxn>
                <a:cxn ang="0">
                  <a:pos x="T6" y="T7"/>
                </a:cxn>
                <a:cxn ang="0">
                  <a:pos x="T8" y="T9"/>
                </a:cxn>
              </a:cxnLst>
              <a:rect l="T10" t="T11" r="T12" b="T13"/>
              <a:pathLst>
                <a:path w="7000" h="1000">
                  <a:moveTo>
                    <a:pt x="0" y="0"/>
                  </a:moveTo>
                  <a:lnTo>
                    <a:pt x="6170" y="0"/>
                  </a:lnTo>
                  <a:cubicBezTo>
                    <a:pt x="6446" y="0"/>
                    <a:pt x="6670" y="223"/>
                    <a:pt x="6670" y="500"/>
                  </a:cubicBezTo>
                  <a:cubicBezTo>
                    <a:pt x="6670" y="776"/>
                    <a:pt x="6446" y="999"/>
                    <a:pt x="6170" y="999"/>
                  </a:cubicBezTo>
                  <a:lnTo>
                    <a:pt x="0" y="100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2400">
                <a:latin typeface="Times New Roman" panose="02020603050405020304" pitchFamily="18" charset="0"/>
              </a:endParaRPr>
            </a:p>
          </p:txBody>
        </p:sp>
        <p:sp>
          <p:nvSpPr>
            <p:cNvPr id="450565" name="Line 5">
              <a:extLst>
                <a:ext uri="{FF2B5EF4-FFF2-40B4-BE49-F238E27FC236}">
                  <a16:creationId xmlns:a16="http://schemas.microsoft.com/office/drawing/2014/main" id="{471BBC0F-AC19-44BD-A8C4-797F0964369C}"/>
                </a:ext>
              </a:extLst>
            </p:cNvPr>
            <p:cNvSpPr>
              <a:spLocks noChangeShapeType="1"/>
            </p:cNvSpPr>
            <p:nvPr/>
          </p:nvSpPr>
          <p:spPr bwMode="auto">
            <a:xfrm>
              <a:off x="0" y="768"/>
              <a:ext cx="5088"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450566" name="Text Box 6">
            <a:extLst>
              <a:ext uri="{FF2B5EF4-FFF2-40B4-BE49-F238E27FC236}">
                <a16:creationId xmlns:a16="http://schemas.microsoft.com/office/drawing/2014/main" id="{D2D3D33B-06CC-4CB9-BE69-4FF3230D0EAD}"/>
              </a:ext>
            </a:extLst>
          </p:cNvPr>
          <p:cNvSpPr txBox="1">
            <a:spLocks noChangeArrowheads="1"/>
          </p:cNvSpPr>
          <p:nvPr/>
        </p:nvSpPr>
        <p:spPr bwMode="auto">
          <a:xfrm>
            <a:off x="228600" y="354013"/>
            <a:ext cx="4502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a:solidFill>
                  <a:schemeClr val="bg1"/>
                </a:solidFill>
                <a:latin typeface="Arial" panose="020B0604020202020204" pitchFamily="34" charset="0"/>
              </a:rPr>
              <a:t>17.1   NAME SPACE</a:t>
            </a:r>
          </a:p>
        </p:txBody>
      </p:sp>
      <p:sp>
        <p:nvSpPr>
          <p:cNvPr id="450568" name="Rectangle 8">
            <a:extLst>
              <a:ext uri="{FF2B5EF4-FFF2-40B4-BE49-F238E27FC236}">
                <a16:creationId xmlns:a16="http://schemas.microsoft.com/office/drawing/2014/main" id="{47A6E4F3-4817-4797-9F07-9B4B20E46961}"/>
              </a:ext>
            </a:extLst>
          </p:cNvPr>
          <p:cNvSpPr>
            <a:spLocks noChangeArrowheads="1"/>
          </p:cNvSpPr>
          <p:nvPr/>
        </p:nvSpPr>
        <p:spPr bwMode="auto">
          <a:xfrm>
            <a:off x="533400" y="1371600"/>
            <a:ext cx="78486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000" i="1">
                <a:effectLst>
                  <a:outerShdw blurRad="38100" dist="38100" dir="2700000" algn="tl">
                    <a:srgbClr val="C0C0C0"/>
                  </a:outerShdw>
                </a:effectLst>
                <a:latin typeface="Times New Roman" panose="02020603050405020304" pitchFamily="18" charset="0"/>
              </a:rPr>
              <a:t>The names assigned to machines must be unique because the addresses are unique. A name space that maps each address to a unique name can be organized in two ways: flat or hierarchical.</a:t>
            </a:r>
          </a:p>
        </p:txBody>
      </p:sp>
      <p:sp>
        <p:nvSpPr>
          <p:cNvPr id="450569" name="Rectangle 9">
            <a:extLst>
              <a:ext uri="{FF2B5EF4-FFF2-40B4-BE49-F238E27FC236}">
                <a16:creationId xmlns:a16="http://schemas.microsoft.com/office/drawing/2014/main" id="{598A3ED5-512E-4C50-BA1D-995F17BD82E9}"/>
              </a:ext>
            </a:extLst>
          </p:cNvPr>
          <p:cNvSpPr>
            <a:spLocks noChangeArrowheads="1"/>
          </p:cNvSpPr>
          <p:nvPr/>
        </p:nvSpPr>
        <p:spPr bwMode="auto">
          <a:xfrm>
            <a:off x="685800" y="3870325"/>
            <a:ext cx="7848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i="1">
                <a:solidFill>
                  <a:schemeClr val="hlink"/>
                </a:solidFill>
                <a:effectLst>
                  <a:outerShdw blurRad="38100" dist="38100" dir="2700000" algn="tl">
                    <a:srgbClr val="C0C0C0"/>
                  </a:outerShdw>
                </a:effectLst>
                <a:latin typeface="Times New Roman" panose="02020603050405020304" pitchFamily="18" charset="0"/>
              </a:rPr>
              <a:t>The topics discussed in this section include:</a:t>
            </a:r>
          </a:p>
        </p:txBody>
      </p:sp>
      <p:sp>
        <p:nvSpPr>
          <p:cNvPr id="450570" name="Rectangle 10">
            <a:extLst>
              <a:ext uri="{FF2B5EF4-FFF2-40B4-BE49-F238E27FC236}">
                <a16:creationId xmlns:a16="http://schemas.microsoft.com/office/drawing/2014/main" id="{D3A9D80C-DD3B-4AD3-964A-70F93068F5B4}"/>
              </a:ext>
            </a:extLst>
          </p:cNvPr>
          <p:cNvSpPr>
            <a:spLocks noChangeArrowheads="1"/>
          </p:cNvSpPr>
          <p:nvPr/>
        </p:nvSpPr>
        <p:spPr bwMode="auto">
          <a:xfrm>
            <a:off x="685800" y="4403725"/>
            <a:ext cx="7315200" cy="7016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762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i="1">
                <a:effectLst>
                  <a:outerShdw blurRad="38100" dist="38100" dir="2700000" algn="tl">
                    <a:srgbClr val="C0C0C0"/>
                  </a:outerShdw>
                </a:effectLst>
                <a:latin typeface="Times New Roman" panose="02020603050405020304" pitchFamily="18" charset="0"/>
              </a:rPr>
              <a:t>Flat Name Space </a:t>
            </a:r>
          </a:p>
          <a:p>
            <a:r>
              <a:rPr lang="en-US" altLang="en-US" sz="2000" i="1">
                <a:effectLst>
                  <a:outerShdw blurRad="38100" dist="38100" dir="2700000" algn="tl">
                    <a:srgbClr val="C0C0C0"/>
                  </a:outerShdw>
                </a:effectLst>
                <a:latin typeface="Times New Roman" panose="02020603050405020304" pitchFamily="18" charset="0"/>
              </a:rPr>
              <a:t>Hierarchical Name Space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Footer Placeholder 1">
            <a:extLst>
              <a:ext uri="{FF2B5EF4-FFF2-40B4-BE49-F238E27FC236}">
                <a16:creationId xmlns:a16="http://schemas.microsoft.com/office/drawing/2014/main" id="{F326E573-C9E0-410C-8A64-DFA85C4F7E4E}"/>
              </a:ext>
            </a:extLst>
          </p:cNvPr>
          <p:cNvSpPr>
            <a:spLocks noGrp="1"/>
          </p:cNvSpPr>
          <p:nvPr>
            <p:ph type="ftr" sz="quarter" idx="11"/>
          </p:nvPr>
        </p:nvSpPr>
        <p:spPr/>
        <p:txBody>
          <a:bodyPr/>
          <a:lstStyle/>
          <a:p>
            <a:r>
              <a:rPr lang="en-US" altLang="en-US"/>
              <a:t>TCP/IP Protocol Suite</a:t>
            </a:r>
          </a:p>
        </p:txBody>
      </p:sp>
      <p:sp>
        <p:nvSpPr>
          <p:cNvPr id="11" name="Slide Number Placeholder 2">
            <a:extLst>
              <a:ext uri="{FF2B5EF4-FFF2-40B4-BE49-F238E27FC236}">
                <a16:creationId xmlns:a16="http://schemas.microsoft.com/office/drawing/2014/main" id="{8FE213E5-E036-456D-8E74-30FB8A1AB7F8}"/>
              </a:ext>
            </a:extLst>
          </p:cNvPr>
          <p:cNvSpPr>
            <a:spLocks noGrp="1"/>
          </p:cNvSpPr>
          <p:nvPr>
            <p:ph type="sldNum" sz="quarter" idx="12"/>
          </p:nvPr>
        </p:nvSpPr>
        <p:spPr/>
        <p:txBody>
          <a:bodyPr/>
          <a:lstStyle/>
          <a:p>
            <a:fld id="{DFAD69FD-5160-4ED3-881A-5D97971F155A}" type="slidenum">
              <a:rPr lang="en-US" altLang="en-US"/>
              <a:pPr/>
              <a:t>4</a:t>
            </a:fld>
            <a:endParaRPr lang="en-US" altLang="en-US"/>
          </a:p>
        </p:txBody>
      </p:sp>
      <p:grpSp>
        <p:nvGrpSpPr>
          <p:cNvPr id="475138" name="Group 2">
            <a:extLst>
              <a:ext uri="{FF2B5EF4-FFF2-40B4-BE49-F238E27FC236}">
                <a16:creationId xmlns:a16="http://schemas.microsoft.com/office/drawing/2014/main" id="{502263E3-E003-4353-B3ED-CACEB829B8F1}"/>
              </a:ext>
            </a:extLst>
          </p:cNvPr>
          <p:cNvGrpSpPr>
            <a:grpSpLocks/>
          </p:cNvGrpSpPr>
          <p:nvPr/>
        </p:nvGrpSpPr>
        <p:grpSpPr bwMode="auto">
          <a:xfrm>
            <a:off x="0" y="0"/>
            <a:ext cx="8686800" cy="6400800"/>
            <a:chOff x="0" y="96"/>
            <a:chExt cx="5472" cy="3840"/>
          </a:xfrm>
        </p:grpSpPr>
        <p:sp>
          <p:nvSpPr>
            <p:cNvPr id="475139" name="AutoShape 3">
              <a:extLst>
                <a:ext uri="{FF2B5EF4-FFF2-40B4-BE49-F238E27FC236}">
                  <a16:creationId xmlns:a16="http://schemas.microsoft.com/office/drawing/2014/main" id="{70F55364-B328-4772-96CE-8AC3EFF7496E}"/>
                </a:ext>
              </a:extLst>
            </p:cNvPr>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sz="2400">
                <a:latin typeface="Times New Roman" panose="02020603050405020304" pitchFamily="18" charset="0"/>
              </a:endParaRPr>
            </a:p>
          </p:txBody>
        </p:sp>
        <p:sp>
          <p:nvSpPr>
            <p:cNvPr id="475140" name="AutoShape 4">
              <a:extLst>
                <a:ext uri="{FF2B5EF4-FFF2-40B4-BE49-F238E27FC236}">
                  <a16:creationId xmlns:a16="http://schemas.microsoft.com/office/drawing/2014/main" id="{A1079DA5-9947-4789-970B-015B9D351874}"/>
                </a:ext>
              </a:extLst>
            </p:cNvPr>
            <p:cNvSpPr>
              <a:spLocks noChangeArrowheads="1"/>
            </p:cNvSpPr>
            <p:nvPr/>
          </p:nvSpPr>
          <p:spPr bwMode="blackWhite">
            <a:xfrm>
              <a:off x="0" y="96"/>
              <a:ext cx="5376" cy="768"/>
            </a:xfrm>
            <a:custGeom>
              <a:avLst/>
              <a:gdLst>
                <a:gd name="G0" fmla="+- 1000 0 0"/>
                <a:gd name="G1" fmla="+- 1000 0 0"/>
                <a:gd name="G2" fmla="+- G0 0 G1"/>
                <a:gd name="G3" fmla="*/ G1 1 2"/>
                <a:gd name="G4" fmla="+- G0 0 G3"/>
                <a:gd name="T0" fmla="*/ 0 w 1000"/>
                <a:gd name="T1" fmla="*/ 0 h 1000"/>
                <a:gd name="T2" fmla="*/ 6170 w 1000"/>
                <a:gd name="T3" fmla="*/ 0 h 1000"/>
                <a:gd name="T4" fmla="*/ 6670 w 1000"/>
                <a:gd name="T5" fmla="*/ 500 h 1000"/>
                <a:gd name="T6" fmla="*/ 6170 w 1000"/>
                <a:gd name="T7" fmla="*/ 999 h 1000"/>
                <a:gd name="T8" fmla="*/ 0 w 1000"/>
                <a:gd name="T9" fmla="*/ 1000 h 1000"/>
                <a:gd name="T10" fmla="*/ 0 w 1000"/>
                <a:gd name="T11" fmla="*/ 0 h 1000"/>
                <a:gd name="T12" fmla="*/ G4 w 1000"/>
                <a:gd name="T13" fmla="*/ G1 h 1000"/>
              </a:gdLst>
              <a:ahLst/>
              <a:cxnLst>
                <a:cxn ang="0">
                  <a:pos x="T0" y="T1"/>
                </a:cxn>
                <a:cxn ang="0">
                  <a:pos x="T2" y="T3"/>
                </a:cxn>
                <a:cxn ang="0">
                  <a:pos x="T4" y="T5"/>
                </a:cxn>
                <a:cxn ang="0">
                  <a:pos x="T6" y="T7"/>
                </a:cxn>
                <a:cxn ang="0">
                  <a:pos x="T8" y="T9"/>
                </a:cxn>
              </a:cxnLst>
              <a:rect l="T10" t="T11" r="T12" b="T13"/>
              <a:pathLst>
                <a:path w="7000" h="1000">
                  <a:moveTo>
                    <a:pt x="0" y="0"/>
                  </a:moveTo>
                  <a:lnTo>
                    <a:pt x="6170" y="0"/>
                  </a:lnTo>
                  <a:cubicBezTo>
                    <a:pt x="6446" y="0"/>
                    <a:pt x="6670" y="223"/>
                    <a:pt x="6670" y="500"/>
                  </a:cubicBezTo>
                  <a:cubicBezTo>
                    <a:pt x="6670" y="776"/>
                    <a:pt x="6446" y="999"/>
                    <a:pt x="6170" y="999"/>
                  </a:cubicBezTo>
                  <a:lnTo>
                    <a:pt x="0" y="100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2400">
                <a:latin typeface="Times New Roman" panose="02020603050405020304" pitchFamily="18" charset="0"/>
              </a:endParaRPr>
            </a:p>
          </p:txBody>
        </p:sp>
        <p:sp>
          <p:nvSpPr>
            <p:cNvPr id="475141" name="Line 5">
              <a:extLst>
                <a:ext uri="{FF2B5EF4-FFF2-40B4-BE49-F238E27FC236}">
                  <a16:creationId xmlns:a16="http://schemas.microsoft.com/office/drawing/2014/main" id="{BA186B33-993F-4CCC-AEEF-16FE7171CFD8}"/>
                </a:ext>
              </a:extLst>
            </p:cNvPr>
            <p:cNvSpPr>
              <a:spLocks noChangeShapeType="1"/>
            </p:cNvSpPr>
            <p:nvPr/>
          </p:nvSpPr>
          <p:spPr bwMode="auto">
            <a:xfrm>
              <a:off x="0" y="768"/>
              <a:ext cx="5088"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475142" name="Text Box 6">
            <a:extLst>
              <a:ext uri="{FF2B5EF4-FFF2-40B4-BE49-F238E27FC236}">
                <a16:creationId xmlns:a16="http://schemas.microsoft.com/office/drawing/2014/main" id="{4706EB49-C0BA-444F-AACB-FC280DD4CEAC}"/>
              </a:ext>
            </a:extLst>
          </p:cNvPr>
          <p:cNvSpPr txBox="1">
            <a:spLocks noChangeArrowheads="1"/>
          </p:cNvSpPr>
          <p:nvPr/>
        </p:nvSpPr>
        <p:spPr bwMode="auto">
          <a:xfrm>
            <a:off x="228600" y="354013"/>
            <a:ext cx="6483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a:solidFill>
                  <a:schemeClr val="bg1"/>
                </a:solidFill>
                <a:latin typeface="Arial" panose="020B0604020202020204" pitchFamily="34" charset="0"/>
              </a:rPr>
              <a:t>17.2   DOMAIN NAME SPACE</a:t>
            </a:r>
          </a:p>
        </p:txBody>
      </p:sp>
      <p:sp>
        <p:nvSpPr>
          <p:cNvPr id="475143" name="Rectangle 7">
            <a:extLst>
              <a:ext uri="{FF2B5EF4-FFF2-40B4-BE49-F238E27FC236}">
                <a16:creationId xmlns:a16="http://schemas.microsoft.com/office/drawing/2014/main" id="{F4C4FB3E-C652-406E-9482-B56AEB5C3BEB}"/>
              </a:ext>
            </a:extLst>
          </p:cNvPr>
          <p:cNvSpPr>
            <a:spLocks noChangeArrowheads="1"/>
          </p:cNvSpPr>
          <p:nvPr/>
        </p:nvSpPr>
        <p:spPr bwMode="auto">
          <a:xfrm>
            <a:off x="533400" y="1371600"/>
            <a:ext cx="78486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000" i="1">
                <a:effectLst>
                  <a:outerShdw blurRad="38100" dist="38100" dir="2700000" algn="tl">
                    <a:srgbClr val="C0C0C0"/>
                  </a:outerShdw>
                </a:effectLst>
                <a:latin typeface="Times New Roman" panose="02020603050405020304" pitchFamily="18" charset="0"/>
              </a:rPr>
              <a:t>The domain name space is hierarchical in design. The names are defined in an inverted-tree structure with the root at the top. The tree can have 128 levels: level 0 (root) to level 127.</a:t>
            </a:r>
          </a:p>
        </p:txBody>
      </p:sp>
      <p:sp>
        <p:nvSpPr>
          <p:cNvPr id="475144" name="Rectangle 8">
            <a:extLst>
              <a:ext uri="{FF2B5EF4-FFF2-40B4-BE49-F238E27FC236}">
                <a16:creationId xmlns:a16="http://schemas.microsoft.com/office/drawing/2014/main" id="{861CA207-2B36-40C4-BFC1-B1AFC980B36E}"/>
              </a:ext>
            </a:extLst>
          </p:cNvPr>
          <p:cNvSpPr>
            <a:spLocks noChangeArrowheads="1"/>
          </p:cNvSpPr>
          <p:nvPr/>
        </p:nvSpPr>
        <p:spPr bwMode="auto">
          <a:xfrm>
            <a:off x="685800" y="3870325"/>
            <a:ext cx="7848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i="1">
                <a:solidFill>
                  <a:schemeClr val="hlink"/>
                </a:solidFill>
                <a:effectLst>
                  <a:outerShdw blurRad="38100" dist="38100" dir="2700000" algn="tl">
                    <a:srgbClr val="C0C0C0"/>
                  </a:outerShdw>
                </a:effectLst>
                <a:latin typeface="Times New Roman" panose="02020603050405020304" pitchFamily="18" charset="0"/>
              </a:rPr>
              <a:t>The topics discussed in this section include:</a:t>
            </a:r>
          </a:p>
        </p:txBody>
      </p:sp>
      <p:sp>
        <p:nvSpPr>
          <p:cNvPr id="475145" name="Rectangle 9">
            <a:extLst>
              <a:ext uri="{FF2B5EF4-FFF2-40B4-BE49-F238E27FC236}">
                <a16:creationId xmlns:a16="http://schemas.microsoft.com/office/drawing/2014/main" id="{915A7112-6EE8-40C7-A191-276BB5F60466}"/>
              </a:ext>
            </a:extLst>
          </p:cNvPr>
          <p:cNvSpPr>
            <a:spLocks noChangeArrowheads="1"/>
          </p:cNvSpPr>
          <p:nvPr/>
        </p:nvSpPr>
        <p:spPr bwMode="auto">
          <a:xfrm>
            <a:off x="685800" y="4403725"/>
            <a:ext cx="7315200" cy="10064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762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i="1">
                <a:effectLst>
                  <a:outerShdw blurRad="38100" dist="38100" dir="2700000" algn="tl">
                    <a:srgbClr val="C0C0C0"/>
                  </a:outerShdw>
                </a:effectLst>
                <a:latin typeface="Times New Roman" panose="02020603050405020304" pitchFamily="18" charset="0"/>
              </a:rPr>
              <a:t>Label </a:t>
            </a:r>
          </a:p>
          <a:p>
            <a:r>
              <a:rPr lang="en-US" altLang="en-US" sz="2000" i="1">
                <a:effectLst>
                  <a:outerShdw blurRad="38100" dist="38100" dir="2700000" algn="tl">
                    <a:srgbClr val="C0C0C0"/>
                  </a:outerShdw>
                </a:effectLst>
                <a:latin typeface="Times New Roman" panose="02020603050405020304" pitchFamily="18" charset="0"/>
              </a:rPr>
              <a:t>Domain Name </a:t>
            </a:r>
          </a:p>
          <a:p>
            <a:r>
              <a:rPr lang="en-US" altLang="en-US" sz="2000" i="1">
                <a:effectLst>
                  <a:outerShdw blurRad="38100" dist="38100" dir="2700000" algn="tl">
                    <a:srgbClr val="C0C0C0"/>
                  </a:outerShdw>
                </a:effectLst>
                <a:latin typeface="Times New Roman" panose="02020603050405020304" pitchFamily="18" charset="0"/>
              </a:rPr>
              <a:t>Domain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A280E71C-5732-4B74-8F25-223CADB6D9DD}"/>
              </a:ext>
            </a:extLst>
          </p:cNvPr>
          <p:cNvSpPr>
            <a:spLocks noGrp="1"/>
          </p:cNvSpPr>
          <p:nvPr>
            <p:ph type="ftr" sz="quarter" idx="11"/>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ACA7E49A-9872-42B0-B8F4-D74E1DA29D6B}"/>
              </a:ext>
            </a:extLst>
          </p:cNvPr>
          <p:cNvSpPr>
            <a:spLocks noGrp="1"/>
          </p:cNvSpPr>
          <p:nvPr>
            <p:ph type="sldNum" sz="quarter" idx="12"/>
          </p:nvPr>
        </p:nvSpPr>
        <p:spPr/>
        <p:txBody>
          <a:bodyPr/>
          <a:lstStyle/>
          <a:p>
            <a:fld id="{65E4D691-C40C-481B-8A70-AE3D7C77EDB2}" type="slidenum">
              <a:rPr lang="en-US" altLang="en-US"/>
              <a:pPr/>
              <a:t>5</a:t>
            </a:fld>
            <a:endParaRPr lang="en-US" altLang="en-US"/>
          </a:p>
        </p:txBody>
      </p:sp>
      <p:sp>
        <p:nvSpPr>
          <p:cNvPr id="485378" name="Text Box 2">
            <a:extLst>
              <a:ext uri="{FF2B5EF4-FFF2-40B4-BE49-F238E27FC236}">
                <a16:creationId xmlns:a16="http://schemas.microsoft.com/office/drawing/2014/main" id="{3EFC56C2-540B-4952-BC4B-0AA2C6B2D21A}"/>
              </a:ext>
            </a:extLst>
          </p:cNvPr>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17.1</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Domain name space</a:t>
            </a:r>
          </a:p>
        </p:txBody>
      </p:sp>
      <p:sp>
        <p:nvSpPr>
          <p:cNvPr id="485379" name="Rectangle 3">
            <a:extLst>
              <a:ext uri="{FF2B5EF4-FFF2-40B4-BE49-F238E27FC236}">
                <a16:creationId xmlns:a16="http://schemas.microsoft.com/office/drawing/2014/main" id="{B2A830ED-B22B-42C2-B03C-6A26117D3087}"/>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85380" name="Rectangle 4">
            <a:extLst>
              <a:ext uri="{FF2B5EF4-FFF2-40B4-BE49-F238E27FC236}">
                <a16:creationId xmlns:a16="http://schemas.microsoft.com/office/drawing/2014/main" id="{E87D5538-B937-4357-9446-054B1BA90B5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85381" name="Rectangle 5">
            <a:extLst>
              <a:ext uri="{FF2B5EF4-FFF2-40B4-BE49-F238E27FC236}">
                <a16:creationId xmlns:a16="http://schemas.microsoft.com/office/drawing/2014/main" id="{DE26CDFA-BA9E-458F-AC66-D6D355519D6C}"/>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85382" name="Rectangle 6">
            <a:extLst>
              <a:ext uri="{FF2B5EF4-FFF2-40B4-BE49-F238E27FC236}">
                <a16:creationId xmlns:a16="http://schemas.microsoft.com/office/drawing/2014/main" id="{F7B3553D-3746-4B6C-BA74-723396A6653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85383" name="Rectangle 7">
            <a:extLst>
              <a:ext uri="{FF2B5EF4-FFF2-40B4-BE49-F238E27FC236}">
                <a16:creationId xmlns:a16="http://schemas.microsoft.com/office/drawing/2014/main" id="{8B1B9C52-B5F1-402D-87BB-3C0E853F16B3}"/>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85384" name="Rectangle 8">
            <a:extLst>
              <a:ext uri="{FF2B5EF4-FFF2-40B4-BE49-F238E27FC236}">
                <a16:creationId xmlns:a16="http://schemas.microsoft.com/office/drawing/2014/main" id="{433528AE-2C92-4ED0-8261-9B987DAF8F38}"/>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85385" name="Rectangle 9">
            <a:extLst>
              <a:ext uri="{FF2B5EF4-FFF2-40B4-BE49-F238E27FC236}">
                <a16:creationId xmlns:a16="http://schemas.microsoft.com/office/drawing/2014/main" id="{82149FAD-CA41-4104-ACFE-4182A16CD0A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485386" name="Picture 10">
            <a:extLst>
              <a:ext uri="{FF2B5EF4-FFF2-40B4-BE49-F238E27FC236}">
                <a16:creationId xmlns:a16="http://schemas.microsoft.com/office/drawing/2014/main" id="{D30C418E-930C-4AF0-B978-74490380F1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750" y="1577975"/>
            <a:ext cx="8629650" cy="367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F4F584C0-0646-4C76-A3B0-266D6FD34116}"/>
              </a:ext>
            </a:extLst>
          </p:cNvPr>
          <p:cNvSpPr>
            <a:spLocks noGrp="1"/>
          </p:cNvSpPr>
          <p:nvPr>
            <p:ph type="ftr" sz="quarter" idx="11"/>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E2A8A243-7851-4165-AA70-B04E491CBCC8}"/>
              </a:ext>
            </a:extLst>
          </p:cNvPr>
          <p:cNvSpPr>
            <a:spLocks noGrp="1"/>
          </p:cNvSpPr>
          <p:nvPr>
            <p:ph type="sldNum" sz="quarter" idx="12"/>
          </p:nvPr>
        </p:nvSpPr>
        <p:spPr/>
        <p:txBody>
          <a:bodyPr/>
          <a:lstStyle/>
          <a:p>
            <a:fld id="{1D2BEE28-0236-43B3-A9CA-0B662E1DC765}" type="slidenum">
              <a:rPr lang="en-US" altLang="en-US"/>
              <a:pPr/>
              <a:t>6</a:t>
            </a:fld>
            <a:endParaRPr lang="en-US" altLang="en-US"/>
          </a:p>
        </p:txBody>
      </p:sp>
      <p:sp>
        <p:nvSpPr>
          <p:cNvPr id="486402" name="Text Box 2">
            <a:extLst>
              <a:ext uri="{FF2B5EF4-FFF2-40B4-BE49-F238E27FC236}">
                <a16:creationId xmlns:a16="http://schemas.microsoft.com/office/drawing/2014/main" id="{B8709838-EE83-44E8-AE36-8C26E07EDC5F}"/>
              </a:ext>
            </a:extLst>
          </p:cNvPr>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17.2</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Domain names and labels</a:t>
            </a:r>
          </a:p>
        </p:txBody>
      </p:sp>
      <p:sp>
        <p:nvSpPr>
          <p:cNvPr id="486403" name="Rectangle 3">
            <a:extLst>
              <a:ext uri="{FF2B5EF4-FFF2-40B4-BE49-F238E27FC236}">
                <a16:creationId xmlns:a16="http://schemas.microsoft.com/office/drawing/2014/main" id="{2F7AFE6A-DA5B-4AC4-95DA-F04FE0003F63}"/>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86404" name="Rectangle 4">
            <a:extLst>
              <a:ext uri="{FF2B5EF4-FFF2-40B4-BE49-F238E27FC236}">
                <a16:creationId xmlns:a16="http://schemas.microsoft.com/office/drawing/2014/main" id="{AF301915-3F0C-4ADB-A052-F2307F960F27}"/>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86405" name="Rectangle 5">
            <a:extLst>
              <a:ext uri="{FF2B5EF4-FFF2-40B4-BE49-F238E27FC236}">
                <a16:creationId xmlns:a16="http://schemas.microsoft.com/office/drawing/2014/main" id="{6C8C96D1-587C-40CE-88BE-C76AC0E8C61F}"/>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86406" name="Rectangle 6">
            <a:extLst>
              <a:ext uri="{FF2B5EF4-FFF2-40B4-BE49-F238E27FC236}">
                <a16:creationId xmlns:a16="http://schemas.microsoft.com/office/drawing/2014/main" id="{2D9B6A86-3553-4882-B81A-F87EBE703974}"/>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86407" name="Rectangle 7">
            <a:extLst>
              <a:ext uri="{FF2B5EF4-FFF2-40B4-BE49-F238E27FC236}">
                <a16:creationId xmlns:a16="http://schemas.microsoft.com/office/drawing/2014/main" id="{614179E3-1346-4F62-91F4-EA5C456A674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86408" name="Rectangle 8">
            <a:extLst>
              <a:ext uri="{FF2B5EF4-FFF2-40B4-BE49-F238E27FC236}">
                <a16:creationId xmlns:a16="http://schemas.microsoft.com/office/drawing/2014/main" id="{65BED935-6AD6-4473-A4C7-55197FB7A723}"/>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86409" name="Rectangle 9">
            <a:extLst>
              <a:ext uri="{FF2B5EF4-FFF2-40B4-BE49-F238E27FC236}">
                <a16:creationId xmlns:a16="http://schemas.microsoft.com/office/drawing/2014/main" id="{6A7AC526-7C40-493D-A2D0-4F5310F8BC7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486410" name="Picture 10">
            <a:extLst>
              <a:ext uri="{FF2B5EF4-FFF2-40B4-BE49-F238E27FC236}">
                <a16:creationId xmlns:a16="http://schemas.microsoft.com/office/drawing/2014/main" id="{7FB5CAFE-2309-4423-9E8C-EC04484EFA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5188" y="1016000"/>
            <a:ext cx="7669212" cy="508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59EB15C2-CB0B-4C0D-97AF-9B55FC429B1E}"/>
              </a:ext>
            </a:extLst>
          </p:cNvPr>
          <p:cNvSpPr>
            <a:spLocks noGrp="1"/>
          </p:cNvSpPr>
          <p:nvPr>
            <p:ph type="ftr" sz="quarter" idx="11"/>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1EE9A187-6188-48CA-8034-1263050E79A7}"/>
              </a:ext>
            </a:extLst>
          </p:cNvPr>
          <p:cNvSpPr>
            <a:spLocks noGrp="1"/>
          </p:cNvSpPr>
          <p:nvPr>
            <p:ph type="sldNum" sz="quarter" idx="12"/>
          </p:nvPr>
        </p:nvSpPr>
        <p:spPr/>
        <p:txBody>
          <a:bodyPr/>
          <a:lstStyle/>
          <a:p>
            <a:fld id="{D6835799-D9BC-4131-91B0-A63651EE295D}" type="slidenum">
              <a:rPr lang="en-US" altLang="en-US"/>
              <a:pPr/>
              <a:t>7</a:t>
            </a:fld>
            <a:endParaRPr lang="en-US" altLang="en-US"/>
          </a:p>
        </p:txBody>
      </p:sp>
      <p:sp>
        <p:nvSpPr>
          <p:cNvPr id="487426" name="Text Box 2">
            <a:extLst>
              <a:ext uri="{FF2B5EF4-FFF2-40B4-BE49-F238E27FC236}">
                <a16:creationId xmlns:a16="http://schemas.microsoft.com/office/drawing/2014/main" id="{A6E081ED-457C-41F7-8E7D-1F36BEFEBBD0}"/>
              </a:ext>
            </a:extLst>
          </p:cNvPr>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17.3</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FQDN and PQDN</a:t>
            </a:r>
          </a:p>
        </p:txBody>
      </p:sp>
      <p:sp>
        <p:nvSpPr>
          <p:cNvPr id="487427" name="Rectangle 3">
            <a:extLst>
              <a:ext uri="{FF2B5EF4-FFF2-40B4-BE49-F238E27FC236}">
                <a16:creationId xmlns:a16="http://schemas.microsoft.com/office/drawing/2014/main" id="{7B86EFA5-3EDE-4D62-A014-577CAD2B968E}"/>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87428" name="Rectangle 4">
            <a:extLst>
              <a:ext uri="{FF2B5EF4-FFF2-40B4-BE49-F238E27FC236}">
                <a16:creationId xmlns:a16="http://schemas.microsoft.com/office/drawing/2014/main" id="{3209AEDE-D6D2-4C09-BE15-29BFFAD44204}"/>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87429" name="Rectangle 5">
            <a:extLst>
              <a:ext uri="{FF2B5EF4-FFF2-40B4-BE49-F238E27FC236}">
                <a16:creationId xmlns:a16="http://schemas.microsoft.com/office/drawing/2014/main" id="{620322F3-4AF1-49A3-AB59-4D52A6784DAC}"/>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87430" name="Rectangle 6">
            <a:extLst>
              <a:ext uri="{FF2B5EF4-FFF2-40B4-BE49-F238E27FC236}">
                <a16:creationId xmlns:a16="http://schemas.microsoft.com/office/drawing/2014/main" id="{766A9A4E-189A-4535-8E3F-D9E1EED5BE97}"/>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87431" name="Rectangle 7">
            <a:extLst>
              <a:ext uri="{FF2B5EF4-FFF2-40B4-BE49-F238E27FC236}">
                <a16:creationId xmlns:a16="http://schemas.microsoft.com/office/drawing/2014/main" id="{C63CB417-53EE-4E66-ABA8-43927D8FA7D4}"/>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87432" name="Rectangle 8">
            <a:extLst>
              <a:ext uri="{FF2B5EF4-FFF2-40B4-BE49-F238E27FC236}">
                <a16:creationId xmlns:a16="http://schemas.microsoft.com/office/drawing/2014/main" id="{695DF7D8-9AE2-4976-A7F2-56CCEDCFDC77}"/>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87433" name="Rectangle 9">
            <a:extLst>
              <a:ext uri="{FF2B5EF4-FFF2-40B4-BE49-F238E27FC236}">
                <a16:creationId xmlns:a16="http://schemas.microsoft.com/office/drawing/2014/main" id="{23821213-1D8E-4A46-8944-06214A93506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487434" name="Picture 10">
            <a:extLst>
              <a:ext uri="{FF2B5EF4-FFF2-40B4-BE49-F238E27FC236}">
                <a16:creationId xmlns:a16="http://schemas.microsoft.com/office/drawing/2014/main" id="{D4EAD52A-25B5-41D4-959F-125217FC84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650" y="2501900"/>
            <a:ext cx="7886700" cy="1852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80E9EC88-CE6F-43C0-8D59-862F46E3DFC6}"/>
              </a:ext>
            </a:extLst>
          </p:cNvPr>
          <p:cNvSpPr>
            <a:spLocks noGrp="1"/>
          </p:cNvSpPr>
          <p:nvPr>
            <p:ph type="ftr" sz="quarter" idx="11"/>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86C6CD96-70A0-44A4-973D-B70393447E9E}"/>
              </a:ext>
            </a:extLst>
          </p:cNvPr>
          <p:cNvSpPr>
            <a:spLocks noGrp="1"/>
          </p:cNvSpPr>
          <p:nvPr>
            <p:ph type="sldNum" sz="quarter" idx="12"/>
          </p:nvPr>
        </p:nvSpPr>
        <p:spPr/>
        <p:txBody>
          <a:bodyPr/>
          <a:lstStyle/>
          <a:p>
            <a:fld id="{EB3037D2-A52A-4A48-B615-3FE051B5113E}" type="slidenum">
              <a:rPr lang="en-US" altLang="en-US"/>
              <a:pPr/>
              <a:t>8</a:t>
            </a:fld>
            <a:endParaRPr lang="en-US" altLang="en-US"/>
          </a:p>
        </p:txBody>
      </p:sp>
      <p:sp>
        <p:nvSpPr>
          <p:cNvPr id="488450" name="Text Box 2">
            <a:extLst>
              <a:ext uri="{FF2B5EF4-FFF2-40B4-BE49-F238E27FC236}">
                <a16:creationId xmlns:a16="http://schemas.microsoft.com/office/drawing/2014/main" id="{F7ED611D-EA3C-4AB2-B1F3-E6193509A578}"/>
              </a:ext>
            </a:extLst>
          </p:cNvPr>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17.4</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Domains</a:t>
            </a:r>
          </a:p>
        </p:txBody>
      </p:sp>
      <p:sp>
        <p:nvSpPr>
          <p:cNvPr id="488451" name="Rectangle 3">
            <a:extLst>
              <a:ext uri="{FF2B5EF4-FFF2-40B4-BE49-F238E27FC236}">
                <a16:creationId xmlns:a16="http://schemas.microsoft.com/office/drawing/2014/main" id="{7BD80883-E8E4-47B5-95E9-9A854ADFD309}"/>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88452" name="Rectangle 4">
            <a:extLst>
              <a:ext uri="{FF2B5EF4-FFF2-40B4-BE49-F238E27FC236}">
                <a16:creationId xmlns:a16="http://schemas.microsoft.com/office/drawing/2014/main" id="{85F042A3-356E-4F8F-8EF3-AB44BD6831C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88453" name="Rectangle 5">
            <a:extLst>
              <a:ext uri="{FF2B5EF4-FFF2-40B4-BE49-F238E27FC236}">
                <a16:creationId xmlns:a16="http://schemas.microsoft.com/office/drawing/2014/main" id="{DFFF8B23-3DDA-4228-B606-09A9B3316390}"/>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88454" name="Rectangle 6">
            <a:extLst>
              <a:ext uri="{FF2B5EF4-FFF2-40B4-BE49-F238E27FC236}">
                <a16:creationId xmlns:a16="http://schemas.microsoft.com/office/drawing/2014/main" id="{22F6EECF-0E2C-491F-8AB3-741685E8DE06}"/>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88455" name="Rectangle 7">
            <a:extLst>
              <a:ext uri="{FF2B5EF4-FFF2-40B4-BE49-F238E27FC236}">
                <a16:creationId xmlns:a16="http://schemas.microsoft.com/office/drawing/2014/main" id="{9DFDDFCC-8056-4896-A587-6A18AD486FA8}"/>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88456" name="Rectangle 8">
            <a:extLst>
              <a:ext uri="{FF2B5EF4-FFF2-40B4-BE49-F238E27FC236}">
                <a16:creationId xmlns:a16="http://schemas.microsoft.com/office/drawing/2014/main" id="{5B65F1CD-9E28-4366-91D4-EC097665A0B1}"/>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88457" name="Rectangle 9">
            <a:extLst>
              <a:ext uri="{FF2B5EF4-FFF2-40B4-BE49-F238E27FC236}">
                <a16:creationId xmlns:a16="http://schemas.microsoft.com/office/drawing/2014/main" id="{90697C92-526F-46BB-9087-465E0B3465E6}"/>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488458" name="Picture 10">
            <a:extLst>
              <a:ext uri="{FF2B5EF4-FFF2-40B4-BE49-F238E27FC236}">
                <a16:creationId xmlns:a16="http://schemas.microsoft.com/office/drawing/2014/main" id="{EDD118A0-7F18-4BA1-A8DE-56068A5E9E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5363" y="1635125"/>
            <a:ext cx="6472237" cy="385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Footer Placeholder 1">
            <a:extLst>
              <a:ext uri="{FF2B5EF4-FFF2-40B4-BE49-F238E27FC236}">
                <a16:creationId xmlns:a16="http://schemas.microsoft.com/office/drawing/2014/main" id="{7B2378EB-5E48-4FD1-8C7E-25C469343EE8}"/>
              </a:ext>
            </a:extLst>
          </p:cNvPr>
          <p:cNvSpPr>
            <a:spLocks noGrp="1"/>
          </p:cNvSpPr>
          <p:nvPr>
            <p:ph type="ftr" sz="quarter" idx="11"/>
          </p:nvPr>
        </p:nvSpPr>
        <p:spPr/>
        <p:txBody>
          <a:bodyPr/>
          <a:lstStyle/>
          <a:p>
            <a:r>
              <a:rPr lang="en-US" altLang="en-US"/>
              <a:t>TCP/IP Protocol Suite</a:t>
            </a:r>
          </a:p>
        </p:txBody>
      </p:sp>
      <p:sp>
        <p:nvSpPr>
          <p:cNvPr id="11" name="Slide Number Placeholder 2">
            <a:extLst>
              <a:ext uri="{FF2B5EF4-FFF2-40B4-BE49-F238E27FC236}">
                <a16:creationId xmlns:a16="http://schemas.microsoft.com/office/drawing/2014/main" id="{4B76C8A8-B33F-4AE6-A3CB-681E21386C14}"/>
              </a:ext>
            </a:extLst>
          </p:cNvPr>
          <p:cNvSpPr>
            <a:spLocks noGrp="1"/>
          </p:cNvSpPr>
          <p:nvPr>
            <p:ph type="sldNum" sz="quarter" idx="12"/>
          </p:nvPr>
        </p:nvSpPr>
        <p:spPr/>
        <p:txBody>
          <a:bodyPr/>
          <a:lstStyle/>
          <a:p>
            <a:fld id="{4B95F23E-32AB-4B0E-B7E9-11AEE4073B05}" type="slidenum">
              <a:rPr lang="en-US" altLang="en-US"/>
              <a:pPr/>
              <a:t>9</a:t>
            </a:fld>
            <a:endParaRPr lang="en-US" altLang="en-US"/>
          </a:p>
        </p:txBody>
      </p:sp>
      <p:grpSp>
        <p:nvGrpSpPr>
          <p:cNvPr id="476162" name="Group 2">
            <a:extLst>
              <a:ext uri="{FF2B5EF4-FFF2-40B4-BE49-F238E27FC236}">
                <a16:creationId xmlns:a16="http://schemas.microsoft.com/office/drawing/2014/main" id="{FA173C3F-65E8-4AED-B2BD-5D31DA4E9E41}"/>
              </a:ext>
            </a:extLst>
          </p:cNvPr>
          <p:cNvGrpSpPr>
            <a:grpSpLocks/>
          </p:cNvGrpSpPr>
          <p:nvPr/>
        </p:nvGrpSpPr>
        <p:grpSpPr bwMode="auto">
          <a:xfrm>
            <a:off x="0" y="0"/>
            <a:ext cx="8686800" cy="6400800"/>
            <a:chOff x="0" y="96"/>
            <a:chExt cx="5472" cy="3840"/>
          </a:xfrm>
        </p:grpSpPr>
        <p:sp>
          <p:nvSpPr>
            <p:cNvPr id="476163" name="AutoShape 3">
              <a:extLst>
                <a:ext uri="{FF2B5EF4-FFF2-40B4-BE49-F238E27FC236}">
                  <a16:creationId xmlns:a16="http://schemas.microsoft.com/office/drawing/2014/main" id="{ED2CB0C6-D5CB-4390-81C7-A9D6DACF8E5C}"/>
                </a:ext>
              </a:extLst>
            </p:cNvPr>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sz="2400">
                <a:latin typeface="Times New Roman" panose="02020603050405020304" pitchFamily="18" charset="0"/>
              </a:endParaRPr>
            </a:p>
          </p:txBody>
        </p:sp>
        <p:sp>
          <p:nvSpPr>
            <p:cNvPr id="476164" name="AutoShape 4">
              <a:extLst>
                <a:ext uri="{FF2B5EF4-FFF2-40B4-BE49-F238E27FC236}">
                  <a16:creationId xmlns:a16="http://schemas.microsoft.com/office/drawing/2014/main" id="{3EC5023A-3E17-432E-9451-5E714BEF9871}"/>
                </a:ext>
              </a:extLst>
            </p:cNvPr>
            <p:cNvSpPr>
              <a:spLocks noChangeArrowheads="1"/>
            </p:cNvSpPr>
            <p:nvPr/>
          </p:nvSpPr>
          <p:spPr bwMode="blackWhite">
            <a:xfrm>
              <a:off x="0" y="96"/>
              <a:ext cx="5376" cy="768"/>
            </a:xfrm>
            <a:custGeom>
              <a:avLst/>
              <a:gdLst>
                <a:gd name="G0" fmla="+- 1000 0 0"/>
                <a:gd name="G1" fmla="+- 1000 0 0"/>
                <a:gd name="G2" fmla="+- G0 0 G1"/>
                <a:gd name="G3" fmla="*/ G1 1 2"/>
                <a:gd name="G4" fmla="+- G0 0 G3"/>
                <a:gd name="T0" fmla="*/ 0 w 1000"/>
                <a:gd name="T1" fmla="*/ 0 h 1000"/>
                <a:gd name="T2" fmla="*/ 6170 w 1000"/>
                <a:gd name="T3" fmla="*/ 0 h 1000"/>
                <a:gd name="T4" fmla="*/ 6670 w 1000"/>
                <a:gd name="T5" fmla="*/ 500 h 1000"/>
                <a:gd name="T6" fmla="*/ 6170 w 1000"/>
                <a:gd name="T7" fmla="*/ 999 h 1000"/>
                <a:gd name="T8" fmla="*/ 0 w 1000"/>
                <a:gd name="T9" fmla="*/ 1000 h 1000"/>
                <a:gd name="T10" fmla="*/ 0 w 1000"/>
                <a:gd name="T11" fmla="*/ 0 h 1000"/>
                <a:gd name="T12" fmla="*/ G4 w 1000"/>
                <a:gd name="T13" fmla="*/ G1 h 1000"/>
              </a:gdLst>
              <a:ahLst/>
              <a:cxnLst>
                <a:cxn ang="0">
                  <a:pos x="T0" y="T1"/>
                </a:cxn>
                <a:cxn ang="0">
                  <a:pos x="T2" y="T3"/>
                </a:cxn>
                <a:cxn ang="0">
                  <a:pos x="T4" y="T5"/>
                </a:cxn>
                <a:cxn ang="0">
                  <a:pos x="T6" y="T7"/>
                </a:cxn>
                <a:cxn ang="0">
                  <a:pos x="T8" y="T9"/>
                </a:cxn>
              </a:cxnLst>
              <a:rect l="T10" t="T11" r="T12" b="T13"/>
              <a:pathLst>
                <a:path w="7000" h="1000">
                  <a:moveTo>
                    <a:pt x="0" y="0"/>
                  </a:moveTo>
                  <a:lnTo>
                    <a:pt x="6170" y="0"/>
                  </a:lnTo>
                  <a:cubicBezTo>
                    <a:pt x="6446" y="0"/>
                    <a:pt x="6670" y="223"/>
                    <a:pt x="6670" y="500"/>
                  </a:cubicBezTo>
                  <a:cubicBezTo>
                    <a:pt x="6670" y="776"/>
                    <a:pt x="6446" y="999"/>
                    <a:pt x="6170" y="999"/>
                  </a:cubicBezTo>
                  <a:lnTo>
                    <a:pt x="0" y="100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2400">
                <a:latin typeface="Times New Roman" panose="02020603050405020304" pitchFamily="18" charset="0"/>
              </a:endParaRPr>
            </a:p>
          </p:txBody>
        </p:sp>
        <p:sp>
          <p:nvSpPr>
            <p:cNvPr id="476165" name="Line 5">
              <a:extLst>
                <a:ext uri="{FF2B5EF4-FFF2-40B4-BE49-F238E27FC236}">
                  <a16:creationId xmlns:a16="http://schemas.microsoft.com/office/drawing/2014/main" id="{888FCEB3-3A8E-45FA-9B5C-88193BE798AC}"/>
                </a:ext>
              </a:extLst>
            </p:cNvPr>
            <p:cNvSpPr>
              <a:spLocks noChangeShapeType="1"/>
            </p:cNvSpPr>
            <p:nvPr/>
          </p:nvSpPr>
          <p:spPr bwMode="auto">
            <a:xfrm>
              <a:off x="0" y="768"/>
              <a:ext cx="5088"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476166" name="Text Box 6">
            <a:extLst>
              <a:ext uri="{FF2B5EF4-FFF2-40B4-BE49-F238E27FC236}">
                <a16:creationId xmlns:a16="http://schemas.microsoft.com/office/drawing/2014/main" id="{BEC8D993-54B3-4989-9BDD-614ACF4FB6E7}"/>
              </a:ext>
            </a:extLst>
          </p:cNvPr>
          <p:cNvSpPr txBox="1">
            <a:spLocks noChangeArrowheads="1"/>
          </p:cNvSpPr>
          <p:nvPr/>
        </p:nvSpPr>
        <p:spPr bwMode="auto">
          <a:xfrm>
            <a:off x="228600" y="0"/>
            <a:ext cx="559435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a:solidFill>
                  <a:schemeClr val="bg1"/>
                </a:solidFill>
                <a:latin typeface="Arial" panose="020B0604020202020204" pitchFamily="34" charset="0"/>
              </a:rPr>
              <a:t>17.3   DISTRIBUTION OF </a:t>
            </a:r>
            <a:br>
              <a:rPr lang="en-US" altLang="en-US" sz="3600">
                <a:solidFill>
                  <a:schemeClr val="bg1"/>
                </a:solidFill>
                <a:latin typeface="Arial" panose="020B0604020202020204" pitchFamily="34" charset="0"/>
              </a:rPr>
            </a:br>
            <a:r>
              <a:rPr lang="en-US" altLang="en-US" sz="3600">
                <a:solidFill>
                  <a:schemeClr val="bg1"/>
                </a:solidFill>
                <a:latin typeface="Arial" panose="020B0604020202020204" pitchFamily="34" charset="0"/>
              </a:rPr>
              <a:t>          NAME SPACE</a:t>
            </a:r>
          </a:p>
        </p:txBody>
      </p:sp>
      <p:sp>
        <p:nvSpPr>
          <p:cNvPr id="476167" name="Rectangle 7">
            <a:extLst>
              <a:ext uri="{FF2B5EF4-FFF2-40B4-BE49-F238E27FC236}">
                <a16:creationId xmlns:a16="http://schemas.microsoft.com/office/drawing/2014/main" id="{DB8568C7-895F-42CC-8863-48CEA5F00A8C}"/>
              </a:ext>
            </a:extLst>
          </p:cNvPr>
          <p:cNvSpPr>
            <a:spLocks noChangeArrowheads="1"/>
          </p:cNvSpPr>
          <p:nvPr/>
        </p:nvSpPr>
        <p:spPr bwMode="auto">
          <a:xfrm>
            <a:off x="533400" y="1371600"/>
            <a:ext cx="78486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000" i="1">
                <a:effectLst>
                  <a:outerShdw blurRad="38100" dist="38100" dir="2700000" algn="tl">
                    <a:srgbClr val="C0C0C0"/>
                  </a:outerShdw>
                </a:effectLst>
                <a:latin typeface="Times New Roman" panose="02020603050405020304" pitchFamily="18" charset="0"/>
              </a:rPr>
              <a:t>The information contained in the domain name space is distributed among many computers called DNS servers. </a:t>
            </a:r>
          </a:p>
        </p:txBody>
      </p:sp>
      <p:sp>
        <p:nvSpPr>
          <p:cNvPr id="476168" name="Rectangle 8">
            <a:extLst>
              <a:ext uri="{FF2B5EF4-FFF2-40B4-BE49-F238E27FC236}">
                <a16:creationId xmlns:a16="http://schemas.microsoft.com/office/drawing/2014/main" id="{AB9D4AD7-222D-4CC5-9960-547D39CAE707}"/>
              </a:ext>
            </a:extLst>
          </p:cNvPr>
          <p:cNvSpPr>
            <a:spLocks noChangeArrowheads="1"/>
          </p:cNvSpPr>
          <p:nvPr/>
        </p:nvSpPr>
        <p:spPr bwMode="auto">
          <a:xfrm>
            <a:off x="685800" y="3870325"/>
            <a:ext cx="7848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i="1">
                <a:solidFill>
                  <a:schemeClr val="hlink"/>
                </a:solidFill>
                <a:effectLst>
                  <a:outerShdw blurRad="38100" dist="38100" dir="2700000" algn="tl">
                    <a:srgbClr val="C0C0C0"/>
                  </a:outerShdw>
                </a:effectLst>
                <a:latin typeface="Times New Roman" panose="02020603050405020304" pitchFamily="18" charset="0"/>
              </a:rPr>
              <a:t>The topics discussed in this section include:</a:t>
            </a:r>
          </a:p>
        </p:txBody>
      </p:sp>
      <p:sp>
        <p:nvSpPr>
          <p:cNvPr id="476169" name="Rectangle 9">
            <a:extLst>
              <a:ext uri="{FF2B5EF4-FFF2-40B4-BE49-F238E27FC236}">
                <a16:creationId xmlns:a16="http://schemas.microsoft.com/office/drawing/2014/main" id="{A02FA2F2-259C-46D2-BCC5-C5751DF7C21F}"/>
              </a:ext>
            </a:extLst>
          </p:cNvPr>
          <p:cNvSpPr>
            <a:spLocks noChangeArrowheads="1"/>
          </p:cNvSpPr>
          <p:nvPr/>
        </p:nvSpPr>
        <p:spPr bwMode="auto">
          <a:xfrm>
            <a:off x="685800" y="4403725"/>
            <a:ext cx="7315200" cy="13112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762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i="1">
                <a:effectLst>
                  <a:outerShdw blurRad="38100" dist="38100" dir="2700000" algn="tl">
                    <a:srgbClr val="C0C0C0"/>
                  </a:outerShdw>
                </a:effectLst>
                <a:latin typeface="Times New Roman" panose="02020603050405020304" pitchFamily="18" charset="0"/>
              </a:rPr>
              <a:t>Hierarchy of Name Servers </a:t>
            </a:r>
          </a:p>
          <a:p>
            <a:r>
              <a:rPr lang="en-US" altLang="en-US" sz="2000" i="1">
                <a:effectLst>
                  <a:outerShdw blurRad="38100" dist="38100" dir="2700000" algn="tl">
                    <a:srgbClr val="C0C0C0"/>
                  </a:outerShdw>
                </a:effectLst>
                <a:latin typeface="Times New Roman" panose="02020603050405020304" pitchFamily="18" charset="0"/>
              </a:rPr>
              <a:t>Zone </a:t>
            </a:r>
          </a:p>
          <a:p>
            <a:r>
              <a:rPr lang="en-US" altLang="en-US" sz="2000" i="1">
                <a:effectLst>
                  <a:outerShdw blurRad="38100" dist="38100" dir="2700000" algn="tl">
                    <a:srgbClr val="C0C0C0"/>
                  </a:outerShdw>
                </a:effectLst>
                <a:latin typeface="Times New Roman" panose="02020603050405020304" pitchFamily="18" charset="0"/>
              </a:rPr>
              <a:t>Root Server </a:t>
            </a:r>
          </a:p>
          <a:p>
            <a:r>
              <a:rPr lang="en-US" altLang="en-US" sz="2000" i="1">
                <a:effectLst>
                  <a:outerShdw blurRad="38100" dist="38100" dir="2700000" algn="tl">
                    <a:srgbClr val="C0C0C0"/>
                  </a:outerShdw>
                </a:effectLst>
                <a:latin typeface="Times New Roman" panose="02020603050405020304" pitchFamily="18" charset="0"/>
              </a:rPr>
              <a:t>Primary and Secondary Servers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E20C5245-B3FB-4631-9FE1-4297F604714A}"/>
              </a:ext>
            </a:extLst>
          </p:cNvPr>
          <p:cNvSpPr>
            <a:spLocks noGrp="1"/>
          </p:cNvSpPr>
          <p:nvPr>
            <p:ph type="ftr" sz="quarter" idx="11"/>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461E2732-7CFA-418D-9A34-6CBCB1ED0FC1}"/>
              </a:ext>
            </a:extLst>
          </p:cNvPr>
          <p:cNvSpPr>
            <a:spLocks noGrp="1"/>
          </p:cNvSpPr>
          <p:nvPr>
            <p:ph type="sldNum" sz="quarter" idx="12"/>
          </p:nvPr>
        </p:nvSpPr>
        <p:spPr/>
        <p:txBody>
          <a:bodyPr/>
          <a:lstStyle/>
          <a:p>
            <a:fld id="{F076F75D-DDFE-40AE-ACE4-FA4A659EB0DC}" type="slidenum">
              <a:rPr lang="en-US" altLang="en-US"/>
              <a:pPr/>
              <a:t>10</a:t>
            </a:fld>
            <a:endParaRPr lang="en-US" altLang="en-US"/>
          </a:p>
        </p:txBody>
      </p:sp>
      <p:sp>
        <p:nvSpPr>
          <p:cNvPr id="489474" name="Text Box 2">
            <a:extLst>
              <a:ext uri="{FF2B5EF4-FFF2-40B4-BE49-F238E27FC236}">
                <a16:creationId xmlns:a16="http://schemas.microsoft.com/office/drawing/2014/main" id="{103629BB-6C3B-43AD-9CD9-2BE0F0CFF77E}"/>
              </a:ext>
            </a:extLst>
          </p:cNvPr>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17.5</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Hierarchy of name servers</a:t>
            </a:r>
          </a:p>
        </p:txBody>
      </p:sp>
      <p:sp>
        <p:nvSpPr>
          <p:cNvPr id="489475" name="Rectangle 3">
            <a:extLst>
              <a:ext uri="{FF2B5EF4-FFF2-40B4-BE49-F238E27FC236}">
                <a16:creationId xmlns:a16="http://schemas.microsoft.com/office/drawing/2014/main" id="{C15460FA-4963-4072-B5E1-FE0D8D1DB71A}"/>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89476" name="Rectangle 4">
            <a:extLst>
              <a:ext uri="{FF2B5EF4-FFF2-40B4-BE49-F238E27FC236}">
                <a16:creationId xmlns:a16="http://schemas.microsoft.com/office/drawing/2014/main" id="{76760576-F81F-4A2E-A091-37FA7E1CFB04}"/>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89477" name="Rectangle 5">
            <a:extLst>
              <a:ext uri="{FF2B5EF4-FFF2-40B4-BE49-F238E27FC236}">
                <a16:creationId xmlns:a16="http://schemas.microsoft.com/office/drawing/2014/main" id="{15829AE9-1750-4247-9C19-782BA70E2431}"/>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89478" name="Rectangle 6">
            <a:extLst>
              <a:ext uri="{FF2B5EF4-FFF2-40B4-BE49-F238E27FC236}">
                <a16:creationId xmlns:a16="http://schemas.microsoft.com/office/drawing/2014/main" id="{C1B9ADCD-14EE-4276-AF89-8DE27815D66D}"/>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89479" name="Rectangle 7">
            <a:extLst>
              <a:ext uri="{FF2B5EF4-FFF2-40B4-BE49-F238E27FC236}">
                <a16:creationId xmlns:a16="http://schemas.microsoft.com/office/drawing/2014/main" id="{BCBAE1C4-ED62-47DE-9F04-ADDA18D25273}"/>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89480" name="Rectangle 8">
            <a:extLst>
              <a:ext uri="{FF2B5EF4-FFF2-40B4-BE49-F238E27FC236}">
                <a16:creationId xmlns:a16="http://schemas.microsoft.com/office/drawing/2014/main" id="{821F96DF-2B61-44C2-9840-526DD02803F0}"/>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89481" name="Rectangle 9">
            <a:extLst>
              <a:ext uri="{FF2B5EF4-FFF2-40B4-BE49-F238E27FC236}">
                <a16:creationId xmlns:a16="http://schemas.microsoft.com/office/drawing/2014/main" id="{5C54C01A-6F86-4A6E-8D50-10EF568D62BD}"/>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489482" name="Picture 10">
            <a:extLst>
              <a:ext uri="{FF2B5EF4-FFF2-40B4-BE49-F238E27FC236}">
                <a16:creationId xmlns:a16="http://schemas.microsoft.com/office/drawing/2014/main" id="{7BEBC540-1037-4186-AEA2-AD33581706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0850" y="1411288"/>
            <a:ext cx="8235950" cy="3922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1D988B3E-BC89-48D2-A801-E1905D8ED0B9}"/>
              </a:ext>
            </a:extLst>
          </p:cNvPr>
          <p:cNvSpPr>
            <a:spLocks noGrp="1"/>
          </p:cNvSpPr>
          <p:nvPr>
            <p:ph type="ftr" sz="quarter" idx="11"/>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D2525EB3-A1CE-409D-97B1-17D195A0250D}"/>
              </a:ext>
            </a:extLst>
          </p:cNvPr>
          <p:cNvSpPr>
            <a:spLocks noGrp="1"/>
          </p:cNvSpPr>
          <p:nvPr>
            <p:ph type="sldNum" sz="quarter" idx="12"/>
          </p:nvPr>
        </p:nvSpPr>
        <p:spPr/>
        <p:txBody>
          <a:bodyPr/>
          <a:lstStyle/>
          <a:p>
            <a:fld id="{4089D3B1-34C9-4B16-A58B-5ED8CFF3A388}" type="slidenum">
              <a:rPr lang="en-US" altLang="en-US"/>
              <a:pPr/>
              <a:t>11</a:t>
            </a:fld>
            <a:endParaRPr lang="en-US" altLang="en-US"/>
          </a:p>
        </p:txBody>
      </p:sp>
      <p:sp>
        <p:nvSpPr>
          <p:cNvPr id="490498" name="Text Box 2">
            <a:extLst>
              <a:ext uri="{FF2B5EF4-FFF2-40B4-BE49-F238E27FC236}">
                <a16:creationId xmlns:a16="http://schemas.microsoft.com/office/drawing/2014/main" id="{7A1B65E4-5A56-46C0-B87F-10D942813B86}"/>
              </a:ext>
            </a:extLst>
          </p:cNvPr>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17.6</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Zones and domains</a:t>
            </a:r>
          </a:p>
        </p:txBody>
      </p:sp>
      <p:sp>
        <p:nvSpPr>
          <p:cNvPr id="490499" name="Rectangle 3">
            <a:extLst>
              <a:ext uri="{FF2B5EF4-FFF2-40B4-BE49-F238E27FC236}">
                <a16:creationId xmlns:a16="http://schemas.microsoft.com/office/drawing/2014/main" id="{3353136D-877B-47EF-BFF7-3DE3FE936A4C}"/>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0500" name="Rectangle 4">
            <a:extLst>
              <a:ext uri="{FF2B5EF4-FFF2-40B4-BE49-F238E27FC236}">
                <a16:creationId xmlns:a16="http://schemas.microsoft.com/office/drawing/2014/main" id="{D1E3A311-6338-426F-A6A9-130F27BD47DC}"/>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0501" name="Rectangle 5">
            <a:extLst>
              <a:ext uri="{FF2B5EF4-FFF2-40B4-BE49-F238E27FC236}">
                <a16:creationId xmlns:a16="http://schemas.microsoft.com/office/drawing/2014/main" id="{69E92CDB-4418-4684-AFD4-9ACB92C2A9AA}"/>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0502" name="Rectangle 6">
            <a:extLst>
              <a:ext uri="{FF2B5EF4-FFF2-40B4-BE49-F238E27FC236}">
                <a16:creationId xmlns:a16="http://schemas.microsoft.com/office/drawing/2014/main" id="{FE577B6B-D50E-4448-8A11-D36A38D90C98}"/>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0503" name="Rectangle 7">
            <a:extLst>
              <a:ext uri="{FF2B5EF4-FFF2-40B4-BE49-F238E27FC236}">
                <a16:creationId xmlns:a16="http://schemas.microsoft.com/office/drawing/2014/main" id="{1653DDDE-65FF-4FC6-8870-428847007EA2}"/>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0504" name="Rectangle 8">
            <a:extLst>
              <a:ext uri="{FF2B5EF4-FFF2-40B4-BE49-F238E27FC236}">
                <a16:creationId xmlns:a16="http://schemas.microsoft.com/office/drawing/2014/main" id="{D8C54DA7-BA63-4158-B0F1-1AC9945DB125}"/>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0505" name="Rectangle 9">
            <a:extLst>
              <a:ext uri="{FF2B5EF4-FFF2-40B4-BE49-F238E27FC236}">
                <a16:creationId xmlns:a16="http://schemas.microsoft.com/office/drawing/2014/main" id="{9AB0934B-A5A2-4C2B-9B14-BFA92C9DB52B}"/>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490507" name="Picture 11">
            <a:extLst>
              <a:ext uri="{FF2B5EF4-FFF2-40B4-BE49-F238E27FC236}">
                <a16:creationId xmlns:a16="http://schemas.microsoft.com/office/drawing/2014/main" id="{7748DF89-175E-4D04-AE41-B1A7178A8D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025" y="1303338"/>
            <a:ext cx="7726363" cy="425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shadeToTitle="1">
        <a:gradFill rotWithShape="0">
          <a:gsLst>
            <a:gs pos="0">
              <a:schemeClr val="bg1"/>
            </a:gs>
            <a:gs pos="100000">
              <a:srgbClr val="3366FF"/>
            </a:gs>
          </a:gsLst>
          <a:path path="shape">
            <a:fillToRect l="50000" t="50000" r="50000" b="50000"/>
          </a:path>
        </a:gradFill>
        <a:effectLst/>
      </p:bgPr>
    </p:bg>
    <p:spTree>
      <p:nvGrpSpPr>
        <p:cNvPr id="1" name=""/>
        <p:cNvGrpSpPr/>
        <p:nvPr/>
      </p:nvGrpSpPr>
      <p:grpSpPr>
        <a:xfrm>
          <a:off x="0" y="0"/>
          <a:ext cx="0" cy="0"/>
          <a:chOff x="0" y="0"/>
          <a:chExt cx="0" cy="0"/>
        </a:xfrm>
      </p:grpSpPr>
      <p:sp>
        <p:nvSpPr>
          <p:cNvPr id="6" name="Footer Placeholder 1">
            <a:extLst>
              <a:ext uri="{FF2B5EF4-FFF2-40B4-BE49-F238E27FC236}">
                <a16:creationId xmlns:a16="http://schemas.microsoft.com/office/drawing/2014/main" id="{44CF0981-DC26-4D92-96D6-801481CC6949}"/>
              </a:ext>
            </a:extLst>
          </p:cNvPr>
          <p:cNvSpPr>
            <a:spLocks noGrp="1"/>
          </p:cNvSpPr>
          <p:nvPr>
            <p:ph type="ftr" sz="quarter" idx="11"/>
          </p:nvPr>
        </p:nvSpPr>
        <p:spPr/>
        <p:txBody>
          <a:bodyPr/>
          <a:lstStyle/>
          <a:p>
            <a:r>
              <a:rPr lang="en-US" altLang="en-US"/>
              <a:t>TCP/IP Protocol Suite</a:t>
            </a:r>
          </a:p>
        </p:txBody>
      </p:sp>
      <p:sp>
        <p:nvSpPr>
          <p:cNvPr id="7" name="Slide Number Placeholder 2">
            <a:extLst>
              <a:ext uri="{FF2B5EF4-FFF2-40B4-BE49-F238E27FC236}">
                <a16:creationId xmlns:a16="http://schemas.microsoft.com/office/drawing/2014/main" id="{6EC069BB-DB83-462C-97C6-EA8D5BCF5330}"/>
              </a:ext>
            </a:extLst>
          </p:cNvPr>
          <p:cNvSpPr>
            <a:spLocks noGrp="1"/>
          </p:cNvSpPr>
          <p:nvPr>
            <p:ph type="sldNum" sz="quarter" idx="12"/>
          </p:nvPr>
        </p:nvSpPr>
        <p:spPr/>
        <p:txBody>
          <a:bodyPr/>
          <a:lstStyle/>
          <a:p>
            <a:fld id="{BC1C0F0A-69C5-42C1-9A4F-089FFF581F9C}" type="slidenum">
              <a:rPr lang="en-US" altLang="en-US"/>
              <a:pPr/>
              <a:t>12</a:t>
            </a:fld>
            <a:endParaRPr lang="en-US" altLang="en-US"/>
          </a:p>
        </p:txBody>
      </p:sp>
      <p:sp>
        <p:nvSpPr>
          <p:cNvPr id="509954" name="Rectangle 2">
            <a:extLst>
              <a:ext uri="{FF2B5EF4-FFF2-40B4-BE49-F238E27FC236}">
                <a16:creationId xmlns:a16="http://schemas.microsoft.com/office/drawing/2014/main" id="{19C64CDF-C661-4140-8336-449212E00716}"/>
              </a:ext>
            </a:extLst>
          </p:cNvPr>
          <p:cNvSpPr>
            <a:spLocks noChangeArrowheads="1"/>
          </p:cNvSpPr>
          <p:nvPr/>
        </p:nvSpPr>
        <p:spPr bwMode="auto">
          <a:xfrm>
            <a:off x="838200" y="1720850"/>
            <a:ext cx="8001000" cy="3444875"/>
          </a:xfrm>
          <a:prstGeom prst="rect">
            <a:avLst/>
          </a:prstGeom>
          <a:solidFill>
            <a:schemeClr val="bg1"/>
          </a:solidFill>
          <a:ln w="57150">
            <a:solidFill>
              <a:srgbClr val="FF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ts val="1200"/>
              </a:spcBef>
              <a:spcAft>
                <a:spcPts val="1000"/>
              </a:spcAft>
            </a:pPr>
            <a:r>
              <a:rPr lang="en-US" altLang="en-US" sz="3600" i="1">
                <a:latin typeface="Times New Roman" panose="02020603050405020304" pitchFamily="18" charset="0"/>
              </a:rPr>
              <a:t>A primary server loads all information from the disk file; the secondary server loads all information from the primary server. When the secondary downloads information from the primary, it is called zone transfer.</a:t>
            </a:r>
          </a:p>
        </p:txBody>
      </p:sp>
      <p:sp>
        <p:nvSpPr>
          <p:cNvPr id="509955" name="PubRRectCallout">
            <a:extLst>
              <a:ext uri="{FF2B5EF4-FFF2-40B4-BE49-F238E27FC236}">
                <a16:creationId xmlns:a16="http://schemas.microsoft.com/office/drawing/2014/main" id="{EB821444-5C7E-4A95-BD66-D23DC911591E}"/>
              </a:ext>
            </a:extLst>
          </p:cNvPr>
          <p:cNvSpPr>
            <a:spLocks noEditPoints="1" noChangeArrowheads="1"/>
          </p:cNvSpPr>
          <p:nvPr/>
        </p:nvSpPr>
        <p:spPr bwMode="auto">
          <a:xfrm>
            <a:off x="838200" y="515938"/>
            <a:ext cx="2743200" cy="1143000"/>
          </a:xfrm>
          <a:custGeom>
            <a:avLst/>
            <a:gdLst>
              <a:gd name="G0" fmla="+- 0 0 0"/>
              <a:gd name="G1" fmla="+- 8607 0 0"/>
              <a:gd name="T0" fmla="*/ 10800 w 21600"/>
              <a:gd name="T1" fmla="*/ 0 h 21600"/>
              <a:gd name="T2" fmla="*/ 0 w 21600"/>
              <a:gd name="T3" fmla="*/ 8638 h 21600"/>
              <a:gd name="T4" fmla="*/ 8607 w 21600"/>
              <a:gd name="T5" fmla="*/ 21600 h 21600"/>
              <a:gd name="T6" fmla="*/ 10800 w 21600"/>
              <a:gd name="T7" fmla="*/ 17277 h 21600"/>
              <a:gd name="T8" fmla="*/ 21600 w 21600"/>
              <a:gd name="T9" fmla="*/ 8638 h 21600"/>
              <a:gd name="T10" fmla="*/ 17694720 60000 65536"/>
              <a:gd name="T11" fmla="*/ 11796480 60000 65536"/>
              <a:gd name="T12" fmla="*/ 5898240 60000 65536"/>
              <a:gd name="T13" fmla="*/ 5898240 60000 65536"/>
              <a:gd name="T14" fmla="*/ 0 60000 65536"/>
              <a:gd name="T15" fmla="*/ 145 w 21600"/>
              <a:gd name="T16" fmla="*/ 145 h 21600"/>
              <a:gd name="T17" fmla="*/ 21409 w 21600"/>
              <a:gd name="T18" fmla="*/ 17106 h 21600"/>
            </a:gdLst>
            <a:ahLst/>
            <a:cxnLst>
              <a:cxn ang="T10">
                <a:pos x="T0" y="T1"/>
              </a:cxn>
              <a:cxn ang="T11">
                <a:pos x="T2" y="T3"/>
              </a:cxn>
              <a:cxn ang="T12">
                <a:pos x="T4" y="T5"/>
              </a:cxn>
              <a:cxn ang="T13">
                <a:pos x="T6" y="T7"/>
              </a:cxn>
              <a:cxn ang="T14">
                <a:pos x="T8" y="T9"/>
              </a:cxn>
            </a:cxnLst>
            <a:rect l="T15" t="T16" r="T17" b="T18"/>
            <a:pathLst>
              <a:path w="21600" h="21600">
                <a:moveTo>
                  <a:pt x="532" y="0"/>
                </a:moveTo>
                <a:cubicBezTo>
                  <a:pt x="238" y="0"/>
                  <a:pt x="0" y="238"/>
                  <a:pt x="0" y="532"/>
                </a:cubicBezTo>
                <a:lnTo>
                  <a:pt x="0" y="16745"/>
                </a:lnTo>
                <a:cubicBezTo>
                  <a:pt x="0" y="17039"/>
                  <a:pt x="238" y="17277"/>
                  <a:pt x="532" y="17277"/>
                </a:cubicBezTo>
                <a:lnTo>
                  <a:pt x="2623" y="17277"/>
                </a:lnTo>
                <a:lnTo>
                  <a:pt x="8607" y="21600"/>
                </a:lnTo>
                <a:lnTo>
                  <a:pt x="6515" y="17277"/>
                </a:lnTo>
                <a:lnTo>
                  <a:pt x="21016" y="17277"/>
                </a:lnTo>
                <a:cubicBezTo>
                  <a:pt x="21339" y="17277"/>
                  <a:pt x="21600" y="17039"/>
                  <a:pt x="21600" y="16745"/>
                </a:cubicBezTo>
                <a:lnTo>
                  <a:pt x="21600" y="532"/>
                </a:lnTo>
                <a:cubicBezTo>
                  <a:pt x="21600" y="238"/>
                  <a:pt x="21339" y="0"/>
                  <a:pt x="21016" y="0"/>
                </a:cubicBezTo>
                <a:close/>
              </a:path>
            </a:pathLst>
          </a:custGeom>
          <a:solidFill>
            <a:srgbClr val="FFFF00"/>
          </a:solidFill>
          <a:ln w="9525">
            <a:solidFill>
              <a:srgbClr val="000000"/>
            </a:solidFill>
            <a:miter lim="800000"/>
            <a:headEnd/>
            <a:tailEnd/>
          </a:ln>
          <a:effectLst>
            <a:outerShdw dist="107763" dir="2700000" algn="ctr" rotWithShape="0">
              <a:srgbClr val="808080"/>
            </a:outerShdw>
          </a:effectLst>
        </p:spPr>
        <p:txBody>
          <a:bodyPr/>
          <a:lstStyle/>
          <a:p>
            <a:endParaRPr lang="en-IN"/>
          </a:p>
        </p:txBody>
      </p:sp>
      <p:pic>
        <p:nvPicPr>
          <p:cNvPr id="509956" name="Picture 4">
            <a:extLst>
              <a:ext uri="{FF2B5EF4-FFF2-40B4-BE49-F238E27FC236}">
                <a16:creationId xmlns:a16="http://schemas.microsoft.com/office/drawing/2014/main" id="{DDB0CA83-006B-4535-944A-99E4831A84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515938"/>
            <a:ext cx="78263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09957" name="Text Box 5">
            <a:extLst>
              <a:ext uri="{FF2B5EF4-FFF2-40B4-BE49-F238E27FC236}">
                <a16:creationId xmlns:a16="http://schemas.microsoft.com/office/drawing/2014/main" id="{AB76C787-8CFB-4393-B8A3-FF03A0B7E4D1}"/>
              </a:ext>
            </a:extLst>
          </p:cNvPr>
          <p:cNvSpPr txBox="1">
            <a:spLocks noChangeArrowheads="1"/>
          </p:cNvSpPr>
          <p:nvPr/>
        </p:nvSpPr>
        <p:spPr bwMode="auto">
          <a:xfrm>
            <a:off x="2133600" y="668338"/>
            <a:ext cx="1200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3600" b="0">
                <a:effectLst>
                  <a:outerShdw blurRad="38100" dist="38100" dir="2700000" algn="tl">
                    <a:srgbClr val="C0C0C0"/>
                  </a:outerShdw>
                </a:effectLst>
                <a:latin typeface="Times New Roman" panose="02020603050405020304" pitchFamily="18" charset="0"/>
              </a:rPr>
              <a:t>Note: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Footer Placeholder 1">
            <a:extLst>
              <a:ext uri="{FF2B5EF4-FFF2-40B4-BE49-F238E27FC236}">
                <a16:creationId xmlns:a16="http://schemas.microsoft.com/office/drawing/2014/main" id="{599E20C5-1046-4E2B-9C33-3E3B3D84B7DB}"/>
              </a:ext>
            </a:extLst>
          </p:cNvPr>
          <p:cNvSpPr>
            <a:spLocks noGrp="1"/>
          </p:cNvSpPr>
          <p:nvPr>
            <p:ph type="ftr" sz="quarter" idx="11"/>
          </p:nvPr>
        </p:nvSpPr>
        <p:spPr/>
        <p:txBody>
          <a:bodyPr/>
          <a:lstStyle/>
          <a:p>
            <a:r>
              <a:rPr lang="en-US" altLang="en-US"/>
              <a:t>TCP/IP Protocol Suite</a:t>
            </a:r>
          </a:p>
        </p:txBody>
      </p:sp>
      <p:sp>
        <p:nvSpPr>
          <p:cNvPr id="11" name="Slide Number Placeholder 2">
            <a:extLst>
              <a:ext uri="{FF2B5EF4-FFF2-40B4-BE49-F238E27FC236}">
                <a16:creationId xmlns:a16="http://schemas.microsoft.com/office/drawing/2014/main" id="{E4A58B97-8831-492B-BB14-7133B399050A}"/>
              </a:ext>
            </a:extLst>
          </p:cNvPr>
          <p:cNvSpPr>
            <a:spLocks noGrp="1"/>
          </p:cNvSpPr>
          <p:nvPr>
            <p:ph type="sldNum" sz="quarter" idx="12"/>
          </p:nvPr>
        </p:nvSpPr>
        <p:spPr/>
        <p:txBody>
          <a:bodyPr/>
          <a:lstStyle/>
          <a:p>
            <a:fld id="{58D9AE5B-A8DD-4EB3-8744-F094948F278C}" type="slidenum">
              <a:rPr lang="en-US" altLang="en-US"/>
              <a:pPr/>
              <a:t>13</a:t>
            </a:fld>
            <a:endParaRPr lang="en-US" altLang="en-US"/>
          </a:p>
        </p:txBody>
      </p:sp>
      <p:grpSp>
        <p:nvGrpSpPr>
          <p:cNvPr id="477186" name="Group 2">
            <a:extLst>
              <a:ext uri="{FF2B5EF4-FFF2-40B4-BE49-F238E27FC236}">
                <a16:creationId xmlns:a16="http://schemas.microsoft.com/office/drawing/2014/main" id="{3AA6B269-6AFD-428A-8CD0-2728A5AAFC9F}"/>
              </a:ext>
            </a:extLst>
          </p:cNvPr>
          <p:cNvGrpSpPr>
            <a:grpSpLocks/>
          </p:cNvGrpSpPr>
          <p:nvPr/>
        </p:nvGrpSpPr>
        <p:grpSpPr bwMode="auto">
          <a:xfrm>
            <a:off x="0" y="0"/>
            <a:ext cx="8686800" cy="6400800"/>
            <a:chOff x="0" y="96"/>
            <a:chExt cx="5472" cy="3840"/>
          </a:xfrm>
        </p:grpSpPr>
        <p:sp>
          <p:nvSpPr>
            <p:cNvPr id="477187" name="AutoShape 3">
              <a:extLst>
                <a:ext uri="{FF2B5EF4-FFF2-40B4-BE49-F238E27FC236}">
                  <a16:creationId xmlns:a16="http://schemas.microsoft.com/office/drawing/2014/main" id="{3F3D2B69-02EA-4792-BE5A-D34B92A370D6}"/>
                </a:ext>
              </a:extLst>
            </p:cNvPr>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sz="2400">
                <a:latin typeface="Times New Roman" panose="02020603050405020304" pitchFamily="18" charset="0"/>
              </a:endParaRPr>
            </a:p>
          </p:txBody>
        </p:sp>
        <p:sp>
          <p:nvSpPr>
            <p:cNvPr id="477188" name="AutoShape 4">
              <a:extLst>
                <a:ext uri="{FF2B5EF4-FFF2-40B4-BE49-F238E27FC236}">
                  <a16:creationId xmlns:a16="http://schemas.microsoft.com/office/drawing/2014/main" id="{099DA9F3-5C1C-42CE-82E1-459C6EAB151B}"/>
                </a:ext>
              </a:extLst>
            </p:cNvPr>
            <p:cNvSpPr>
              <a:spLocks noChangeArrowheads="1"/>
            </p:cNvSpPr>
            <p:nvPr/>
          </p:nvSpPr>
          <p:spPr bwMode="blackWhite">
            <a:xfrm>
              <a:off x="0" y="96"/>
              <a:ext cx="5376" cy="768"/>
            </a:xfrm>
            <a:custGeom>
              <a:avLst/>
              <a:gdLst>
                <a:gd name="G0" fmla="+- 1000 0 0"/>
                <a:gd name="G1" fmla="+- 1000 0 0"/>
                <a:gd name="G2" fmla="+- G0 0 G1"/>
                <a:gd name="G3" fmla="*/ G1 1 2"/>
                <a:gd name="G4" fmla="+- G0 0 G3"/>
                <a:gd name="T0" fmla="*/ 0 w 1000"/>
                <a:gd name="T1" fmla="*/ 0 h 1000"/>
                <a:gd name="T2" fmla="*/ 6170 w 1000"/>
                <a:gd name="T3" fmla="*/ 0 h 1000"/>
                <a:gd name="T4" fmla="*/ 6670 w 1000"/>
                <a:gd name="T5" fmla="*/ 500 h 1000"/>
                <a:gd name="T6" fmla="*/ 6170 w 1000"/>
                <a:gd name="T7" fmla="*/ 999 h 1000"/>
                <a:gd name="T8" fmla="*/ 0 w 1000"/>
                <a:gd name="T9" fmla="*/ 1000 h 1000"/>
                <a:gd name="T10" fmla="*/ 0 w 1000"/>
                <a:gd name="T11" fmla="*/ 0 h 1000"/>
                <a:gd name="T12" fmla="*/ G4 w 1000"/>
                <a:gd name="T13" fmla="*/ G1 h 1000"/>
              </a:gdLst>
              <a:ahLst/>
              <a:cxnLst>
                <a:cxn ang="0">
                  <a:pos x="T0" y="T1"/>
                </a:cxn>
                <a:cxn ang="0">
                  <a:pos x="T2" y="T3"/>
                </a:cxn>
                <a:cxn ang="0">
                  <a:pos x="T4" y="T5"/>
                </a:cxn>
                <a:cxn ang="0">
                  <a:pos x="T6" y="T7"/>
                </a:cxn>
                <a:cxn ang="0">
                  <a:pos x="T8" y="T9"/>
                </a:cxn>
              </a:cxnLst>
              <a:rect l="T10" t="T11" r="T12" b="T13"/>
              <a:pathLst>
                <a:path w="7000" h="1000">
                  <a:moveTo>
                    <a:pt x="0" y="0"/>
                  </a:moveTo>
                  <a:lnTo>
                    <a:pt x="6170" y="0"/>
                  </a:lnTo>
                  <a:cubicBezTo>
                    <a:pt x="6446" y="0"/>
                    <a:pt x="6670" y="223"/>
                    <a:pt x="6670" y="500"/>
                  </a:cubicBezTo>
                  <a:cubicBezTo>
                    <a:pt x="6670" y="776"/>
                    <a:pt x="6446" y="999"/>
                    <a:pt x="6170" y="999"/>
                  </a:cubicBezTo>
                  <a:lnTo>
                    <a:pt x="0" y="100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2400">
                <a:latin typeface="Times New Roman" panose="02020603050405020304" pitchFamily="18" charset="0"/>
              </a:endParaRPr>
            </a:p>
          </p:txBody>
        </p:sp>
        <p:sp>
          <p:nvSpPr>
            <p:cNvPr id="477189" name="Line 5">
              <a:extLst>
                <a:ext uri="{FF2B5EF4-FFF2-40B4-BE49-F238E27FC236}">
                  <a16:creationId xmlns:a16="http://schemas.microsoft.com/office/drawing/2014/main" id="{9A364A35-CCAB-4B68-B8AD-01BE95C1DDFF}"/>
                </a:ext>
              </a:extLst>
            </p:cNvPr>
            <p:cNvSpPr>
              <a:spLocks noChangeShapeType="1"/>
            </p:cNvSpPr>
            <p:nvPr/>
          </p:nvSpPr>
          <p:spPr bwMode="auto">
            <a:xfrm>
              <a:off x="0" y="768"/>
              <a:ext cx="5088"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477190" name="Text Box 6">
            <a:extLst>
              <a:ext uri="{FF2B5EF4-FFF2-40B4-BE49-F238E27FC236}">
                <a16:creationId xmlns:a16="http://schemas.microsoft.com/office/drawing/2014/main" id="{C8A51E6A-3229-40C3-88B6-93E4888D6BDF}"/>
              </a:ext>
            </a:extLst>
          </p:cNvPr>
          <p:cNvSpPr txBox="1">
            <a:spLocks noChangeArrowheads="1"/>
          </p:cNvSpPr>
          <p:nvPr/>
        </p:nvSpPr>
        <p:spPr bwMode="auto">
          <a:xfrm>
            <a:off x="228600" y="354013"/>
            <a:ext cx="6457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a:solidFill>
                  <a:schemeClr val="bg1"/>
                </a:solidFill>
                <a:latin typeface="Arial" panose="020B0604020202020204" pitchFamily="34" charset="0"/>
              </a:rPr>
              <a:t>17.4   DNS IN THE INTERNET</a:t>
            </a:r>
          </a:p>
        </p:txBody>
      </p:sp>
      <p:sp>
        <p:nvSpPr>
          <p:cNvPr id="477191" name="Rectangle 7">
            <a:extLst>
              <a:ext uri="{FF2B5EF4-FFF2-40B4-BE49-F238E27FC236}">
                <a16:creationId xmlns:a16="http://schemas.microsoft.com/office/drawing/2014/main" id="{45FF1FEF-3CCD-4F83-B174-2CC9EEBB48DE}"/>
              </a:ext>
            </a:extLst>
          </p:cNvPr>
          <p:cNvSpPr>
            <a:spLocks noChangeArrowheads="1"/>
          </p:cNvSpPr>
          <p:nvPr/>
        </p:nvSpPr>
        <p:spPr bwMode="auto">
          <a:xfrm>
            <a:off x="533400" y="1371600"/>
            <a:ext cx="78486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000" i="1">
                <a:effectLst>
                  <a:outerShdw blurRad="38100" dist="38100" dir="2700000" algn="tl">
                    <a:srgbClr val="C0C0C0"/>
                  </a:outerShdw>
                </a:effectLst>
                <a:latin typeface="Times New Roman" panose="02020603050405020304" pitchFamily="18" charset="0"/>
              </a:rPr>
              <a:t>The domain name space (tree) is divided into three different sections: generic domains, country domains, and the inverse domain.</a:t>
            </a:r>
          </a:p>
        </p:txBody>
      </p:sp>
      <p:sp>
        <p:nvSpPr>
          <p:cNvPr id="477192" name="Rectangle 8">
            <a:extLst>
              <a:ext uri="{FF2B5EF4-FFF2-40B4-BE49-F238E27FC236}">
                <a16:creationId xmlns:a16="http://schemas.microsoft.com/office/drawing/2014/main" id="{1E7F0C6F-1A38-4B65-869F-B5604A95771C}"/>
              </a:ext>
            </a:extLst>
          </p:cNvPr>
          <p:cNvSpPr>
            <a:spLocks noChangeArrowheads="1"/>
          </p:cNvSpPr>
          <p:nvPr/>
        </p:nvSpPr>
        <p:spPr bwMode="auto">
          <a:xfrm>
            <a:off x="685800" y="3870325"/>
            <a:ext cx="7848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i="1">
                <a:solidFill>
                  <a:schemeClr val="hlink"/>
                </a:solidFill>
                <a:effectLst>
                  <a:outerShdw blurRad="38100" dist="38100" dir="2700000" algn="tl">
                    <a:srgbClr val="C0C0C0"/>
                  </a:outerShdw>
                </a:effectLst>
                <a:latin typeface="Times New Roman" panose="02020603050405020304" pitchFamily="18" charset="0"/>
              </a:rPr>
              <a:t>The topics discussed in this section include:</a:t>
            </a:r>
          </a:p>
        </p:txBody>
      </p:sp>
      <p:sp>
        <p:nvSpPr>
          <p:cNvPr id="477193" name="Rectangle 9">
            <a:extLst>
              <a:ext uri="{FF2B5EF4-FFF2-40B4-BE49-F238E27FC236}">
                <a16:creationId xmlns:a16="http://schemas.microsoft.com/office/drawing/2014/main" id="{6EB1EEA8-FC58-419F-96DE-7F9B844EE859}"/>
              </a:ext>
            </a:extLst>
          </p:cNvPr>
          <p:cNvSpPr>
            <a:spLocks noChangeArrowheads="1"/>
          </p:cNvSpPr>
          <p:nvPr/>
        </p:nvSpPr>
        <p:spPr bwMode="auto">
          <a:xfrm>
            <a:off x="685800" y="4403725"/>
            <a:ext cx="7315200" cy="13112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762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i="1">
                <a:effectLst>
                  <a:outerShdw blurRad="38100" dist="38100" dir="2700000" algn="tl">
                    <a:srgbClr val="C0C0C0"/>
                  </a:outerShdw>
                </a:effectLst>
                <a:latin typeface="Times New Roman" panose="02020603050405020304" pitchFamily="18" charset="0"/>
              </a:rPr>
              <a:t>Generic Domains </a:t>
            </a:r>
          </a:p>
          <a:p>
            <a:r>
              <a:rPr lang="en-US" altLang="en-US" sz="2000" i="1">
                <a:effectLst>
                  <a:outerShdw blurRad="38100" dist="38100" dir="2700000" algn="tl">
                    <a:srgbClr val="C0C0C0"/>
                  </a:outerShdw>
                </a:effectLst>
                <a:latin typeface="Times New Roman" panose="02020603050405020304" pitchFamily="18" charset="0"/>
              </a:rPr>
              <a:t>Country Domains </a:t>
            </a:r>
          </a:p>
          <a:p>
            <a:r>
              <a:rPr lang="en-US" altLang="en-US" sz="2000" i="1">
                <a:effectLst>
                  <a:outerShdw blurRad="38100" dist="38100" dir="2700000" algn="tl">
                    <a:srgbClr val="C0C0C0"/>
                  </a:outerShdw>
                </a:effectLst>
                <a:latin typeface="Times New Roman" panose="02020603050405020304" pitchFamily="18" charset="0"/>
              </a:rPr>
              <a:t>Inverse Domain </a:t>
            </a:r>
          </a:p>
          <a:p>
            <a:r>
              <a:rPr lang="en-US" altLang="en-US" sz="2000" i="1">
                <a:effectLst>
                  <a:outerShdw blurRad="38100" dist="38100" dir="2700000" algn="tl">
                    <a:srgbClr val="C0C0C0"/>
                  </a:outerShdw>
                </a:effectLst>
                <a:latin typeface="Times New Roman" panose="02020603050405020304" pitchFamily="18" charset="0"/>
              </a:rPr>
              <a:t>Registrar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91AEC922-4426-409A-9905-85A6DF1D24AD}"/>
              </a:ext>
            </a:extLst>
          </p:cNvPr>
          <p:cNvSpPr>
            <a:spLocks noGrp="1"/>
          </p:cNvSpPr>
          <p:nvPr>
            <p:ph type="ftr" sz="quarter" idx="11"/>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1896119D-4738-4A88-9DF3-69E9FDF25ECE}"/>
              </a:ext>
            </a:extLst>
          </p:cNvPr>
          <p:cNvSpPr>
            <a:spLocks noGrp="1"/>
          </p:cNvSpPr>
          <p:nvPr>
            <p:ph type="sldNum" sz="quarter" idx="12"/>
          </p:nvPr>
        </p:nvSpPr>
        <p:spPr/>
        <p:txBody>
          <a:bodyPr/>
          <a:lstStyle/>
          <a:p>
            <a:fld id="{177098F5-3425-4A9E-A32E-8AF0B62192E5}" type="slidenum">
              <a:rPr lang="en-US" altLang="en-US"/>
              <a:pPr/>
              <a:t>14</a:t>
            </a:fld>
            <a:endParaRPr lang="en-US" altLang="en-US"/>
          </a:p>
        </p:txBody>
      </p:sp>
      <p:sp>
        <p:nvSpPr>
          <p:cNvPr id="491522" name="Text Box 2">
            <a:extLst>
              <a:ext uri="{FF2B5EF4-FFF2-40B4-BE49-F238E27FC236}">
                <a16:creationId xmlns:a16="http://schemas.microsoft.com/office/drawing/2014/main" id="{6601D107-B096-436B-A9C4-5F7A7CC7DA4D}"/>
              </a:ext>
            </a:extLst>
          </p:cNvPr>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17.7</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DNS used in the Internet</a:t>
            </a:r>
          </a:p>
        </p:txBody>
      </p:sp>
      <p:sp>
        <p:nvSpPr>
          <p:cNvPr id="491523" name="Rectangle 3">
            <a:extLst>
              <a:ext uri="{FF2B5EF4-FFF2-40B4-BE49-F238E27FC236}">
                <a16:creationId xmlns:a16="http://schemas.microsoft.com/office/drawing/2014/main" id="{B69D5C3B-1CF6-4838-932E-908D80A4C228}"/>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1524" name="Rectangle 4">
            <a:extLst>
              <a:ext uri="{FF2B5EF4-FFF2-40B4-BE49-F238E27FC236}">
                <a16:creationId xmlns:a16="http://schemas.microsoft.com/office/drawing/2014/main" id="{A1608E6D-574B-4426-83A9-52C9F1090EB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1525" name="Rectangle 5">
            <a:extLst>
              <a:ext uri="{FF2B5EF4-FFF2-40B4-BE49-F238E27FC236}">
                <a16:creationId xmlns:a16="http://schemas.microsoft.com/office/drawing/2014/main" id="{C03D8BE9-74A0-4AC4-A2FC-C05F915AE0BD}"/>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1526" name="Rectangle 6">
            <a:extLst>
              <a:ext uri="{FF2B5EF4-FFF2-40B4-BE49-F238E27FC236}">
                <a16:creationId xmlns:a16="http://schemas.microsoft.com/office/drawing/2014/main" id="{43377007-3E41-45DE-858C-4A3A8267711C}"/>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1527" name="Rectangle 7">
            <a:extLst>
              <a:ext uri="{FF2B5EF4-FFF2-40B4-BE49-F238E27FC236}">
                <a16:creationId xmlns:a16="http://schemas.microsoft.com/office/drawing/2014/main" id="{D913A527-63E6-4ED8-9459-B404ADBBF99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1528" name="Rectangle 8">
            <a:extLst>
              <a:ext uri="{FF2B5EF4-FFF2-40B4-BE49-F238E27FC236}">
                <a16:creationId xmlns:a16="http://schemas.microsoft.com/office/drawing/2014/main" id="{48B26116-80AB-4C0A-BB64-EAA394ED5460}"/>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1529" name="Rectangle 9">
            <a:extLst>
              <a:ext uri="{FF2B5EF4-FFF2-40B4-BE49-F238E27FC236}">
                <a16:creationId xmlns:a16="http://schemas.microsoft.com/office/drawing/2014/main" id="{5930090E-CF3B-4E9C-ACAD-A26511E727D0}"/>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491530" name="Picture 10">
            <a:extLst>
              <a:ext uri="{FF2B5EF4-FFF2-40B4-BE49-F238E27FC236}">
                <a16:creationId xmlns:a16="http://schemas.microsoft.com/office/drawing/2014/main" id="{57C57AE2-10B9-48BF-8524-3BA054F6F1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350" y="1493838"/>
            <a:ext cx="8172450" cy="3992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7B6372F5-D0E9-4202-BBFB-7B1C161E357E}"/>
              </a:ext>
            </a:extLst>
          </p:cNvPr>
          <p:cNvSpPr>
            <a:spLocks noGrp="1"/>
          </p:cNvSpPr>
          <p:nvPr>
            <p:ph type="ftr" sz="quarter" idx="11"/>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EBE8A7CB-697C-4584-93F0-6F8A31956700}"/>
              </a:ext>
            </a:extLst>
          </p:cNvPr>
          <p:cNvSpPr>
            <a:spLocks noGrp="1"/>
          </p:cNvSpPr>
          <p:nvPr>
            <p:ph type="sldNum" sz="quarter" idx="12"/>
          </p:nvPr>
        </p:nvSpPr>
        <p:spPr/>
        <p:txBody>
          <a:bodyPr/>
          <a:lstStyle/>
          <a:p>
            <a:fld id="{A779F154-6422-43F6-9739-AAC5A68A9C06}" type="slidenum">
              <a:rPr lang="en-US" altLang="en-US"/>
              <a:pPr/>
              <a:t>15</a:t>
            </a:fld>
            <a:endParaRPr lang="en-US" altLang="en-US"/>
          </a:p>
        </p:txBody>
      </p:sp>
      <p:sp>
        <p:nvSpPr>
          <p:cNvPr id="492546" name="Text Box 2">
            <a:extLst>
              <a:ext uri="{FF2B5EF4-FFF2-40B4-BE49-F238E27FC236}">
                <a16:creationId xmlns:a16="http://schemas.microsoft.com/office/drawing/2014/main" id="{2CDA6511-D73C-4A0B-B376-1B4EE96B16BD}"/>
              </a:ext>
            </a:extLst>
          </p:cNvPr>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17.8</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Generic domains</a:t>
            </a:r>
          </a:p>
        </p:txBody>
      </p:sp>
      <p:sp>
        <p:nvSpPr>
          <p:cNvPr id="492547" name="Rectangle 3">
            <a:extLst>
              <a:ext uri="{FF2B5EF4-FFF2-40B4-BE49-F238E27FC236}">
                <a16:creationId xmlns:a16="http://schemas.microsoft.com/office/drawing/2014/main" id="{AC4A2871-EEA9-4FDB-95A9-D1ADFDE44AD9}"/>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2548" name="Rectangle 4">
            <a:extLst>
              <a:ext uri="{FF2B5EF4-FFF2-40B4-BE49-F238E27FC236}">
                <a16:creationId xmlns:a16="http://schemas.microsoft.com/office/drawing/2014/main" id="{7E2A662F-CE30-4AB4-A00D-8EE9EA68FE9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2549" name="Rectangle 5">
            <a:extLst>
              <a:ext uri="{FF2B5EF4-FFF2-40B4-BE49-F238E27FC236}">
                <a16:creationId xmlns:a16="http://schemas.microsoft.com/office/drawing/2014/main" id="{9E9B14D3-AF4E-43B2-AD74-C9D32DAEE38A}"/>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2550" name="Rectangle 6">
            <a:extLst>
              <a:ext uri="{FF2B5EF4-FFF2-40B4-BE49-F238E27FC236}">
                <a16:creationId xmlns:a16="http://schemas.microsoft.com/office/drawing/2014/main" id="{C83EDA5A-1F1A-4AC6-BAFE-32DDB4F30D63}"/>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2551" name="Rectangle 7">
            <a:extLst>
              <a:ext uri="{FF2B5EF4-FFF2-40B4-BE49-F238E27FC236}">
                <a16:creationId xmlns:a16="http://schemas.microsoft.com/office/drawing/2014/main" id="{932D50DD-AB2E-46D6-B293-DD33F1A203B3}"/>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2552" name="Rectangle 8">
            <a:extLst>
              <a:ext uri="{FF2B5EF4-FFF2-40B4-BE49-F238E27FC236}">
                <a16:creationId xmlns:a16="http://schemas.microsoft.com/office/drawing/2014/main" id="{0B8CCC0C-6A4A-4B36-8B5A-F0D59721A0C4}"/>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2553" name="Rectangle 9">
            <a:extLst>
              <a:ext uri="{FF2B5EF4-FFF2-40B4-BE49-F238E27FC236}">
                <a16:creationId xmlns:a16="http://schemas.microsoft.com/office/drawing/2014/main" id="{B55CAAB6-2991-4BC1-9203-F1D7F9FE96A4}"/>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492554" name="Picture 10">
            <a:extLst>
              <a:ext uri="{FF2B5EF4-FFF2-40B4-BE49-F238E27FC236}">
                <a16:creationId xmlns:a16="http://schemas.microsoft.com/office/drawing/2014/main" id="{3B023E62-AE2E-4639-8159-AF2E7E8CC4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000" y="782638"/>
            <a:ext cx="8026400" cy="546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1">
            <a:extLst>
              <a:ext uri="{FF2B5EF4-FFF2-40B4-BE49-F238E27FC236}">
                <a16:creationId xmlns:a16="http://schemas.microsoft.com/office/drawing/2014/main" id="{EDB8248C-6FC3-4C78-BACB-6C91D9C96571}"/>
              </a:ext>
            </a:extLst>
          </p:cNvPr>
          <p:cNvSpPr>
            <a:spLocks noGrp="1"/>
          </p:cNvSpPr>
          <p:nvPr>
            <p:ph type="ftr" sz="quarter" idx="11"/>
          </p:nvPr>
        </p:nvSpPr>
        <p:spPr/>
        <p:txBody>
          <a:bodyPr/>
          <a:lstStyle/>
          <a:p>
            <a:r>
              <a:rPr lang="en-US" altLang="en-US"/>
              <a:t>TCP/IP Protocol Suite</a:t>
            </a:r>
          </a:p>
        </p:txBody>
      </p:sp>
      <p:sp>
        <p:nvSpPr>
          <p:cNvPr id="5" name="Slide Number Placeholder 2">
            <a:extLst>
              <a:ext uri="{FF2B5EF4-FFF2-40B4-BE49-F238E27FC236}">
                <a16:creationId xmlns:a16="http://schemas.microsoft.com/office/drawing/2014/main" id="{465A97B4-9368-452D-939A-898F7E6DA860}"/>
              </a:ext>
            </a:extLst>
          </p:cNvPr>
          <p:cNvSpPr>
            <a:spLocks noGrp="1"/>
          </p:cNvSpPr>
          <p:nvPr>
            <p:ph type="sldNum" sz="quarter" idx="12"/>
          </p:nvPr>
        </p:nvSpPr>
        <p:spPr/>
        <p:txBody>
          <a:bodyPr/>
          <a:lstStyle/>
          <a:p>
            <a:fld id="{726AA484-2278-49D2-83D0-0BE8070C939A}" type="slidenum">
              <a:rPr lang="en-US" altLang="en-US"/>
              <a:pPr/>
              <a:t>16</a:t>
            </a:fld>
            <a:endParaRPr lang="en-US" altLang="en-US"/>
          </a:p>
        </p:txBody>
      </p:sp>
      <p:sp>
        <p:nvSpPr>
          <p:cNvPr id="512003" name="Text Box 3">
            <a:extLst>
              <a:ext uri="{FF2B5EF4-FFF2-40B4-BE49-F238E27FC236}">
                <a16:creationId xmlns:a16="http://schemas.microsoft.com/office/drawing/2014/main" id="{13D5AA45-D4DB-4FC6-AEAB-F36A4CD58166}"/>
              </a:ext>
            </a:extLst>
          </p:cNvPr>
          <p:cNvSpPr txBox="1">
            <a:spLocks noChangeArrowheads="1"/>
          </p:cNvSpPr>
          <p:nvPr/>
        </p:nvSpPr>
        <p:spPr bwMode="auto">
          <a:xfrm>
            <a:off x="1157288" y="990600"/>
            <a:ext cx="44815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i="1">
                <a:solidFill>
                  <a:srgbClr val="FF0066"/>
                </a:solidFill>
                <a:effectLst>
                  <a:outerShdw blurRad="38100" dist="38100" dir="2700000" algn="tl">
                    <a:srgbClr val="C0C0C0"/>
                  </a:outerShdw>
                </a:effectLst>
                <a:latin typeface="Times New Roman" panose="02020603050405020304" pitchFamily="18" charset="0"/>
              </a:rPr>
              <a:t>Table 17.1  </a:t>
            </a:r>
            <a:r>
              <a:rPr lang="en-US" altLang="en-US" sz="2400" i="1">
                <a:effectLst>
                  <a:outerShdw blurRad="38100" dist="38100" dir="2700000" algn="tl">
                    <a:srgbClr val="C0C0C0"/>
                  </a:outerShdw>
                </a:effectLst>
                <a:latin typeface="Times New Roman" panose="02020603050405020304" pitchFamily="18" charset="0"/>
              </a:rPr>
              <a:t>Generic domain labels</a:t>
            </a:r>
          </a:p>
        </p:txBody>
      </p:sp>
      <p:pic>
        <p:nvPicPr>
          <p:cNvPr id="512041" name="Picture 41">
            <a:extLst>
              <a:ext uri="{FF2B5EF4-FFF2-40B4-BE49-F238E27FC236}">
                <a16:creationId xmlns:a16="http://schemas.microsoft.com/office/drawing/2014/main" id="{E9E9E800-0347-48F0-BF86-48C59AF8EC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1888" y="1573213"/>
            <a:ext cx="6880225" cy="3711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1">
            <a:extLst>
              <a:ext uri="{FF2B5EF4-FFF2-40B4-BE49-F238E27FC236}">
                <a16:creationId xmlns:a16="http://schemas.microsoft.com/office/drawing/2014/main" id="{61908D99-85BF-4160-9603-FE17D9604411}"/>
              </a:ext>
            </a:extLst>
          </p:cNvPr>
          <p:cNvSpPr>
            <a:spLocks noGrp="1"/>
          </p:cNvSpPr>
          <p:nvPr>
            <p:ph type="ftr" sz="quarter" idx="11"/>
          </p:nvPr>
        </p:nvSpPr>
        <p:spPr/>
        <p:txBody>
          <a:bodyPr/>
          <a:lstStyle/>
          <a:p>
            <a:r>
              <a:rPr lang="en-US" altLang="en-US"/>
              <a:t>TCP/IP Protocol Suite</a:t>
            </a:r>
          </a:p>
        </p:txBody>
      </p:sp>
      <p:sp>
        <p:nvSpPr>
          <p:cNvPr id="5" name="Slide Number Placeholder 2">
            <a:extLst>
              <a:ext uri="{FF2B5EF4-FFF2-40B4-BE49-F238E27FC236}">
                <a16:creationId xmlns:a16="http://schemas.microsoft.com/office/drawing/2014/main" id="{3A58BB16-3F98-4B27-80D0-25FE9B2B5B2F}"/>
              </a:ext>
            </a:extLst>
          </p:cNvPr>
          <p:cNvSpPr>
            <a:spLocks noGrp="1"/>
          </p:cNvSpPr>
          <p:nvPr>
            <p:ph type="sldNum" sz="quarter" idx="12"/>
          </p:nvPr>
        </p:nvSpPr>
        <p:spPr/>
        <p:txBody>
          <a:bodyPr/>
          <a:lstStyle/>
          <a:p>
            <a:fld id="{B12612BD-FF79-43C7-A11B-F1077D5666BC}" type="slidenum">
              <a:rPr lang="en-US" altLang="en-US"/>
              <a:pPr/>
              <a:t>17</a:t>
            </a:fld>
            <a:endParaRPr lang="en-US" altLang="en-US"/>
          </a:p>
        </p:txBody>
      </p:sp>
      <p:sp>
        <p:nvSpPr>
          <p:cNvPr id="519170" name="Text Box 2">
            <a:extLst>
              <a:ext uri="{FF2B5EF4-FFF2-40B4-BE49-F238E27FC236}">
                <a16:creationId xmlns:a16="http://schemas.microsoft.com/office/drawing/2014/main" id="{AF8E7338-7569-48BE-B55B-97360A9E82EF}"/>
              </a:ext>
            </a:extLst>
          </p:cNvPr>
          <p:cNvSpPr txBox="1">
            <a:spLocks noChangeArrowheads="1"/>
          </p:cNvSpPr>
          <p:nvPr/>
        </p:nvSpPr>
        <p:spPr bwMode="auto">
          <a:xfrm>
            <a:off x="1157288" y="990600"/>
            <a:ext cx="60817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i="1">
                <a:solidFill>
                  <a:srgbClr val="FF0066"/>
                </a:solidFill>
                <a:effectLst>
                  <a:outerShdw blurRad="38100" dist="38100" dir="2700000" algn="tl">
                    <a:srgbClr val="C0C0C0"/>
                  </a:outerShdw>
                </a:effectLst>
                <a:latin typeface="Times New Roman" panose="02020603050405020304" pitchFamily="18" charset="0"/>
              </a:rPr>
              <a:t>Table 17.1  </a:t>
            </a:r>
            <a:r>
              <a:rPr lang="en-US" altLang="en-US" sz="2400" i="1">
                <a:effectLst>
                  <a:outerShdw blurRad="38100" dist="38100" dir="2700000" algn="tl">
                    <a:srgbClr val="C0C0C0"/>
                  </a:outerShdw>
                </a:effectLst>
                <a:latin typeface="Times New Roman" panose="02020603050405020304" pitchFamily="18" charset="0"/>
              </a:rPr>
              <a:t>Generic domain labels (Continued)</a:t>
            </a:r>
          </a:p>
        </p:txBody>
      </p:sp>
      <p:pic>
        <p:nvPicPr>
          <p:cNvPr id="519172" name="Picture 4">
            <a:extLst>
              <a:ext uri="{FF2B5EF4-FFF2-40B4-BE49-F238E27FC236}">
                <a16:creationId xmlns:a16="http://schemas.microsoft.com/office/drawing/2014/main" id="{DD5D946F-CF79-4BCE-9140-0245248323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2838" y="1570038"/>
            <a:ext cx="6918325" cy="3717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00619DE1-4091-40A3-80F2-B90F3CA952FF}"/>
              </a:ext>
            </a:extLst>
          </p:cNvPr>
          <p:cNvSpPr>
            <a:spLocks noGrp="1"/>
          </p:cNvSpPr>
          <p:nvPr>
            <p:ph type="ftr" sz="quarter" idx="11"/>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90564550-C7F5-4741-AE27-2E7CE1D60A6E}"/>
              </a:ext>
            </a:extLst>
          </p:cNvPr>
          <p:cNvSpPr>
            <a:spLocks noGrp="1"/>
          </p:cNvSpPr>
          <p:nvPr>
            <p:ph type="sldNum" sz="quarter" idx="12"/>
          </p:nvPr>
        </p:nvSpPr>
        <p:spPr/>
        <p:txBody>
          <a:bodyPr/>
          <a:lstStyle/>
          <a:p>
            <a:fld id="{F2C7590A-4369-4708-90B3-3677BED0B37A}" type="slidenum">
              <a:rPr lang="en-US" altLang="en-US"/>
              <a:pPr/>
              <a:t>18</a:t>
            </a:fld>
            <a:endParaRPr lang="en-US" altLang="en-US"/>
          </a:p>
        </p:txBody>
      </p:sp>
      <p:sp>
        <p:nvSpPr>
          <p:cNvPr id="493570" name="Text Box 2">
            <a:extLst>
              <a:ext uri="{FF2B5EF4-FFF2-40B4-BE49-F238E27FC236}">
                <a16:creationId xmlns:a16="http://schemas.microsoft.com/office/drawing/2014/main" id="{1CBB90FC-BA86-4E30-ADFC-7174595C5E75}"/>
              </a:ext>
            </a:extLst>
          </p:cNvPr>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17.9</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Country domains</a:t>
            </a:r>
          </a:p>
        </p:txBody>
      </p:sp>
      <p:sp>
        <p:nvSpPr>
          <p:cNvPr id="493571" name="Rectangle 3">
            <a:extLst>
              <a:ext uri="{FF2B5EF4-FFF2-40B4-BE49-F238E27FC236}">
                <a16:creationId xmlns:a16="http://schemas.microsoft.com/office/drawing/2014/main" id="{DA244D19-3BC6-49CB-8F7D-101DD3389D47}"/>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3572" name="Rectangle 4">
            <a:extLst>
              <a:ext uri="{FF2B5EF4-FFF2-40B4-BE49-F238E27FC236}">
                <a16:creationId xmlns:a16="http://schemas.microsoft.com/office/drawing/2014/main" id="{DDB8A4DD-2655-4E4D-BACD-28585DE6621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3573" name="Rectangle 5">
            <a:extLst>
              <a:ext uri="{FF2B5EF4-FFF2-40B4-BE49-F238E27FC236}">
                <a16:creationId xmlns:a16="http://schemas.microsoft.com/office/drawing/2014/main" id="{C4549716-D435-43A3-8811-E24047A5D770}"/>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3574" name="Rectangle 6">
            <a:extLst>
              <a:ext uri="{FF2B5EF4-FFF2-40B4-BE49-F238E27FC236}">
                <a16:creationId xmlns:a16="http://schemas.microsoft.com/office/drawing/2014/main" id="{B91BD9E7-0197-4049-88FA-3F99BFDEB558}"/>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3575" name="Rectangle 7">
            <a:extLst>
              <a:ext uri="{FF2B5EF4-FFF2-40B4-BE49-F238E27FC236}">
                <a16:creationId xmlns:a16="http://schemas.microsoft.com/office/drawing/2014/main" id="{0D168EE3-3AC7-4BF1-AF20-8724293EE5AC}"/>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3576" name="Rectangle 8">
            <a:extLst>
              <a:ext uri="{FF2B5EF4-FFF2-40B4-BE49-F238E27FC236}">
                <a16:creationId xmlns:a16="http://schemas.microsoft.com/office/drawing/2014/main" id="{3761DB1E-F6C8-4914-9AD2-8EFD60ED8049}"/>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3577" name="Rectangle 9">
            <a:extLst>
              <a:ext uri="{FF2B5EF4-FFF2-40B4-BE49-F238E27FC236}">
                <a16:creationId xmlns:a16="http://schemas.microsoft.com/office/drawing/2014/main" id="{5D62B30E-75E3-4DFD-9F52-4E20D6589776}"/>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493578" name="Picture 10">
            <a:extLst>
              <a:ext uri="{FF2B5EF4-FFF2-40B4-BE49-F238E27FC236}">
                <a16:creationId xmlns:a16="http://schemas.microsoft.com/office/drawing/2014/main" id="{1521A158-F005-40BB-9C2C-2426B61CD7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6975" y="990600"/>
            <a:ext cx="4772025" cy="521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3FAD095F-A547-46D4-BE02-7391B9634BA2}"/>
              </a:ext>
            </a:extLst>
          </p:cNvPr>
          <p:cNvSpPr>
            <a:spLocks noGrp="1"/>
          </p:cNvSpPr>
          <p:nvPr>
            <p:ph type="ftr" sz="quarter" idx="11"/>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12F635F4-AD63-4792-9DE8-75E20D2F840D}"/>
              </a:ext>
            </a:extLst>
          </p:cNvPr>
          <p:cNvSpPr>
            <a:spLocks noGrp="1"/>
          </p:cNvSpPr>
          <p:nvPr>
            <p:ph type="sldNum" sz="quarter" idx="12"/>
          </p:nvPr>
        </p:nvSpPr>
        <p:spPr/>
        <p:txBody>
          <a:bodyPr/>
          <a:lstStyle/>
          <a:p>
            <a:fld id="{1DB8D676-30DB-4383-AD08-D9008B6BF08D}" type="slidenum">
              <a:rPr lang="en-US" altLang="en-US"/>
              <a:pPr/>
              <a:t>19</a:t>
            </a:fld>
            <a:endParaRPr lang="en-US" altLang="en-US"/>
          </a:p>
        </p:txBody>
      </p:sp>
      <p:sp>
        <p:nvSpPr>
          <p:cNvPr id="494594" name="Text Box 2">
            <a:extLst>
              <a:ext uri="{FF2B5EF4-FFF2-40B4-BE49-F238E27FC236}">
                <a16:creationId xmlns:a16="http://schemas.microsoft.com/office/drawing/2014/main" id="{AAAF6323-11C1-440B-BB4E-5F49337B2E2D}"/>
              </a:ext>
            </a:extLst>
          </p:cNvPr>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17.10</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Inverse domain</a:t>
            </a:r>
          </a:p>
        </p:txBody>
      </p:sp>
      <p:sp>
        <p:nvSpPr>
          <p:cNvPr id="494595" name="Rectangle 3">
            <a:extLst>
              <a:ext uri="{FF2B5EF4-FFF2-40B4-BE49-F238E27FC236}">
                <a16:creationId xmlns:a16="http://schemas.microsoft.com/office/drawing/2014/main" id="{DFC4B75B-4E26-4ACD-A894-020F1371A1C9}"/>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4596" name="Rectangle 4">
            <a:extLst>
              <a:ext uri="{FF2B5EF4-FFF2-40B4-BE49-F238E27FC236}">
                <a16:creationId xmlns:a16="http://schemas.microsoft.com/office/drawing/2014/main" id="{9ACA355F-3612-4D5C-8905-E64EC5BB5B82}"/>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4597" name="Rectangle 5">
            <a:extLst>
              <a:ext uri="{FF2B5EF4-FFF2-40B4-BE49-F238E27FC236}">
                <a16:creationId xmlns:a16="http://schemas.microsoft.com/office/drawing/2014/main" id="{EBBF4986-E6C6-4B48-9303-699594A941CA}"/>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4598" name="Rectangle 6">
            <a:extLst>
              <a:ext uri="{FF2B5EF4-FFF2-40B4-BE49-F238E27FC236}">
                <a16:creationId xmlns:a16="http://schemas.microsoft.com/office/drawing/2014/main" id="{863F7EA0-1399-4F20-B9B2-4E607C6D21E8}"/>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4599" name="Rectangle 7">
            <a:extLst>
              <a:ext uri="{FF2B5EF4-FFF2-40B4-BE49-F238E27FC236}">
                <a16:creationId xmlns:a16="http://schemas.microsoft.com/office/drawing/2014/main" id="{9104FFB5-F906-45F6-95DE-94D505B6373D}"/>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4600" name="Rectangle 8">
            <a:extLst>
              <a:ext uri="{FF2B5EF4-FFF2-40B4-BE49-F238E27FC236}">
                <a16:creationId xmlns:a16="http://schemas.microsoft.com/office/drawing/2014/main" id="{F2D4C587-2C2C-4CCF-BF53-67E2A76CD4DC}"/>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4601" name="Rectangle 9">
            <a:extLst>
              <a:ext uri="{FF2B5EF4-FFF2-40B4-BE49-F238E27FC236}">
                <a16:creationId xmlns:a16="http://schemas.microsoft.com/office/drawing/2014/main" id="{C7E3F3AC-EF4C-430A-901F-A57C545480C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494602" name="Picture 10">
            <a:extLst>
              <a:ext uri="{FF2B5EF4-FFF2-40B4-BE49-F238E27FC236}">
                <a16:creationId xmlns:a16="http://schemas.microsoft.com/office/drawing/2014/main" id="{47E0F796-FFD3-49DB-B1B7-AC40379DA1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7963" y="555625"/>
            <a:ext cx="4414837" cy="576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Footer Placeholder 1">
            <a:extLst>
              <a:ext uri="{FF2B5EF4-FFF2-40B4-BE49-F238E27FC236}">
                <a16:creationId xmlns:a16="http://schemas.microsoft.com/office/drawing/2014/main" id="{053AB0EE-0C27-404A-9711-8F626927E0BA}"/>
              </a:ext>
            </a:extLst>
          </p:cNvPr>
          <p:cNvSpPr>
            <a:spLocks noGrp="1"/>
          </p:cNvSpPr>
          <p:nvPr>
            <p:ph type="ftr" sz="quarter" idx="11"/>
          </p:nvPr>
        </p:nvSpPr>
        <p:spPr/>
        <p:txBody>
          <a:bodyPr/>
          <a:lstStyle/>
          <a:p>
            <a:r>
              <a:rPr lang="en-US" altLang="en-US"/>
              <a:t>TCP/IP Protocol Suite</a:t>
            </a:r>
          </a:p>
        </p:txBody>
      </p:sp>
      <p:sp>
        <p:nvSpPr>
          <p:cNvPr id="11" name="Slide Number Placeholder 2">
            <a:extLst>
              <a:ext uri="{FF2B5EF4-FFF2-40B4-BE49-F238E27FC236}">
                <a16:creationId xmlns:a16="http://schemas.microsoft.com/office/drawing/2014/main" id="{29EF7961-1A96-458C-9DD2-D30581A0F0CC}"/>
              </a:ext>
            </a:extLst>
          </p:cNvPr>
          <p:cNvSpPr>
            <a:spLocks noGrp="1"/>
          </p:cNvSpPr>
          <p:nvPr>
            <p:ph type="sldNum" sz="quarter" idx="12"/>
          </p:nvPr>
        </p:nvSpPr>
        <p:spPr/>
        <p:txBody>
          <a:bodyPr/>
          <a:lstStyle/>
          <a:p>
            <a:fld id="{9DB60B56-0C96-43EA-ABF9-B4F2FD1FA2DA}" type="slidenum">
              <a:rPr lang="en-US" altLang="en-US"/>
              <a:pPr/>
              <a:t>20</a:t>
            </a:fld>
            <a:endParaRPr lang="en-US" altLang="en-US"/>
          </a:p>
        </p:txBody>
      </p:sp>
      <p:grpSp>
        <p:nvGrpSpPr>
          <p:cNvPr id="478210" name="Group 2">
            <a:extLst>
              <a:ext uri="{FF2B5EF4-FFF2-40B4-BE49-F238E27FC236}">
                <a16:creationId xmlns:a16="http://schemas.microsoft.com/office/drawing/2014/main" id="{BF028FE2-3B6A-4095-98B7-108F8636BAAB}"/>
              </a:ext>
            </a:extLst>
          </p:cNvPr>
          <p:cNvGrpSpPr>
            <a:grpSpLocks/>
          </p:cNvGrpSpPr>
          <p:nvPr/>
        </p:nvGrpSpPr>
        <p:grpSpPr bwMode="auto">
          <a:xfrm>
            <a:off x="0" y="0"/>
            <a:ext cx="8686800" cy="6400800"/>
            <a:chOff x="0" y="96"/>
            <a:chExt cx="5472" cy="3840"/>
          </a:xfrm>
        </p:grpSpPr>
        <p:sp>
          <p:nvSpPr>
            <p:cNvPr id="478211" name="AutoShape 3">
              <a:extLst>
                <a:ext uri="{FF2B5EF4-FFF2-40B4-BE49-F238E27FC236}">
                  <a16:creationId xmlns:a16="http://schemas.microsoft.com/office/drawing/2014/main" id="{AF5C8735-352D-4BE7-8B30-15AE1F77B1A3}"/>
                </a:ext>
              </a:extLst>
            </p:cNvPr>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sz="2400">
                <a:latin typeface="Times New Roman" panose="02020603050405020304" pitchFamily="18" charset="0"/>
              </a:endParaRPr>
            </a:p>
          </p:txBody>
        </p:sp>
        <p:sp>
          <p:nvSpPr>
            <p:cNvPr id="478212" name="AutoShape 4">
              <a:extLst>
                <a:ext uri="{FF2B5EF4-FFF2-40B4-BE49-F238E27FC236}">
                  <a16:creationId xmlns:a16="http://schemas.microsoft.com/office/drawing/2014/main" id="{2FFE328B-C494-4633-A3EB-E9627ABED25F}"/>
                </a:ext>
              </a:extLst>
            </p:cNvPr>
            <p:cNvSpPr>
              <a:spLocks noChangeArrowheads="1"/>
            </p:cNvSpPr>
            <p:nvPr/>
          </p:nvSpPr>
          <p:spPr bwMode="blackWhite">
            <a:xfrm>
              <a:off x="0" y="96"/>
              <a:ext cx="5376" cy="768"/>
            </a:xfrm>
            <a:custGeom>
              <a:avLst/>
              <a:gdLst>
                <a:gd name="G0" fmla="+- 1000 0 0"/>
                <a:gd name="G1" fmla="+- 1000 0 0"/>
                <a:gd name="G2" fmla="+- G0 0 G1"/>
                <a:gd name="G3" fmla="*/ G1 1 2"/>
                <a:gd name="G4" fmla="+- G0 0 G3"/>
                <a:gd name="T0" fmla="*/ 0 w 1000"/>
                <a:gd name="T1" fmla="*/ 0 h 1000"/>
                <a:gd name="T2" fmla="*/ 6170 w 1000"/>
                <a:gd name="T3" fmla="*/ 0 h 1000"/>
                <a:gd name="T4" fmla="*/ 6670 w 1000"/>
                <a:gd name="T5" fmla="*/ 500 h 1000"/>
                <a:gd name="T6" fmla="*/ 6170 w 1000"/>
                <a:gd name="T7" fmla="*/ 999 h 1000"/>
                <a:gd name="T8" fmla="*/ 0 w 1000"/>
                <a:gd name="T9" fmla="*/ 1000 h 1000"/>
                <a:gd name="T10" fmla="*/ 0 w 1000"/>
                <a:gd name="T11" fmla="*/ 0 h 1000"/>
                <a:gd name="T12" fmla="*/ G4 w 1000"/>
                <a:gd name="T13" fmla="*/ G1 h 1000"/>
              </a:gdLst>
              <a:ahLst/>
              <a:cxnLst>
                <a:cxn ang="0">
                  <a:pos x="T0" y="T1"/>
                </a:cxn>
                <a:cxn ang="0">
                  <a:pos x="T2" y="T3"/>
                </a:cxn>
                <a:cxn ang="0">
                  <a:pos x="T4" y="T5"/>
                </a:cxn>
                <a:cxn ang="0">
                  <a:pos x="T6" y="T7"/>
                </a:cxn>
                <a:cxn ang="0">
                  <a:pos x="T8" y="T9"/>
                </a:cxn>
              </a:cxnLst>
              <a:rect l="T10" t="T11" r="T12" b="T13"/>
              <a:pathLst>
                <a:path w="7000" h="1000">
                  <a:moveTo>
                    <a:pt x="0" y="0"/>
                  </a:moveTo>
                  <a:lnTo>
                    <a:pt x="6170" y="0"/>
                  </a:lnTo>
                  <a:cubicBezTo>
                    <a:pt x="6446" y="0"/>
                    <a:pt x="6670" y="223"/>
                    <a:pt x="6670" y="500"/>
                  </a:cubicBezTo>
                  <a:cubicBezTo>
                    <a:pt x="6670" y="776"/>
                    <a:pt x="6446" y="999"/>
                    <a:pt x="6170" y="999"/>
                  </a:cubicBezTo>
                  <a:lnTo>
                    <a:pt x="0" y="100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2400">
                <a:latin typeface="Times New Roman" panose="02020603050405020304" pitchFamily="18" charset="0"/>
              </a:endParaRPr>
            </a:p>
          </p:txBody>
        </p:sp>
        <p:sp>
          <p:nvSpPr>
            <p:cNvPr id="478213" name="Line 5">
              <a:extLst>
                <a:ext uri="{FF2B5EF4-FFF2-40B4-BE49-F238E27FC236}">
                  <a16:creationId xmlns:a16="http://schemas.microsoft.com/office/drawing/2014/main" id="{0EE3DD7F-4FB4-4A24-8948-EAC3FB4DC563}"/>
                </a:ext>
              </a:extLst>
            </p:cNvPr>
            <p:cNvSpPr>
              <a:spLocks noChangeShapeType="1"/>
            </p:cNvSpPr>
            <p:nvPr/>
          </p:nvSpPr>
          <p:spPr bwMode="auto">
            <a:xfrm>
              <a:off x="0" y="768"/>
              <a:ext cx="5088"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478214" name="Text Box 6">
            <a:extLst>
              <a:ext uri="{FF2B5EF4-FFF2-40B4-BE49-F238E27FC236}">
                <a16:creationId xmlns:a16="http://schemas.microsoft.com/office/drawing/2014/main" id="{71D32D46-AFFB-403F-87CC-49625189BAD3}"/>
              </a:ext>
            </a:extLst>
          </p:cNvPr>
          <p:cNvSpPr txBox="1">
            <a:spLocks noChangeArrowheads="1"/>
          </p:cNvSpPr>
          <p:nvPr/>
        </p:nvSpPr>
        <p:spPr bwMode="auto">
          <a:xfrm>
            <a:off x="228600" y="354013"/>
            <a:ext cx="445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a:solidFill>
                  <a:schemeClr val="bg1"/>
                </a:solidFill>
                <a:latin typeface="Arial" panose="020B0604020202020204" pitchFamily="34" charset="0"/>
              </a:rPr>
              <a:t>17.5   RESOLUTION</a:t>
            </a:r>
          </a:p>
        </p:txBody>
      </p:sp>
      <p:sp>
        <p:nvSpPr>
          <p:cNvPr id="478215" name="Rectangle 7">
            <a:extLst>
              <a:ext uri="{FF2B5EF4-FFF2-40B4-BE49-F238E27FC236}">
                <a16:creationId xmlns:a16="http://schemas.microsoft.com/office/drawing/2014/main" id="{DE3A3709-301B-4DF9-A5E9-481637530784}"/>
              </a:ext>
            </a:extLst>
          </p:cNvPr>
          <p:cNvSpPr>
            <a:spLocks noChangeArrowheads="1"/>
          </p:cNvSpPr>
          <p:nvPr/>
        </p:nvSpPr>
        <p:spPr bwMode="auto">
          <a:xfrm>
            <a:off x="533400" y="1371600"/>
            <a:ext cx="78486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000" i="1">
                <a:effectLst>
                  <a:outerShdw blurRad="38100" dist="38100" dir="2700000" algn="tl">
                    <a:srgbClr val="C0C0C0"/>
                  </a:outerShdw>
                </a:effectLst>
                <a:latin typeface="Times New Roman" panose="02020603050405020304" pitchFamily="18" charset="0"/>
              </a:rPr>
              <a:t>Mapping a name to an address or an address to a name is called name-address resolution.</a:t>
            </a:r>
          </a:p>
        </p:txBody>
      </p:sp>
      <p:sp>
        <p:nvSpPr>
          <p:cNvPr id="478216" name="Rectangle 8">
            <a:extLst>
              <a:ext uri="{FF2B5EF4-FFF2-40B4-BE49-F238E27FC236}">
                <a16:creationId xmlns:a16="http://schemas.microsoft.com/office/drawing/2014/main" id="{6BA2572F-7480-482D-A279-50FACEFC1663}"/>
              </a:ext>
            </a:extLst>
          </p:cNvPr>
          <p:cNvSpPr>
            <a:spLocks noChangeArrowheads="1"/>
          </p:cNvSpPr>
          <p:nvPr/>
        </p:nvSpPr>
        <p:spPr bwMode="auto">
          <a:xfrm>
            <a:off x="685800" y="3124200"/>
            <a:ext cx="7848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i="1">
                <a:solidFill>
                  <a:schemeClr val="hlink"/>
                </a:solidFill>
                <a:effectLst>
                  <a:outerShdw blurRad="38100" dist="38100" dir="2700000" algn="tl">
                    <a:srgbClr val="C0C0C0"/>
                  </a:outerShdw>
                </a:effectLst>
                <a:latin typeface="Times New Roman" panose="02020603050405020304" pitchFamily="18" charset="0"/>
              </a:rPr>
              <a:t>The topics discussed in this section include:</a:t>
            </a:r>
          </a:p>
        </p:txBody>
      </p:sp>
      <p:sp>
        <p:nvSpPr>
          <p:cNvPr id="478217" name="Rectangle 9">
            <a:extLst>
              <a:ext uri="{FF2B5EF4-FFF2-40B4-BE49-F238E27FC236}">
                <a16:creationId xmlns:a16="http://schemas.microsoft.com/office/drawing/2014/main" id="{D78270B6-B461-416B-8C8D-A4B153599DE0}"/>
              </a:ext>
            </a:extLst>
          </p:cNvPr>
          <p:cNvSpPr>
            <a:spLocks noChangeArrowheads="1"/>
          </p:cNvSpPr>
          <p:nvPr/>
        </p:nvSpPr>
        <p:spPr bwMode="auto">
          <a:xfrm>
            <a:off x="685800" y="3641725"/>
            <a:ext cx="7315200" cy="19208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762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i="1">
                <a:effectLst>
                  <a:outerShdw blurRad="38100" dist="38100" dir="2700000" algn="tl">
                    <a:srgbClr val="C0C0C0"/>
                  </a:outerShdw>
                </a:effectLst>
                <a:latin typeface="Times New Roman" panose="02020603050405020304" pitchFamily="18" charset="0"/>
              </a:rPr>
              <a:t>Resolver </a:t>
            </a:r>
          </a:p>
          <a:p>
            <a:r>
              <a:rPr lang="en-US" altLang="en-US" sz="2000" i="1">
                <a:effectLst>
                  <a:outerShdw blurRad="38100" dist="38100" dir="2700000" algn="tl">
                    <a:srgbClr val="C0C0C0"/>
                  </a:outerShdw>
                </a:effectLst>
                <a:latin typeface="Times New Roman" panose="02020603050405020304" pitchFamily="18" charset="0"/>
              </a:rPr>
              <a:t>Mapping Names to Addresses </a:t>
            </a:r>
          </a:p>
          <a:p>
            <a:r>
              <a:rPr lang="en-US" altLang="en-US" sz="2000" i="1">
                <a:effectLst>
                  <a:outerShdw blurRad="38100" dist="38100" dir="2700000" algn="tl">
                    <a:srgbClr val="C0C0C0"/>
                  </a:outerShdw>
                </a:effectLst>
                <a:latin typeface="Times New Roman" panose="02020603050405020304" pitchFamily="18" charset="0"/>
              </a:rPr>
              <a:t>Mapping Addresses to Names </a:t>
            </a:r>
          </a:p>
          <a:p>
            <a:r>
              <a:rPr lang="en-US" altLang="en-US" sz="2000" i="1">
                <a:effectLst>
                  <a:outerShdw blurRad="38100" dist="38100" dir="2700000" algn="tl">
                    <a:srgbClr val="C0C0C0"/>
                  </a:outerShdw>
                </a:effectLst>
                <a:latin typeface="Times New Roman" panose="02020603050405020304" pitchFamily="18" charset="0"/>
              </a:rPr>
              <a:t>Recursive Resolution </a:t>
            </a:r>
          </a:p>
          <a:p>
            <a:r>
              <a:rPr lang="en-US" altLang="en-US" sz="2000" i="1">
                <a:effectLst>
                  <a:outerShdw blurRad="38100" dist="38100" dir="2700000" algn="tl">
                    <a:srgbClr val="C0C0C0"/>
                  </a:outerShdw>
                </a:effectLst>
                <a:latin typeface="Times New Roman" panose="02020603050405020304" pitchFamily="18" charset="0"/>
              </a:rPr>
              <a:t>Iterative Resolution </a:t>
            </a:r>
          </a:p>
          <a:p>
            <a:r>
              <a:rPr lang="en-US" altLang="en-US" sz="2000" i="1">
                <a:effectLst>
                  <a:outerShdw blurRad="38100" dist="38100" dir="2700000" algn="tl">
                    <a:srgbClr val="C0C0C0"/>
                  </a:outerShdw>
                </a:effectLst>
                <a:latin typeface="Times New Roman" panose="02020603050405020304" pitchFamily="18" charset="0"/>
              </a:rPr>
              <a:t>Caching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CD365E77-0083-4267-8161-7F738D9739AA}"/>
              </a:ext>
            </a:extLst>
          </p:cNvPr>
          <p:cNvSpPr>
            <a:spLocks noGrp="1"/>
          </p:cNvSpPr>
          <p:nvPr>
            <p:ph type="ftr" sz="quarter" idx="11"/>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885618EF-9412-493C-B972-5C105C459500}"/>
              </a:ext>
            </a:extLst>
          </p:cNvPr>
          <p:cNvSpPr>
            <a:spLocks noGrp="1"/>
          </p:cNvSpPr>
          <p:nvPr>
            <p:ph type="sldNum" sz="quarter" idx="12"/>
          </p:nvPr>
        </p:nvSpPr>
        <p:spPr/>
        <p:txBody>
          <a:bodyPr/>
          <a:lstStyle/>
          <a:p>
            <a:fld id="{F00DB415-96A8-4DFC-BAC5-25D868809F82}" type="slidenum">
              <a:rPr lang="en-US" altLang="en-US"/>
              <a:pPr/>
              <a:t>21</a:t>
            </a:fld>
            <a:endParaRPr lang="en-US" altLang="en-US"/>
          </a:p>
        </p:txBody>
      </p:sp>
      <p:sp>
        <p:nvSpPr>
          <p:cNvPr id="495618" name="Text Box 2">
            <a:extLst>
              <a:ext uri="{FF2B5EF4-FFF2-40B4-BE49-F238E27FC236}">
                <a16:creationId xmlns:a16="http://schemas.microsoft.com/office/drawing/2014/main" id="{436626AE-2A12-4EE2-A9E7-3B0AD8729ABF}"/>
              </a:ext>
            </a:extLst>
          </p:cNvPr>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17.11</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Recursive resolution</a:t>
            </a:r>
          </a:p>
        </p:txBody>
      </p:sp>
      <p:sp>
        <p:nvSpPr>
          <p:cNvPr id="495619" name="Rectangle 3">
            <a:extLst>
              <a:ext uri="{FF2B5EF4-FFF2-40B4-BE49-F238E27FC236}">
                <a16:creationId xmlns:a16="http://schemas.microsoft.com/office/drawing/2014/main" id="{007EA540-543D-47D7-9555-8C517701D174}"/>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5620" name="Rectangle 4">
            <a:extLst>
              <a:ext uri="{FF2B5EF4-FFF2-40B4-BE49-F238E27FC236}">
                <a16:creationId xmlns:a16="http://schemas.microsoft.com/office/drawing/2014/main" id="{4A5AEDAD-4E04-4BE4-81A2-A763A335C7AD}"/>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5621" name="Rectangle 5">
            <a:extLst>
              <a:ext uri="{FF2B5EF4-FFF2-40B4-BE49-F238E27FC236}">
                <a16:creationId xmlns:a16="http://schemas.microsoft.com/office/drawing/2014/main" id="{354E4548-C396-4F22-8E44-9D01DB07ACBE}"/>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5622" name="Rectangle 6">
            <a:extLst>
              <a:ext uri="{FF2B5EF4-FFF2-40B4-BE49-F238E27FC236}">
                <a16:creationId xmlns:a16="http://schemas.microsoft.com/office/drawing/2014/main" id="{6DFD43D4-D527-4063-A603-7801CD5FB66B}"/>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5623" name="Rectangle 7">
            <a:extLst>
              <a:ext uri="{FF2B5EF4-FFF2-40B4-BE49-F238E27FC236}">
                <a16:creationId xmlns:a16="http://schemas.microsoft.com/office/drawing/2014/main" id="{25EF694C-95A2-4D8C-B52B-2B336092133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5624" name="Rectangle 8">
            <a:extLst>
              <a:ext uri="{FF2B5EF4-FFF2-40B4-BE49-F238E27FC236}">
                <a16:creationId xmlns:a16="http://schemas.microsoft.com/office/drawing/2014/main" id="{F5D3FC79-A7A7-4615-87EA-13D979953C4C}"/>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5625" name="Rectangle 9">
            <a:extLst>
              <a:ext uri="{FF2B5EF4-FFF2-40B4-BE49-F238E27FC236}">
                <a16:creationId xmlns:a16="http://schemas.microsoft.com/office/drawing/2014/main" id="{56270D4A-8EA8-4754-97CB-01CDACFEF3E8}"/>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495626" name="Picture 10">
            <a:extLst>
              <a:ext uri="{FF2B5EF4-FFF2-40B4-BE49-F238E27FC236}">
                <a16:creationId xmlns:a16="http://schemas.microsoft.com/office/drawing/2014/main" id="{A68A7D19-DBC2-45CC-AF93-CBD757A751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885950"/>
            <a:ext cx="6737350" cy="337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E28BAD83-308C-4B17-B8C7-5FF0C7A3CC82}"/>
              </a:ext>
            </a:extLst>
          </p:cNvPr>
          <p:cNvSpPr>
            <a:spLocks noGrp="1"/>
          </p:cNvSpPr>
          <p:nvPr>
            <p:ph type="ftr" sz="quarter" idx="11"/>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303A6363-C3FF-4FE8-9794-E33941FED280}"/>
              </a:ext>
            </a:extLst>
          </p:cNvPr>
          <p:cNvSpPr>
            <a:spLocks noGrp="1"/>
          </p:cNvSpPr>
          <p:nvPr>
            <p:ph type="sldNum" sz="quarter" idx="12"/>
          </p:nvPr>
        </p:nvSpPr>
        <p:spPr/>
        <p:txBody>
          <a:bodyPr/>
          <a:lstStyle/>
          <a:p>
            <a:fld id="{3DDDA1BC-B981-4D1F-A89D-0279B6055CA8}" type="slidenum">
              <a:rPr lang="en-US" altLang="en-US"/>
              <a:pPr/>
              <a:t>22</a:t>
            </a:fld>
            <a:endParaRPr lang="en-US" altLang="en-US"/>
          </a:p>
        </p:txBody>
      </p:sp>
      <p:sp>
        <p:nvSpPr>
          <p:cNvPr id="496642" name="Text Box 2">
            <a:extLst>
              <a:ext uri="{FF2B5EF4-FFF2-40B4-BE49-F238E27FC236}">
                <a16:creationId xmlns:a16="http://schemas.microsoft.com/office/drawing/2014/main" id="{A9230573-8CC2-4A44-8107-50F2ED4E5457}"/>
              </a:ext>
            </a:extLst>
          </p:cNvPr>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17.12</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Iterative resolution</a:t>
            </a:r>
          </a:p>
        </p:txBody>
      </p:sp>
      <p:sp>
        <p:nvSpPr>
          <p:cNvPr id="496643" name="Rectangle 3">
            <a:extLst>
              <a:ext uri="{FF2B5EF4-FFF2-40B4-BE49-F238E27FC236}">
                <a16:creationId xmlns:a16="http://schemas.microsoft.com/office/drawing/2014/main" id="{E767C5E1-7016-4820-B6ED-FAC7879EE9C4}"/>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6644" name="Rectangle 4">
            <a:extLst>
              <a:ext uri="{FF2B5EF4-FFF2-40B4-BE49-F238E27FC236}">
                <a16:creationId xmlns:a16="http://schemas.microsoft.com/office/drawing/2014/main" id="{276699CB-B990-45E1-BFAD-B1B252297FE6}"/>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6645" name="Rectangle 5">
            <a:extLst>
              <a:ext uri="{FF2B5EF4-FFF2-40B4-BE49-F238E27FC236}">
                <a16:creationId xmlns:a16="http://schemas.microsoft.com/office/drawing/2014/main" id="{6DBE055A-0750-4DB4-AE96-8321993676FB}"/>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6646" name="Rectangle 6">
            <a:extLst>
              <a:ext uri="{FF2B5EF4-FFF2-40B4-BE49-F238E27FC236}">
                <a16:creationId xmlns:a16="http://schemas.microsoft.com/office/drawing/2014/main" id="{1A8DB8A0-8333-45D0-89F3-8DBEF6A04D07}"/>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6647" name="Rectangle 7">
            <a:extLst>
              <a:ext uri="{FF2B5EF4-FFF2-40B4-BE49-F238E27FC236}">
                <a16:creationId xmlns:a16="http://schemas.microsoft.com/office/drawing/2014/main" id="{4500C650-4AE3-4730-8803-7B55FF2A1C72}"/>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6648" name="Rectangle 8">
            <a:extLst>
              <a:ext uri="{FF2B5EF4-FFF2-40B4-BE49-F238E27FC236}">
                <a16:creationId xmlns:a16="http://schemas.microsoft.com/office/drawing/2014/main" id="{D793BD78-D0A4-49BD-9493-A40EE3833057}"/>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6649" name="Rectangle 9">
            <a:extLst>
              <a:ext uri="{FF2B5EF4-FFF2-40B4-BE49-F238E27FC236}">
                <a16:creationId xmlns:a16="http://schemas.microsoft.com/office/drawing/2014/main" id="{AF60F43E-C135-4846-8A0A-3FF314580FC0}"/>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496650" name="Picture 10">
            <a:extLst>
              <a:ext uri="{FF2B5EF4-FFF2-40B4-BE49-F238E27FC236}">
                <a16:creationId xmlns:a16="http://schemas.microsoft.com/office/drawing/2014/main" id="{09693429-54F0-4F28-ACF8-8CD464AD55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2025" y="1295400"/>
            <a:ext cx="7724775" cy="463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Footer Placeholder 1">
            <a:extLst>
              <a:ext uri="{FF2B5EF4-FFF2-40B4-BE49-F238E27FC236}">
                <a16:creationId xmlns:a16="http://schemas.microsoft.com/office/drawing/2014/main" id="{63C68CF0-AF11-4C48-B474-134AAA750118}"/>
              </a:ext>
            </a:extLst>
          </p:cNvPr>
          <p:cNvSpPr>
            <a:spLocks noGrp="1"/>
          </p:cNvSpPr>
          <p:nvPr>
            <p:ph type="ftr" sz="quarter" idx="11"/>
          </p:nvPr>
        </p:nvSpPr>
        <p:spPr/>
        <p:txBody>
          <a:bodyPr/>
          <a:lstStyle/>
          <a:p>
            <a:r>
              <a:rPr lang="en-US" altLang="en-US"/>
              <a:t>TCP/IP Protocol Suite</a:t>
            </a:r>
          </a:p>
        </p:txBody>
      </p:sp>
      <p:sp>
        <p:nvSpPr>
          <p:cNvPr id="11" name="Slide Number Placeholder 2">
            <a:extLst>
              <a:ext uri="{FF2B5EF4-FFF2-40B4-BE49-F238E27FC236}">
                <a16:creationId xmlns:a16="http://schemas.microsoft.com/office/drawing/2014/main" id="{C56E215D-84A8-4AC2-9846-C959B4AE5ABD}"/>
              </a:ext>
            </a:extLst>
          </p:cNvPr>
          <p:cNvSpPr>
            <a:spLocks noGrp="1"/>
          </p:cNvSpPr>
          <p:nvPr>
            <p:ph type="sldNum" sz="quarter" idx="12"/>
          </p:nvPr>
        </p:nvSpPr>
        <p:spPr/>
        <p:txBody>
          <a:bodyPr/>
          <a:lstStyle/>
          <a:p>
            <a:fld id="{08BBEA88-2D83-4AAA-B4FA-F057298DB390}" type="slidenum">
              <a:rPr lang="en-US" altLang="en-US"/>
              <a:pPr/>
              <a:t>23</a:t>
            </a:fld>
            <a:endParaRPr lang="en-US" altLang="en-US"/>
          </a:p>
        </p:txBody>
      </p:sp>
      <p:grpSp>
        <p:nvGrpSpPr>
          <p:cNvPr id="479234" name="Group 2">
            <a:extLst>
              <a:ext uri="{FF2B5EF4-FFF2-40B4-BE49-F238E27FC236}">
                <a16:creationId xmlns:a16="http://schemas.microsoft.com/office/drawing/2014/main" id="{41477B71-1AC7-4840-9B65-BBDC280F55DB}"/>
              </a:ext>
            </a:extLst>
          </p:cNvPr>
          <p:cNvGrpSpPr>
            <a:grpSpLocks/>
          </p:cNvGrpSpPr>
          <p:nvPr/>
        </p:nvGrpSpPr>
        <p:grpSpPr bwMode="auto">
          <a:xfrm>
            <a:off x="0" y="0"/>
            <a:ext cx="8686800" cy="6400800"/>
            <a:chOff x="0" y="96"/>
            <a:chExt cx="5472" cy="3840"/>
          </a:xfrm>
        </p:grpSpPr>
        <p:sp>
          <p:nvSpPr>
            <p:cNvPr id="479235" name="AutoShape 3">
              <a:extLst>
                <a:ext uri="{FF2B5EF4-FFF2-40B4-BE49-F238E27FC236}">
                  <a16:creationId xmlns:a16="http://schemas.microsoft.com/office/drawing/2014/main" id="{FBC408BD-3319-4D0B-9B54-E5600707ECA3}"/>
                </a:ext>
              </a:extLst>
            </p:cNvPr>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sz="2400">
                <a:latin typeface="Times New Roman" panose="02020603050405020304" pitchFamily="18" charset="0"/>
              </a:endParaRPr>
            </a:p>
          </p:txBody>
        </p:sp>
        <p:sp>
          <p:nvSpPr>
            <p:cNvPr id="479236" name="AutoShape 4">
              <a:extLst>
                <a:ext uri="{FF2B5EF4-FFF2-40B4-BE49-F238E27FC236}">
                  <a16:creationId xmlns:a16="http://schemas.microsoft.com/office/drawing/2014/main" id="{C0C2B45C-C8AF-4099-8769-01AC111F5604}"/>
                </a:ext>
              </a:extLst>
            </p:cNvPr>
            <p:cNvSpPr>
              <a:spLocks noChangeArrowheads="1"/>
            </p:cNvSpPr>
            <p:nvPr/>
          </p:nvSpPr>
          <p:spPr bwMode="blackWhite">
            <a:xfrm>
              <a:off x="0" y="96"/>
              <a:ext cx="5376" cy="768"/>
            </a:xfrm>
            <a:custGeom>
              <a:avLst/>
              <a:gdLst>
                <a:gd name="G0" fmla="+- 1000 0 0"/>
                <a:gd name="G1" fmla="+- 1000 0 0"/>
                <a:gd name="G2" fmla="+- G0 0 G1"/>
                <a:gd name="G3" fmla="*/ G1 1 2"/>
                <a:gd name="G4" fmla="+- G0 0 G3"/>
                <a:gd name="T0" fmla="*/ 0 w 1000"/>
                <a:gd name="T1" fmla="*/ 0 h 1000"/>
                <a:gd name="T2" fmla="*/ 6170 w 1000"/>
                <a:gd name="T3" fmla="*/ 0 h 1000"/>
                <a:gd name="T4" fmla="*/ 6670 w 1000"/>
                <a:gd name="T5" fmla="*/ 500 h 1000"/>
                <a:gd name="T6" fmla="*/ 6170 w 1000"/>
                <a:gd name="T7" fmla="*/ 999 h 1000"/>
                <a:gd name="T8" fmla="*/ 0 w 1000"/>
                <a:gd name="T9" fmla="*/ 1000 h 1000"/>
                <a:gd name="T10" fmla="*/ 0 w 1000"/>
                <a:gd name="T11" fmla="*/ 0 h 1000"/>
                <a:gd name="T12" fmla="*/ G4 w 1000"/>
                <a:gd name="T13" fmla="*/ G1 h 1000"/>
              </a:gdLst>
              <a:ahLst/>
              <a:cxnLst>
                <a:cxn ang="0">
                  <a:pos x="T0" y="T1"/>
                </a:cxn>
                <a:cxn ang="0">
                  <a:pos x="T2" y="T3"/>
                </a:cxn>
                <a:cxn ang="0">
                  <a:pos x="T4" y="T5"/>
                </a:cxn>
                <a:cxn ang="0">
                  <a:pos x="T6" y="T7"/>
                </a:cxn>
                <a:cxn ang="0">
                  <a:pos x="T8" y="T9"/>
                </a:cxn>
              </a:cxnLst>
              <a:rect l="T10" t="T11" r="T12" b="T13"/>
              <a:pathLst>
                <a:path w="7000" h="1000">
                  <a:moveTo>
                    <a:pt x="0" y="0"/>
                  </a:moveTo>
                  <a:lnTo>
                    <a:pt x="6170" y="0"/>
                  </a:lnTo>
                  <a:cubicBezTo>
                    <a:pt x="6446" y="0"/>
                    <a:pt x="6670" y="223"/>
                    <a:pt x="6670" y="500"/>
                  </a:cubicBezTo>
                  <a:cubicBezTo>
                    <a:pt x="6670" y="776"/>
                    <a:pt x="6446" y="999"/>
                    <a:pt x="6170" y="999"/>
                  </a:cubicBezTo>
                  <a:lnTo>
                    <a:pt x="0" y="100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2400">
                <a:latin typeface="Times New Roman" panose="02020603050405020304" pitchFamily="18" charset="0"/>
              </a:endParaRPr>
            </a:p>
          </p:txBody>
        </p:sp>
        <p:sp>
          <p:nvSpPr>
            <p:cNvPr id="479237" name="Line 5">
              <a:extLst>
                <a:ext uri="{FF2B5EF4-FFF2-40B4-BE49-F238E27FC236}">
                  <a16:creationId xmlns:a16="http://schemas.microsoft.com/office/drawing/2014/main" id="{A9089137-9124-4F66-BE64-0EC2A73255F1}"/>
                </a:ext>
              </a:extLst>
            </p:cNvPr>
            <p:cNvSpPr>
              <a:spLocks noChangeShapeType="1"/>
            </p:cNvSpPr>
            <p:nvPr/>
          </p:nvSpPr>
          <p:spPr bwMode="auto">
            <a:xfrm>
              <a:off x="0" y="768"/>
              <a:ext cx="5088"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479238" name="Text Box 6">
            <a:extLst>
              <a:ext uri="{FF2B5EF4-FFF2-40B4-BE49-F238E27FC236}">
                <a16:creationId xmlns:a16="http://schemas.microsoft.com/office/drawing/2014/main" id="{3A1E420B-E7B1-48F2-9600-FAE86E4049B8}"/>
              </a:ext>
            </a:extLst>
          </p:cNvPr>
          <p:cNvSpPr txBox="1">
            <a:spLocks noChangeArrowheads="1"/>
          </p:cNvSpPr>
          <p:nvPr/>
        </p:nvSpPr>
        <p:spPr bwMode="auto">
          <a:xfrm>
            <a:off x="228600" y="354013"/>
            <a:ext cx="5137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a:solidFill>
                  <a:schemeClr val="bg1"/>
                </a:solidFill>
                <a:latin typeface="Arial" panose="020B0604020202020204" pitchFamily="34" charset="0"/>
              </a:rPr>
              <a:t>17.6   DNS MESSAGES</a:t>
            </a:r>
          </a:p>
        </p:txBody>
      </p:sp>
      <p:sp>
        <p:nvSpPr>
          <p:cNvPr id="479239" name="Rectangle 7">
            <a:extLst>
              <a:ext uri="{FF2B5EF4-FFF2-40B4-BE49-F238E27FC236}">
                <a16:creationId xmlns:a16="http://schemas.microsoft.com/office/drawing/2014/main" id="{1C5EDF4C-C922-4041-B85B-CDAF40E916A4}"/>
              </a:ext>
            </a:extLst>
          </p:cNvPr>
          <p:cNvSpPr>
            <a:spLocks noChangeArrowheads="1"/>
          </p:cNvSpPr>
          <p:nvPr/>
        </p:nvSpPr>
        <p:spPr bwMode="auto">
          <a:xfrm>
            <a:off x="533400" y="1371600"/>
            <a:ext cx="78486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000" i="1">
                <a:effectLst>
                  <a:outerShdw blurRad="38100" dist="38100" dir="2700000" algn="tl">
                    <a:srgbClr val="C0C0C0"/>
                  </a:outerShdw>
                </a:effectLst>
                <a:latin typeface="Times New Roman" panose="02020603050405020304" pitchFamily="18" charset="0"/>
              </a:rPr>
              <a:t>The DNS query message consists of a header and question records; the DNS response message consists of a header, question records, answer records, authoritative records, and additional records.</a:t>
            </a:r>
          </a:p>
        </p:txBody>
      </p:sp>
      <p:sp>
        <p:nvSpPr>
          <p:cNvPr id="479240" name="Rectangle 8">
            <a:extLst>
              <a:ext uri="{FF2B5EF4-FFF2-40B4-BE49-F238E27FC236}">
                <a16:creationId xmlns:a16="http://schemas.microsoft.com/office/drawing/2014/main" id="{5F924B09-4948-45C1-A199-A9CE8CFDB65E}"/>
              </a:ext>
            </a:extLst>
          </p:cNvPr>
          <p:cNvSpPr>
            <a:spLocks noChangeArrowheads="1"/>
          </p:cNvSpPr>
          <p:nvPr/>
        </p:nvSpPr>
        <p:spPr bwMode="auto">
          <a:xfrm>
            <a:off x="685800" y="3870325"/>
            <a:ext cx="7848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i="1">
                <a:solidFill>
                  <a:schemeClr val="hlink"/>
                </a:solidFill>
                <a:effectLst>
                  <a:outerShdw blurRad="38100" dist="38100" dir="2700000" algn="tl">
                    <a:srgbClr val="C0C0C0"/>
                  </a:outerShdw>
                </a:effectLst>
                <a:latin typeface="Times New Roman" panose="02020603050405020304" pitchFamily="18" charset="0"/>
              </a:rPr>
              <a:t>The topics discussed in this section include:</a:t>
            </a:r>
          </a:p>
        </p:txBody>
      </p:sp>
      <p:sp>
        <p:nvSpPr>
          <p:cNvPr id="479241" name="Rectangle 9">
            <a:extLst>
              <a:ext uri="{FF2B5EF4-FFF2-40B4-BE49-F238E27FC236}">
                <a16:creationId xmlns:a16="http://schemas.microsoft.com/office/drawing/2014/main" id="{D43A043D-B753-439B-90E6-F5C9996E98E4}"/>
              </a:ext>
            </a:extLst>
          </p:cNvPr>
          <p:cNvSpPr>
            <a:spLocks noChangeArrowheads="1"/>
          </p:cNvSpPr>
          <p:nvPr/>
        </p:nvSpPr>
        <p:spPr bwMode="auto">
          <a:xfrm>
            <a:off x="685800" y="4403725"/>
            <a:ext cx="7315200" cy="3968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762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i="1">
                <a:effectLst>
                  <a:outerShdw blurRad="38100" dist="38100" dir="2700000" algn="tl">
                    <a:srgbClr val="C0C0C0"/>
                  </a:outerShdw>
                </a:effectLst>
                <a:latin typeface="Times New Roman" panose="02020603050405020304" pitchFamily="18" charset="0"/>
              </a:rPr>
              <a:t>Header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844FB343-62BB-4DCC-AC53-89422A4DC21B}"/>
              </a:ext>
            </a:extLst>
          </p:cNvPr>
          <p:cNvSpPr>
            <a:spLocks noGrp="1"/>
          </p:cNvSpPr>
          <p:nvPr>
            <p:ph type="ftr" sz="quarter" idx="11"/>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C5DEFC22-1E17-4213-919B-78FD231CC2E8}"/>
              </a:ext>
            </a:extLst>
          </p:cNvPr>
          <p:cNvSpPr>
            <a:spLocks noGrp="1"/>
          </p:cNvSpPr>
          <p:nvPr>
            <p:ph type="sldNum" sz="quarter" idx="12"/>
          </p:nvPr>
        </p:nvSpPr>
        <p:spPr/>
        <p:txBody>
          <a:bodyPr/>
          <a:lstStyle/>
          <a:p>
            <a:fld id="{73B97C98-F997-4CA3-8407-500FD6749669}" type="slidenum">
              <a:rPr lang="en-US" altLang="en-US"/>
              <a:pPr/>
              <a:t>24</a:t>
            </a:fld>
            <a:endParaRPr lang="en-US" altLang="en-US"/>
          </a:p>
        </p:txBody>
      </p:sp>
      <p:sp>
        <p:nvSpPr>
          <p:cNvPr id="497666" name="Text Box 2">
            <a:extLst>
              <a:ext uri="{FF2B5EF4-FFF2-40B4-BE49-F238E27FC236}">
                <a16:creationId xmlns:a16="http://schemas.microsoft.com/office/drawing/2014/main" id="{9896ACD6-48AC-484B-A4CC-76C87A6ED9AB}"/>
              </a:ext>
            </a:extLst>
          </p:cNvPr>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17.13</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DNS messages</a:t>
            </a:r>
          </a:p>
        </p:txBody>
      </p:sp>
      <p:sp>
        <p:nvSpPr>
          <p:cNvPr id="497667" name="Rectangle 3">
            <a:extLst>
              <a:ext uri="{FF2B5EF4-FFF2-40B4-BE49-F238E27FC236}">
                <a16:creationId xmlns:a16="http://schemas.microsoft.com/office/drawing/2014/main" id="{79349D45-C929-4D49-A67E-311B1B782B06}"/>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7668" name="Rectangle 4">
            <a:extLst>
              <a:ext uri="{FF2B5EF4-FFF2-40B4-BE49-F238E27FC236}">
                <a16:creationId xmlns:a16="http://schemas.microsoft.com/office/drawing/2014/main" id="{D8E7392D-A2DA-4AC6-9A95-01697B45FDE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7669" name="Rectangle 5">
            <a:extLst>
              <a:ext uri="{FF2B5EF4-FFF2-40B4-BE49-F238E27FC236}">
                <a16:creationId xmlns:a16="http://schemas.microsoft.com/office/drawing/2014/main" id="{8D7A13FB-60A2-4753-9340-0CCAB3A8204D}"/>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7670" name="Rectangle 6">
            <a:extLst>
              <a:ext uri="{FF2B5EF4-FFF2-40B4-BE49-F238E27FC236}">
                <a16:creationId xmlns:a16="http://schemas.microsoft.com/office/drawing/2014/main" id="{504415F4-3D74-4315-B80D-173BD3A76B19}"/>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7671" name="Rectangle 7">
            <a:extLst>
              <a:ext uri="{FF2B5EF4-FFF2-40B4-BE49-F238E27FC236}">
                <a16:creationId xmlns:a16="http://schemas.microsoft.com/office/drawing/2014/main" id="{0329C3A8-814A-471D-8065-656007C5C008}"/>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7672" name="Rectangle 8">
            <a:extLst>
              <a:ext uri="{FF2B5EF4-FFF2-40B4-BE49-F238E27FC236}">
                <a16:creationId xmlns:a16="http://schemas.microsoft.com/office/drawing/2014/main" id="{D423F02D-1D69-4A9A-92ED-ED53D34C121E}"/>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7673" name="Rectangle 9">
            <a:extLst>
              <a:ext uri="{FF2B5EF4-FFF2-40B4-BE49-F238E27FC236}">
                <a16:creationId xmlns:a16="http://schemas.microsoft.com/office/drawing/2014/main" id="{15F91088-EAA1-439D-9DD5-6CCF5E48D554}"/>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497674" name="Picture 10">
            <a:extLst>
              <a:ext uri="{FF2B5EF4-FFF2-40B4-BE49-F238E27FC236}">
                <a16:creationId xmlns:a16="http://schemas.microsoft.com/office/drawing/2014/main" id="{FBD38197-2C6E-4E2B-B276-41E0283F37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8063" y="2833688"/>
            <a:ext cx="6535737" cy="1357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2DC81994-8188-416E-B5FF-D3C64E127DA9}"/>
              </a:ext>
            </a:extLst>
          </p:cNvPr>
          <p:cNvSpPr>
            <a:spLocks noGrp="1"/>
          </p:cNvSpPr>
          <p:nvPr>
            <p:ph type="ftr" sz="quarter" idx="11"/>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9109EA2A-0CEA-4264-A800-F0E2226F7D4B}"/>
              </a:ext>
            </a:extLst>
          </p:cNvPr>
          <p:cNvSpPr>
            <a:spLocks noGrp="1"/>
          </p:cNvSpPr>
          <p:nvPr>
            <p:ph type="sldNum" sz="quarter" idx="12"/>
          </p:nvPr>
        </p:nvSpPr>
        <p:spPr/>
        <p:txBody>
          <a:bodyPr/>
          <a:lstStyle/>
          <a:p>
            <a:fld id="{CB3832D6-D7CE-4EDD-9971-B55BA3D8495F}" type="slidenum">
              <a:rPr lang="en-US" altLang="en-US"/>
              <a:pPr/>
              <a:t>25</a:t>
            </a:fld>
            <a:endParaRPr lang="en-US" altLang="en-US"/>
          </a:p>
        </p:txBody>
      </p:sp>
      <p:sp>
        <p:nvSpPr>
          <p:cNvPr id="498690" name="Text Box 2">
            <a:extLst>
              <a:ext uri="{FF2B5EF4-FFF2-40B4-BE49-F238E27FC236}">
                <a16:creationId xmlns:a16="http://schemas.microsoft.com/office/drawing/2014/main" id="{CEF43623-4A41-4FE1-8366-E6420CB56C6F}"/>
              </a:ext>
            </a:extLst>
          </p:cNvPr>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17.14</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Query and response messages</a:t>
            </a:r>
          </a:p>
        </p:txBody>
      </p:sp>
      <p:sp>
        <p:nvSpPr>
          <p:cNvPr id="498691" name="Rectangle 3">
            <a:extLst>
              <a:ext uri="{FF2B5EF4-FFF2-40B4-BE49-F238E27FC236}">
                <a16:creationId xmlns:a16="http://schemas.microsoft.com/office/drawing/2014/main" id="{8DA58233-DF56-435B-8C69-68B8AFD37B23}"/>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8692" name="Rectangle 4">
            <a:extLst>
              <a:ext uri="{FF2B5EF4-FFF2-40B4-BE49-F238E27FC236}">
                <a16:creationId xmlns:a16="http://schemas.microsoft.com/office/drawing/2014/main" id="{14BBE572-4F26-4390-B2A4-132A30578D12}"/>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8693" name="Rectangle 5">
            <a:extLst>
              <a:ext uri="{FF2B5EF4-FFF2-40B4-BE49-F238E27FC236}">
                <a16:creationId xmlns:a16="http://schemas.microsoft.com/office/drawing/2014/main" id="{EB29F1CE-45C1-439B-BC55-86ABBEBD7E3E}"/>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8694" name="Rectangle 6">
            <a:extLst>
              <a:ext uri="{FF2B5EF4-FFF2-40B4-BE49-F238E27FC236}">
                <a16:creationId xmlns:a16="http://schemas.microsoft.com/office/drawing/2014/main" id="{DFE919EA-9B99-4CF5-A6BA-E7E8AC2FC48D}"/>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8695" name="Rectangle 7">
            <a:extLst>
              <a:ext uri="{FF2B5EF4-FFF2-40B4-BE49-F238E27FC236}">
                <a16:creationId xmlns:a16="http://schemas.microsoft.com/office/drawing/2014/main" id="{F7F8774E-7E21-4D3C-BB8C-5E45484B00B6}"/>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8696" name="Rectangle 8">
            <a:extLst>
              <a:ext uri="{FF2B5EF4-FFF2-40B4-BE49-F238E27FC236}">
                <a16:creationId xmlns:a16="http://schemas.microsoft.com/office/drawing/2014/main" id="{02E89EEC-7051-4582-8074-E0C1F5AB6EC4}"/>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8697" name="Rectangle 9">
            <a:extLst>
              <a:ext uri="{FF2B5EF4-FFF2-40B4-BE49-F238E27FC236}">
                <a16:creationId xmlns:a16="http://schemas.microsoft.com/office/drawing/2014/main" id="{33DB1498-01E5-4395-900A-04B3981DA6B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498698" name="Picture 10">
            <a:extLst>
              <a:ext uri="{FF2B5EF4-FFF2-40B4-BE49-F238E27FC236}">
                <a16:creationId xmlns:a16="http://schemas.microsoft.com/office/drawing/2014/main" id="{5A2DA90B-03DA-47A7-9A65-5CCB7A3CB5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884363"/>
            <a:ext cx="8318500" cy="3449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04BB8CFB-243D-498E-9358-213526EE82A7}"/>
              </a:ext>
            </a:extLst>
          </p:cNvPr>
          <p:cNvSpPr>
            <a:spLocks noGrp="1"/>
          </p:cNvSpPr>
          <p:nvPr>
            <p:ph type="ftr" sz="quarter" idx="11"/>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076648ED-3B65-46FB-B9CE-8D5817B2A675}"/>
              </a:ext>
            </a:extLst>
          </p:cNvPr>
          <p:cNvSpPr>
            <a:spLocks noGrp="1"/>
          </p:cNvSpPr>
          <p:nvPr>
            <p:ph type="sldNum" sz="quarter" idx="12"/>
          </p:nvPr>
        </p:nvSpPr>
        <p:spPr/>
        <p:txBody>
          <a:bodyPr/>
          <a:lstStyle/>
          <a:p>
            <a:fld id="{8F368031-E554-4E54-8CE9-7119E53C1145}" type="slidenum">
              <a:rPr lang="en-US" altLang="en-US"/>
              <a:pPr/>
              <a:t>26</a:t>
            </a:fld>
            <a:endParaRPr lang="en-US" altLang="en-US"/>
          </a:p>
        </p:txBody>
      </p:sp>
      <p:sp>
        <p:nvSpPr>
          <p:cNvPr id="499714" name="Text Box 2">
            <a:extLst>
              <a:ext uri="{FF2B5EF4-FFF2-40B4-BE49-F238E27FC236}">
                <a16:creationId xmlns:a16="http://schemas.microsoft.com/office/drawing/2014/main" id="{E5F52BB8-9FBD-4EDD-BF09-42512C1839C9}"/>
              </a:ext>
            </a:extLst>
          </p:cNvPr>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17.15</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Header format</a:t>
            </a:r>
          </a:p>
        </p:txBody>
      </p:sp>
      <p:sp>
        <p:nvSpPr>
          <p:cNvPr id="499715" name="Rectangle 3">
            <a:extLst>
              <a:ext uri="{FF2B5EF4-FFF2-40B4-BE49-F238E27FC236}">
                <a16:creationId xmlns:a16="http://schemas.microsoft.com/office/drawing/2014/main" id="{CF681545-8C52-47AF-9AFC-B4DD65836D20}"/>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9716" name="Rectangle 4">
            <a:extLst>
              <a:ext uri="{FF2B5EF4-FFF2-40B4-BE49-F238E27FC236}">
                <a16:creationId xmlns:a16="http://schemas.microsoft.com/office/drawing/2014/main" id="{39FB2DD6-69E3-44AD-962A-D0A8EB2C7949}"/>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9717" name="Rectangle 5">
            <a:extLst>
              <a:ext uri="{FF2B5EF4-FFF2-40B4-BE49-F238E27FC236}">
                <a16:creationId xmlns:a16="http://schemas.microsoft.com/office/drawing/2014/main" id="{580B003F-A587-4431-B2BE-FB41F9FE2011}"/>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9718" name="Rectangle 6">
            <a:extLst>
              <a:ext uri="{FF2B5EF4-FFF2-40B4-BE49-F238E27FC236}">
                <a16:creationId xmlns:a16="http://schemas.microsoft.com/office/drawing/2014/main" id="{24B60665-72F0-4B6B-AF72-BCEA4910442C}"/>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9719" name="Rectangle 7">
            <a:extLst>
              <a:ext uri="{FF2B5EF4-FFF2-40B4-BE49-F238E27FC236}">
                <a16:creationId xmlns:a16="http://schemas.microsoft.com/office/drawing/2014/main" id="{E0D1718A-CC8E-478D-BFE2-7B17CE167566}"/>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9720" name="Rectangle 8">
            <a:extLst>
              <a:ext uri="{FF2B5EF4-FFF2-40B4-BE49-F238E27FC236}">
                <a16:creationId xmlns:a16="http://schemas.microsoft.com/office/drawing/2014/main" id="{39FAFD81-78B2-4381-AB81-4F8088736C45}"/>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499721" name="Rectangle 9">
            <a:extLst>
              <a:ext uri="{FF2B5EF4-FFF2-40B4-BE49-F238E27FC236}">
                <a16:creationId xmlns:a16="http://schemas.microsoft.com/office/drawing/2014/main" id="{05B5EC0A-ED21-4FFC-8139-483979915CC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499723" name="Picture 11">
            <a:extLst>
              <a:ext uri="{FF2B5EF4-FFF2-40B4-BE49-F238E27FC236}">
                <a16:creationId xmlns:a16="http://schemas.microsoft.com/office/drawing/2014/main" id="{A1205E1E-88A3-40B2-85F7-C5A6D42804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3588" y="2673350"/>
            <a:ext cx="7313612" cy="174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B2BD4806-98E7-457C-8044-488305EDC894}"/>
              </a:ext>
            </a:extLst>
          </p:cNvPr>
          <p:cNvSpPr>
            <a:spLocks noGrp="1"/>
          </p:cNvSpPr>
          <p:nvPr>
            <p:ph type="ftr" sz="quarter" idx="11"/>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0BDB76FD-A3A3-4E09-88A4-4A32B916649B}"/>
              </a:ext>
            </a:extLst>
          </p:cNvPr>
          <p:cNvSpPr>
            <a:spLocks noGrp="1"/>
          </p:cNvSpPr>
          <p:nvPr>
            <p:ph type="sldNum" sz="quarter" idx="12"/>
          </p:nvPr>
        </p:nvSpPr>
        <p:spPr/>
        <p:txBody>
          <a:bodyPr/>
          <a:lstStyle/>
          <a:p>
            <a:fld id="{8B0C007E-12F5-4D67-ACA7-290AE96F3F36}" type="slidenum">
              <a:rPr lang="en-US" altLang="en-US"/>
              <a:pPr/>
              <a:t>27</a:t>
            </a:fld>
            <a:endParaRPr lang="en-US" altLang="en-US"/>
          </a:p>
        </p:txBody>
      </p:sp>
      <p:sp>
        <p:nvSpPr>
          <p:cNvPr id="500738" name="Text Box 2">
            <a:extLst>
              <a:ext uri="{FF2B5EF4-FFF2-40B4-BE49-F238E27FC236}">
                <a16:creationId xmlns:a16="http://schemas.microsoft.com/office/drawing/2014/main" id="{6DA66869-F6BD-4900-A8F4-E2D955391726}"/>
              </a:ext>
            </a:extLst>
          </p:cNvPr>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17.16</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Flags field</a:t>
            </a:r>
          </a:p>
        </p:txBody>
      </p:sp>
      <p:sp>
        <p:nvSpPr>
          <p:cNvPr id="500739" name="Rectangle 3">
            <a:extLst>
              <a:ext uri="{FF2B5EF4-FFF2-40B4-BE49-F238E27FC236}">
                <a16:creationId xmlns:a16="http://schemas.microsoft.com/office/drawing/2014/main" id="{B921DAD9-E8B6-4486-8C1A-E6D42A454066}"/>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0740" name="Rectangle 4">
            <a:extLst>
              <a:ext uri="{FF2B5EF4-FFF2-40B4-BE49-F238E27FC236}">
                <a16:creationId xmlns:a16="http://schemas.microsoft.com/office/drawing/2014/main" id="{6997F388-670C-4772-A468-5AC4D847BEA7}"/>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0741" name="Rectangle 5">
            <a:extLst>
              <a:ext uri="{FF2B5EF4-FFF2-40B4-BE49-F238E27FC236}">
                <a16:creationId xmlns:a16="http://schemas.microsoft.com/office/drawing/2014/main" id="{98892BB3-2E02-4F41-ABBB-0D77F6A37BE9}"/>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0742" name="Rectangle 6">
            <a:extLst>
              <a:ext uri="{FF2B5EF4-FFF2-40B4-BE49-F238E27FC236}">
                <a16:creationId xmlns:a16="http://schemas.microsoft.com/office/drawing/2014/main" id="{71AE9BAA-181D-4F51-B43C-2568AD153B38}"/>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0743" name="Rectangle 7">
            <a:extLst>
              <a:ext uri="{FF2B5EF4-FFF2-40B4-BE49-F238E27FC236}">
                <a16:creationId xmlns:a16="http://schemas.microsoft.com/office/drawing/2014/main" id="{A2F7E137-5748-4339-A3E0-A23F9F8A2386}"/>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0744" name="Rectangle 8">
            <a:extLst>
              <a:ext uri="{FF2B5EF4-FFF2-40B4-BE49-F238E27FC236}">
                <a16:creationId xmlns:a16="http://schemas.microsoft.com/office/drawing/2014/main" id="{8CB80E0E-E54E-4B35-B0D0-DA0F3A2AF5A4}"/>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0745" name="Rectangle 9">
            <a:extLst>
              <a:ext uri="{FF2B5EF4-FFF2-40B4-BE49-F238E27FC236}">
                <a16:creationId xmlns:a16="http://schemas.microsoft.com/office/drawing/2014/main" id="{EBD4A292-2EB1-4F30-B266-031EF7700BF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500746" name="Picture 10">
            <a:extLst>
              <a:ext uri="{FF2B5EF4-FFF2-40B4-BE49-F238E27FC236}">
                <a16:creationId xmlns:a16="http://schemas.microsoft.com/office/drawing/2014/main" id="{5A4B3245-229C-4214-B357-21FEE41729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1875" y="3421063"/>
            <a:ext cx="7121525" cy="388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1">
            <a:extLst>
              <a:ext uri="{FF2B5EF4-FFF2-40B4-BE49-F238E27FC236}">
                <a16:creationId xmlns:a16="http://schemas.microsoft.com/office/drawing/2014/main" id="{01F775A4-5854-42CD-82FB-855A94D019F0}"/>
              </a:ext>
            </a:extLst>
          </p:cNvPr>
          <p:cNvSpPr>
            <a:spLocks noGrp="1"/>
          </p:cNvSpPr>
          <p:nvPr>
            <p:ph type="ftr" sz="quarter" idx="11"/>
          </p:nvPr>
        </p:nvSpPr>
        <p:spPr/>
        <p:txBody>
          <a:bodyPr/>
          <a:lstStyle/>
          <a:p>
            <a:r>
              <a:rPr lang="en-US" altLang="en-US"/>
              <a:t>TCP/IP Protocol Suite</a:t>
            </a:r>
          </a:p>
        </p:txBody>
      </p:sp>
      <p:sp>
        <p:nvSpPr>
          <p:cNvPr id="5" name="Slide Number Placeholder 2">
            <a:extLst>
              <a:ext uri="{FF2B5EF4-FFF2-40B4-BE49-F238E27FC236}">
                <a16:creationId xmlns:a16="http://schemas.microsoft.com/office/drawing/2014/main" id="{7A4D4FDE-680F-4B62-84D8-9818E8855169}"/>
              </a:ext>
            </a:extLst>
          </p:cNvPr>
          <p:cNvSpPr>
            <a:spLocks noGrp="1"/>
          </p:cNvSpPr>
          <p:nvPr>
            <p:ph type="sldNum" sz="quarter" idx="12"/>
          </p:nvPr>
        </p:nvSpPr>
        <p:spPr/>
        <p:txBody>
          <a:bodyPr/>
          <a:lstStyle/>
          <a:p>
            <a:fld id="{83E01F0B-9E6F-4F9C-B702-729E2E90DA4C}" type="slidenum">
              <a:rPr lang="en-US" altLang="en-US"/>
              <a:pPr/>
              <a:t>28</a:t>
            </a:fld>
            <a:endParaRPr lang="en-US" altLang="en-US"/>
          </a:p>
        </p:txBody>
      </p:sp>
      <p:sp>
        <p:nvSpPr>
          <p:cNvPr id="513027" name="Text Box 3">
            <a:extLst>
              <a:ext uri="{FF2B5EF4-FFF2-40B4-BE49-F238E27FC236}">
                <a16:creationId xmlns:a16="http://schemas.microsoft.com/office/drawing/2014/main" id="{6F926121-CBED-4745-BD44-8106B426DA9E}"/>
              </a:ext>
            </a:extLst>
          </p:cNvPr>
          <p:cNvSpPr txBox="1">
            <a:spLocks noChangeArrowheads="1"/>
          </p:cNvSpPr>
          <p:nvPr/>
        </p:nvSpPr>
        <p:spPr bwMode="auto">
          <a:xfrm>
            <a:off x="2255838" y="990600"/>
            <a:ext cx="36877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i="1">
                <a:solidFill>
                  <a:srgbClr val="FF0066"/>
                </a:solidFill>
                <a:effectLst>
                  <a:outerShdw blurRad="38100" dist="38100" dir="2700000" algn="tl">
                    <a:srgbClr val="C0C0C0"/>
                  </a:outerShdw>
                </a:effectLst>
                <a:latin typeface="Times New Roman" panose="02020603050405020304" pitchFamily="18" charset="0"/>
              </a:rPr>
              <a:t>Table 17.2  </a:t>
            </a:r>
            <a:r>
              <a:rPr lang="en-US" altLang="en-US" sz="2400" i="1">
                <a:effectLst>
                  <a:outerShdw blurRad="38100" dist="38100" dir="2700000" algn="tl">
                    <a:srgbClr val="C0C0C0"/>
                  </a:outerShdw>
                </a:effectLst>
                <a:latin typeface="Times New Roman" panose="02020603050405020304" pitchFamily="18" charset="0"/>
              </a:rPr>
              <a:t>Values of rCode</a:t>
            </a:r>
          </a:p>
        </p:txBody>
      </p:sp>
      <p:pic>
        <p:nvPicPr>
          <p:cNvPr id="513066" name="Picture 42">
            <a:extLst>
              <a:ext uri="{FF2B5EF4-FFF2-40B4-BE49-F238E27FC236}">
                <a16:creationId xmlns:a16="http://schemas.microsoft.com/office/drawing/2014/main" id="{A0A7291C-7F5F-4865-9C62-5E6A5DE9DF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513" y="1554163"/>
            <a:ext cx="4754562" cy="374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Footer Placeholder 1">
            <a:extLst>
              <a:ext uri="{FF2B5EF4-FFF2-40B4-BE49-F238E27FC236}">
                <a16:creationId xmlns:a16="http://schemas.microsoft.com/office/drawing/2014/main" id="{79A68E3E-1DCC-4797-8C66-8B008C6BDC3B}"/>
              </a:ext>
            </a:extLst>
          </p:cNvPr>
          <p:cNvSpPr>
            <a:spLocks noGrp="1"/>
          </p:cNvSpPr>
          <p:nvPr>
            <p:ph type="ftr" sz="quarter" idx="11"/>
          </p:nvPr>
        </p:nvSpPr>
        <p:spPr/>
        <p:txBody>
          <a:bodyPr/>
          <a:lstStyle/>
          <a:p>
            <a:r>
              <a:rPr lang="en-US" altLang="en-US"/>
              <a:t>TCP/IP Protocol Suite</a:t>
            </a:r>
          </a:p>
        </p:txBody>
      </p:sp>
      <p:sp>
        <p:nvSpPr>
          <p:cNvPr id="11" name="Slide Number Placeholder 2">
            <a:extLst>
              <a:ext uri="{FF2B5EF4-FFF2-40B4-BE49-F238E27FC236}">
                <a16:creationId xmlns:a16="http://schemas.microsoft.com/office/drawing/2014/main" id="{432C12B0-F503-47C1-9E4E-35289641F182}"/>
              </a:ext>
            </a:extLst>
          </p:cNvPr>
          <p:cNvSpPr>
            <a:spLocks noGrp="1"/>
          </p:cNvSpPr>
          <p:nvPr>
            <p:ph type="sldNum" sz="quarter" idx="12"/>
          </p:nvPr>
        </p:nvSpPr>
        <p:spPr/>
        <p:txBody>
          <a:bodyPr/>
          <a:lstStyle/>
          <a:p>
            <a:fld id="{B1179983-9ED4-4DEA-BBC5-02141FF2BEE1}" type="slidenum">
              <a:rPr lang="en-US" altLang="en-US"/>
              <a:pPr/>
              <a:t>29</a:t>
            </a:fld>
            <a:endParaRPr lang="en-US" altLang="en-US"/>
          </a:p>
        </p:txBody>
      </p:sp>
      <p:grpSp>
        <p:nvGrpSpPr>
          <p:cNvPr id="480258" name="Group 2">
            <a:extLst>
              <a:ext uri="{FF2B5EF4-FFF2-40B4-BE49-F238E27FC236}">
                <a16:creationId xmlns:a16="http://schemas.microsoft.com/office/drawing/2014/main" id="{FC58D061-080F-4727-AD37-D7FCAD446F75}"/>
              </a:ext>
            </a:extLst>
          </p:cNvPr>
          <p:cNvGrpSpPr>
            <a:grpSpLocks/>
          </p:cNvGrpSpPr>
          <p:nvPr/>
        </p:nvGrpSpPr>
        <p:grpSpPr bwMode="auto">
          <a:xfrm>
            <a:off x="0" y="0"/>
            <a:ext cx="8686800" cy="6400800"/>
            <a:chOff x="0" y="96"/>
            <a:chExt cx="5472" cy="3840"/>
          </a:xfrm>
        </p:grpSpPr>
        <p:sp>
          <p:nvSpPr>
            <p:cNvPr id="480259" name="AutoShape 3">
              <a:extLst>
                <a:ext uri="{FF2B5EF4-FFF2-40B4-BE49-F238E27FC236}">
                  <a16:creationId xmlns:a16="http://schemas.microsoft.com/office/drawing/2014/main" id="{8E308C7E-C8AC-421E-A24F-93E529812ABA}"/>
                </a:ext>
              </a:extLst>
            </p:cNvPr>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sz="2400">
                <a:latin typeface="Times New Roman" panose="02020603050405020304" pitchFamily="18" charset="0"/>
              </a:endParaRPr>
            </a:p>
          </p:txBody>
        </p:sp>
        <p:sp>
          <p:nvSpPr>
            <p:cNvPr id="480260" name="AutoShape 4">
              <a:extLst>
                <a:ext uri="{FF2B5EF4-FFF2-40B4-BE49-F238E27FC236}">
                  <a16:creationId xmlns:a16="http://schemas.microsoft.com/office/drawing/2014/main" id="{70145AF5-F8B4-4730-B567-5A2172E1281B}"/>
                </a:ext>
              </a:extLst>
            </p:cNvPr>
            <p:cNvSpPr>
              <a:spLocks noChangeArrowheads="1"/>
            </p:cNvSpPr>
            <p:nvPr/>
          </p:nvSpPr>
          <p:spPr bwMode="blackWhite">
            <a:xfrm>
              <a:off x="0" y="96"/>
              <a:ext cx="5376" cy="768"/>
            </a:xfrm>
            <a:custGeom>
              <a:avLst/>
              <a:gdLst>
                <a:gd name="G0" fmla="+- 1000 0 0"/>
                <a:gd name="G1" fmla="+- 1000 0 0"/>
                <a:gd name="G2" fmla="+- G0 0 G1"/>
                <a:gd name="G3" fmla="*/ G1 1 2"/>
                <a:gd name="G4" fmla="+- G0 0 G3"/>
                <a:gd name="T0" fmla="*/ 0 w 1000"/>
                <a:gd name="T1" fmla="*/ 0 h 1000"/>
                <a:gd name="T2" fmla="*/ 6170 w 1000"/>
                <a:gd name="T3" fmla="*/ 0 h 1000"/>
                <a:gd name="T4" fmla="*/ 6670 w 1000"/>
                <a:gd name="T5" fmla="*/ 500 h 1000"/>
                <a:gd name="T6" fmla="*/ 6170 w 1000"/>
                <a:gd name="T7" fmla="*/ 999 h 1000"/>
                <a:gd name="T8" fmla="*/ 0 w 1000"/>
                <a:gd name="T9" fmla="*/ 1000 h 1000"/>
                <a:gd name="T10" fmla="*/ 0 w 1000"/>
                <a:gd name="T11" fmla="*/ 0 h 1000"/>
                <a:gd name="T12" fmla="*/ G4 w 1000"/>
                <a:gd name="T13" fmla="*/ G1 h 1000"/>
              </a:gdLst>
              <a:ahLst/>
              <a:cxnLst>
                <a:cxn ang="0">
                  <a:pos x="T0" y="T1"/>
                </a:cxn>
                <a:cxn ang="0">
                  <a:pos x="T2" y="T3"/>
                </a:cxn>
                <a:cxn ang="0">
                  <a:pos x="T4" y="T5"/>
                </a:cxn>
                <a:cxn ang="0">
                  <a:pos x="T6" y="T7"/>
                </a:cxn>
                <a:cxn ang="0">
                  <a:pos x="T8" y="T9"/>
                </a:cxn>
              </a:cxnLst>
              <a:rect l="T10" t="T11" r="T12" b="T13"/>
              <a:pathLst>
                <a:path w="7000" h="1000">
                  <a:moveTo>
                    <a:pt x="0" y="0"/>
                  </a:moveTo>
                  <a:lnTo>
                    <a:pt x="6170" y="0"/>
                  </a:lnTo>
                  <a:cubicBezTo>
                    <a:pt x="6446" y="0"/>
                    <a:pt x="6670" y="223"/>
                    <a:pt x="6670" y="500"/>
                  </a:cubicBezTo>
                  <a:cubicBezTo>
                    <a:pt x="6670" y="776"/>
                    <a:pt x="6446" y="999"/>
                    <a:pt x="6170" y="999"/>
                  </a:cubicBezTo>
                  <a:lnTo>
                    <a:pt x="0" y="100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2400">
                <a:latin typeface="Times New Roman" panose="02020603050405020304" pitchFamily="18" charset="0"/>
              </a:endParaRPr>
            </a:p>
          </p:txBody>
        </p:sp>
        <p:sp>
          <p:nvSpPr>
            <p:cNvPr id="480261" name="Line 5">
              <a:extLst>
                <a:ext uri="{FF2B5EF4-FFF2-40B4-BE49-F238E27FC236}">
                  <a16:creationId xmlns:a16="http://schemas.microsoft.com/office/drawing/2014/main" id="{64C4260C-81C6-409F-B199-CBFCBB567E48}"/>
                </a:ext>
              </a:extLst>
            </p:cNvPr>
            <p:cNvSpPr>
              <a:spLocks noChangeShapeType="1"/>
            </p:cNvSpPr>
            <p:nvPr/>
          </p:nvSpPr>
          <p:spPr bwMode="auto">
            <a:xfrm>
              <a:off x="0" y="768"/>
              <a:ext cx="5088"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480262" name="Text Box 6">
            <a:extLst>
              <a:ext uri="{FF2B5EF4-FFF2-40B4-BE49-F238E27FC236}">
                <a16:creationId xmlns:a16="http://schemas.microsoft.com/office/drawing/2014/main" id="{16AAC56C-7148-4007-858E-7ECEA50CFE4C}"/>
              </a:ext>
            </a:extLst>
          </p:cNvPr>
          <p:cNvSpPr txBox="1">
            <a:spLocks noChangeArrowheads="1"/>
          </p:cNvSpPr>
          <p:nvPr/>
        </p:nvSpPr>
        <p:spPr bwMode="auto">
          <a:xfrm>
            <a:off x="228600" y="354013"/>
            <a:ext cx="6127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a:solidFill>
                  <a:schemeClr val="bg1"/>
                </a:solidFill>
                <a:latin typeface="Arial" panose="020B0604020202020204" pitchFamily="34" charset="0"/>
              </a:rPr>
              <a:t>17.7   TYPES OF RECORDS</a:t>
            </a:r>
          </a:p>
        </p:txBody>
      </p:sp>
      <p:sp>
        <p:nvSpPr>
          <p:cNvPr id="480263" name="Rectangle 7">
            <a:extLst>
              <a:ext uri="{FF2B5EF4-FFF2-40B4-BE49-F238E27FC236}">
                <a16:creationId xmlns:a16="http://schemas.microsoft.com/office/drawing/2014/main" id="{52985564-9860-4CE9-BFB2-2E52FCB30423}"/>
              </a:ext>
            </a:extLst>
          </p:cNvPr>
          <p:cNvSpPr>
            <a:spLocks noChangeArrowheads="1"/>
          </p:cNvSpPr>
          <p:nvPr/>
        </p:nvSpPr>
        <p:spPr bwMode="auto">
          <a:xfrm>
            <a:off x="533400" y="1371600"/>
            <a:ext cx="78486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000" i="1">
                <a:effectLst>
                  <a:outerShdw blurRad="38100" dist="38100" dir="2700000" algn="tl">
                    <a:srgbClr val="C0C0C0"/>
                  </a:outerShdw>
                </a:effectLst>
                <a:latin typeface="Times New Roman" panose="02020603050405020304" pitchFamily="18" charset="0"/>
              </a:rPr>
              <a:t>Two types of records are used in DNS. The question records are used in the question section of the query and response messages. The resource records are used in the answer, authoritative, and additional information sections of the response message.</a:t>
            </a:r>
          </a:p>
        </p:txBody>
      </p:sp>
      <p:sp>
        <p:nvSpPr>
          <p:cNvPr id="480264" name="Rectangle 8">
            <a:extLst>
              <a:ext uri="{FF2B5EF4-FFF2-40B4-BE49-F238E27FC236}">
                <a16:creationId xmlns:a16="http://schemas.microsoft.com/office/drawing/2014/main" id="{D09A6B60-A35F-4076-8CF9-4D3D3E1A8CCA}"/>
              </a:ext>
            </a:extLst>
          </p:cNvPr>
          <p:cNvSpPr>
            <a:spLocks noChangeArrowheads="1"/>
          </p:cNvSpPr>
          <p:nvPr/>
        </p:nvSpPr>
        <p:spPr bwMode="auto">
          <a:xfrm>
            <a:off x="685800" y="3870325"/>
            <a:ext cx="7848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i="1">
                <a:solidFill>
                  <a:schemeClr val="hlink"/>
                </a:solidFill>
                <a:effectLst>
                  <a:outerShdw blurRad="38100" dist="38100" dir="2700000" algn="tl">
                    <a:srgbClr val="C0C0C0"/>
                  </a:outerShdw>
                </a:effectLst>
                <a:latin typeface="Times New Roman" panose="02020603050405020304" pitchFamily="18" charset="0"/>
              </a:rPr>
              <a:t>The topics discussed in this section include:</a:t>
            </a:r>
          </a:p>
        </p:txBody>
      </p:sp>
      <p:sp>
        <p:nvSpPr>
          <p:cNvPr id="480265" name="Rectangle 9">
            <a:extLst>
              <a:ext uri="{FF2B5EF4-FFF2-40B4-BE49-F238E27FC236}">
                <a16:creationId xmlns:a16="http://schemas.microsoft.com/office/drawing/2014/main" id="{1F559E9E-6D47-4D30-BCBE-3C13E20679A3}"/>
              </a:ext>
            </a:extLst>
          </p:cNvPr>
          <p:cNvSpPr>
            <a:spLocks noChangeArrowheads="1"/>
          </p:cNvSpPr>
          <p:nvPr/>
        </p:nvSpPr>
        <p:spPr bwMode="auto">
          <a:xfrm>
            <a:off x="685800" y="4403725"/>
            <a:ext cx="7315200" cy="7016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762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i="1">
                <a:effectLst>
                  <a:outerShdw blurRad="38100" dist="38100" dir="2700000" algn="tl">
                    <a:srgbClr val="C0C0C0"/>
                  </a:outerShdw>
                </a:effectLst>
                <a:latin typeface="Times New Roman" panose="02020603050405020304" pitchFamily="18" charset="0"/>
              </a:rPr>
              <a:t>Question Record </a:t>
            </a:r>
          </a:p>
          <a:p>
            <a:r>
              <a:rPr lang="en-US" altLang="en-US" sz="2000" i="1">
                <a:effectLst>
                  <a:outerShdw blurRad="38100" dist="38100" dir="2700000" algn="tl">
                    <a:srgbClr val="C0C0C0"/>
                  </a:outerShdw>
                </a:effectLst>
                <a:latin typeface="Times New Roman" panose="02020603050405020304" pitchFamily="18" charset="0"/>
              </a:rPr>
              <a:t>Resource Record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29585DE9-BBFE-4569-9C8C-12B03D32A6E9}"/>
              </a:ext>
            </a:extLst>
          </p:cNvPr>
          <p:cNvSpPr>
            <a:spLocks noGrp="1"/>
          </p:cNvSpPr>
          <p:nvPr>
            <p:ph type="ftr" sz="quarter" idx="11"/>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549E8854-964E-427A-A613-68B7E5B6E88F}"/>
              </a:ext>
            </a:extLst>
          </p:cNvPr>
          <p:cNvSpPr>
            <a:spLocks noGrp="1"/>
          </p:cNvSpPr>
          <p:nvPr>
            <p:ph type="sldNum" sz="quarter" idx="12"/>
          </p:nvPr>
        </p:nvSpPr>
        <p:spPr/>
        <p:txBody>
          <a:bodyPr/>
          <a:lstStyle/>
          <a:p>
            <a:fld id="{CE773773-5E21-4A6C-8CFC-5DBCA82E8014}" type="slidenum">
              <a:rPr lang="en-US" altLang="en-US"/>
              <a:pPr/>
              <a:t>30</a:t>
            </a:fld>
            <a:endParaRPr lang="en-US" altLang="en-US"/>
          </a:p>
        </p:txBody>
      </p:sp>
      <p:sp>
        <p:nvSpPr>
          <p:cNvPr id="501762" name="Text Box 2">
            <a:extLst>
              <a:ext uri="{FF2B5EF4-FFF2-40B4-BE49-F238E27FC236}">
                <a16:creationId xmlns:a16="http://schemas.microsoft.com/office/drawing/2014/main" id="{687D8761-C594-4B4E-866D-3A2F694DD4D9}"/>
              </a:ext>
            </a:extLst>
          </p:cNvPr>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17.17</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Question record format</a:t>
            </a:r>
          </a:p>
        </p:txBody>
      </p:sp>
      <p:sp>
        <p:nvSpPr>
          <p:cNvPr id="501763" name="Rectangle 3">
            <a:extLst>
              <a:ext uri="{FF2B5EF4-FFF2-40B4-BE49-F238E27FC236}">
                <a16:creationId xmlns:a16="http://schemas.microsoft.com/office/drawing/2014/main" id="{8D43D000-91F1-4BD6-857B-DFF767B66076}"/>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1764" name="Rectangle 4">
            <a:extLst>
              <a:ext uri="{FF2B5EF4-FFF2-40B4-BE49-F238E27FC236}">
                <a16:creationId xmlns:a16="http://schemas.microsoft.com/office/drawing/2014/main" id="{26E13B95-0A8E-49F9-9AF1-FF7F59DA0DF9}"/>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1765" name="Rectangle 5">
            <a:extLst>
              <a:ext uri="{FF2B5EF4-FFF2-40B4-BE49-F238E27FC236}">
                <a16:creationId xmlns:a16="http://schemas.microsoft.com/office/drawing/2014/main" id="{EAE87F46-1059-4BA1-8AB9-4BCD28DFCAF3}"/>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1766" name="Rectangle 6">
            <a:extLst>
              <a:ext uri="{FF2B5EF4-FFF2-40B4-BE49-F238E27FC236}">
                <a16:creationId xmlns:a16="http://schemas.microsoft.com/office/drawing/2014/main" id="{E2ED9CDA-2AA6-4650-976E-1B98A9814E3C}"/>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1767" name="Rectangle 7">
            <a:extLst>
              <a:ext uri="{FF2B5EF4-FFF2-40B4-BE49-F238E27FC236}">
                <a16:creationId xmlns:a16="http://schemas.microsoft.com/office/drawing/2014/main" id="{F93D8D8D-D1F8-48B2-AF6C-5CED8C9AA708}"/>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1768" name="Rectangle 8">
            <a:extLst>
              <a:ext uri="{FF2B5EF4-FFF2-40B4-BE49-F238E27FC236}">
                <a16:creationId xmlns:a16="http://schemas.microsoft.com/office/drawing/2014/main" id="{35A82A74-A3DD-43D8-94A2-85DAC5E8F28E}"/>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1769" name="Rectangle 9">
            <a:extLst>
              <a:ext uri="{FF2B5EF4-FFF2-40B4-BE49-F238E27FC236}">
                <a16:creationId xmlns:a16="http://schemas.microsoft.com/office/drawing/2014/main" id="{DA5C8DED-E853-4123-9D5A-CDFBAC5936B5}"/>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501770" name="Picture 10">
            <a:extLst>
              <a:ext uri="{FF2B5EF4-FFF2-40B4-BE49-F238E27FC236}">
                <a16:creationId xmlns:a16="http://schemas.microsoft.com/office/drawing/2014/main" id="{55B9A154-108C-47C0-81C3-A8A27EDD49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779713"/>
            <a:ext cx="7715250" cy="1258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86E1F063-0BAB-4C44-A451-19843D0727AD}"/>
              </a:ext>
            </a:extLst>
          </p:cNvPr>
          <p:cNvSpPr>
            <a:spLocks noGrp="1"/>
          </p:cNvSpPr>
          <p:nvPr>
            <p:ph type="ftr" sz="quarter" idx="11"/>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67D17DDA-A9BA-4C68-973D-8955C513A34B}"/>
              </a:ext>
            </a:extLst>
          </p:cNvPr>
          <p:cNvSpPr>
            <a:spLocks noGrp="1"/>
          </p:cNvSpPr>
          <p:nvPr>
            <p:ph type="sldNum" sz="quarter" idx="12"/>
          </p:nvPr>
        </p:nvSpPr>
        <p:spPr/>
        <p:txBody>
          <a:bodyPr/>
          <a:lstStyle/>
          <a:p>
            <a:fld id="{76BD6455-F619-4D37-9C56-DB5A478FE42B}" type="slidenum">
              <a:rPr lang="en-US" altLang="en-US"/>
              <a:pPr/>
              <a:t>31</a:t>
            </a:fld>
            <a:endParaRPr lang="en-US" altLang="en-US"/>
          </a:p>
        </p:txBody>
      </p:sp>
      <p:sp>
        <p:nvSpPr>
          <p:cNvPr id="502786" name="Text Box 2">
            <a:extLst>
              <a:ext uri="{FF2B5EF4-FFF2-40B4-BE49-F238E27FC236}">
                <a16:creationId xmlns:a16="http://schemas.microsoft.com/office/drawing/2014/main" id="{9EF3435B-2AF6-496B-90D8-8D9791C45BA1}"/>
              </a:ext>
            </a:extLst>
          </p:cNvPr>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17.18</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Query name format</a:t>
            </a:r>
          </a:p>
        </p:txBody>
      </p:sp>
      <p:sp>
        <p:nvSpPr>
          <p:cNvPr id="502787" name="Rectangle 3">
            <a:extLst>
              <a:ext uri="{FF2B5EF4-FFF2-40B4-BE49-F238E27FC236}">
                <a16:creationId xmlns:a16="http://schemas.microsoft.com/office/drawing/2014/main" id="{0642E60F-4D8F-409A-9175-2C10226CDBEA}"/>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2788" name="Rectangle 4">
            <a:extLst>
              <a:ext uri="{FF2B5EF4-FFF2-40B4-BE49-F238E27FC236}">
                <a16:creationId xmlns:a16="http://schemas.microsoft.com/office/drawing/2014/main" id="{2A380FB5-DDA2-4E34-A9A1-6D7DD70ADFD4}"/>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2789" name="Rectangle 5">
            <a:extLst>
              <a:ext uri="{FF2B5EF4-FFF2-40B4-BE49-F238E27FC236}">
                <a16:creationId xmlns:a16="http://schemas.microsoft.com/office/drawing/2014/main" id="{540152A6-3441-4BB1-B409-44849AC2FC92}"/>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2790" name="Rectangle 6">
            <a:extLst>
              <a:ext uri="{FF2B5EF4-FFF2-40B4-BE49-F238E27FC236}">
                <a16:creationId xmlns:a16="http://schemas.microsoft.com/office/drawing/2014/main" id="{10BBF2DE-E490-48F8-9578-6EAC407E96A0}"/>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2791" name="Rectangle 7">
            <a:extLst>
              <a:ext uri="{FF2B5EF4-FFF2-40B4-BE49-F238E27FC236}">
                <a16:creationId xmlns:a16="http://schemas.microsoft.com/office/drawing/2014/main" id="{E802622A-5E92-41FF-9613-0751FD619767}"/>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2792" name="Rectangle 8">
            <a:extLst>
              <a:ext uri="{FF2B5EF4-FFF2-40B4-BE49-F238E27FC236}">
                <a16:creationId xmlns:a16="http://schemas.microsoft.com/office/drawing/2014/main" id="{9FD02E0A-7293-4E2E-BBE0-14E8C0EADE65}"/>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2793" name="Rectangle 9">
            <a:extLst>
              <a:ext uri="{FF2B5EF4-FFF2-40B4-BE49-F238E27FC236}">
                <a16:creationId xmlns:a16="http://schemas.microsoft.com/office/drawing/2014/main" id="{567BC71E-E0F7-43CC-BCAD-DBA6754FF3E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502794" name="Picture 10">
            <a:extLst>
              <a:ext uri="{FF2B5EF4-FFF2-40B4-BE49-F238E27FC236}">
                <a16:creationId xmlns:a16="http://schemas.microsoft.com/office/drawing/2014/main" id="{2CE5FCCE-0B8A-4EED-9936-4DB338BFBA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797175"/>
            <a:ext cx="8702675" cy="88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1">
            <a:extLst>
              <a:ext uri="{FF2B5EF4-FFF2-40B4-BE49-F238E27FC236}">
                <a16:creationId xmlns:a16="http://schemas.microsoft.com/office/drawing/2014/main" id="{CFC9998D-F5C1-4AA8-95C0-5477D489A46C}"/>
              </a:ext>
            </a:extLst>
          </p:cNvPr>
          <p:cNvSpPr>
            <a:spLocks noGrp="1"/>
          </p:cNvSpPr>
          <p:nvPr>
            <p:ph type="ftr" sz="quarter" idx="11"/>
          </p:nvPr>
        </p:nvSpPr>
        <p:spPr/>
        <p:txBody>
          <a:bodyPr/>
          <a:lstStyle/>
          <a:p>
            <a:r>
              <a:rPr lang="en-US" altLang="en-US"/>
              <a:t>TCP/IP Protocol Suite</a:t>
            </a:r>
          </a:p>
        </p:txBody>
      </p:sp>
      <p:sp>
        <p:nvSpPr>
          <p:cNvPr id="6" name="Slide Number Placeholder 2">
            <a:extLst>
              <a:ext uri="{FF2B5EF4-FFF2-40B4-BE49-F238E27FC236}">
                <a16:creationId xmlns:a16="http://schemas.microsoft.com/office/drawing/2014/main" id="{71F958BC-77B4-42B3-BC32-0511EFEB8939}"/>
              </a:ext>
            </a:extLst>
          </p:cNvPr>
          <p:cNvSpPr>
            <a:spLocks noGrp="1"/>
          </p:cNvSpPr>
          <p:nvPr>
            <p:ph type="sldNum" sz="quarter" idx="12"/>
          </p:nvPr>
        </p:nvSpPr>
        <p:spPr/>
        <p:txBody>
          <a:bodyPr/>
          <a:lstStyle/>
          <a:p>
            <a:fld id="{33BC5B2D-F64C-4DD2-AD1A-ADE918BC5B94}" type="slidenum">
              <a:rPr lang="en-US" altLang="en-US"/>
              <a:pPr/>
              <a:t>32</a:t>
            </a:fld>
            <a:endParaRPr lang="en-US" altLang="en-US"/>
          </a:p>
        </p:txBody>
      </p:sp>
      <p:sp>
        <p:nvSpPr>
          <p:cNvPr id="514050" name="Text Box 2">
            <a:extLst>
              <a:ext uri="{FF2B5EF4-FFF2-40B4-BE49-F238E27FC236}">
                <a16:creationId xmlns:a16="http://schemas.microsoft.com/office/drawing/2014/main" id="{AF867752-302A-4B85-8BB0-1312074A3F6D}"/>
              </a:ext>
            </a:extLst>
          </p:cNvPr>
          <p:cNvSpPr txBox="1">
            <a:spLocks noChangeArrowheads="1"/>
          </p:cNvSpPr>
          <p:nvPr/>
        </p:nvSpPr>
        <p:spPr bwMode="auto">
          <a:xfrm>
            <a:off x="4292600" y="2590800"/>
            <a:ext cx="184150" cy="1433513"/>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endParaRPr lang="en-US" altLang="en-US" sz="8800" i="1">
              <a:solidFill>
                <a:schemeClr val="hlink"/>
              </a:solidFill>
              <a:effectLst>
                <a:outerShdw blurRad="38100" dist="38100" dir="2700000" algn="tl">
                  <a:srgbClr val="C0C0C0"/>
                </a:outerShdw>
              </a:effectLst>
              <a:latin typeface="Times New Roman" panose="02020603050405020304" pitchFamily="18" charset="0"/>
            </a:endParaRPr>
          </a:p>
        </p:txBody>
      </p:sp>
      <p:sp>
        <p:nvSpPr>
          <p:cNvPr id="514051" name="Text Box 3">
            <a:extLst>
              <a:ext uri="{FF2B5EF4-FFF2-40B4-BE49-F238E27FC236}">
                <a16:creationId xmlns:a16="http://schemas.microsoft.com/office/drawing/2014/main" id="{A6B01DB0-D787-4E8B-85D1-42DCD836F80A}"/>
              </a:ext>
            </a:extLst>
          </p:cNvPr>
          <p:cNvSpPr txBox="1">
            <a:spLocks noChangeArrowheads="1"/>
          </p:cNvSpPr>
          <p:nvPr/>
        </p:nvSpPr>
        <p:spPr bwMode="auto">
          <a:xfrm>
            <a:off x="1295400" y="0"/>
            <a:ext cx="2382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i="1">
                <a:solidFill>
                  <a:srgbClr val="FF0066"/>
                </a:solidFill>
                <a:effectLst>
                  <a:outerShdw blurRad="38100" dist="38100" dir="2700000" algn="tl">
                    <a:srgbClr val="C0C0C0"/>
                  </a:outerShdw>
                </a:effectLst>
                <a:latin typeface="Times New Roman" panose="02020603050405020304" pitchFamily="18" charset="0"/>
              </a:rPr>
              <a:t>Table 17.3  </a:t>
            </a:r>
            <a:r>
              <a:rPr lang="en-US" altLang="en-US" sz="2400" i="1">
                <a:effectLst>
                  <a:outerShdw blurRad="38100" dist="38100" dir="2700000" algn="tl">
                    <a:srgbClr val="C0C0C0"/>
                  </a:outerShdw>
                </a:effectLst>
                <a:latin typeface="Times New Roman" panose="02020603050405020304" pitchFamily="18" charset="0"/>
              </a:rPr>
              <a:t>Types</a:t>
            </a:r>
          </a:p>
        </p:txBody>
      </p:sp>
      <p:pic>
        <p:nvPicPr>
          <p:cNvPr id="514089" name="Picture 41">
            <a:extLst>
              <a:ext uri="{FF2B5EF4-FFF2-40B4-BE49-F238E27FC236}">
                <a16:creationId xmlns:a16="http://schemas.microsoft.com/office/drawing/2014/main" id="{42F0451A-7B37-44B6-A0DE-61C36EB1AD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3963" y="474663"/>
            <a:ext cx="6710362" cy="6002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1">
            <a:extLst>
              <a:ext uri="{FF2B5EF4-FFF2-40B4-BE49-F238E27FC236}">
                <a16:creationId xmlns:a16="http://schemas.microsoft.com/office/drawing/2014/main" id="{BDFB2B82-B0DD-43B2-99D3-B00CC7BBCEAA}"/>
              </a:ext>
            </a:extLst>
          </p:cNvPr>
          <p:cNvSpPr>
            <a:spLocks noGrp="1"/>
          </p:cNvSpPr>
          <p:nvPr>
            <p:ph type="ftr" sz="quarter" idx="11"/>
          </p:nvPr>
        </p:nvSpPr>
        <p:spPr/>
        <p:txBody>
          <a:bodyPr/>
          <a:lstStyle/>
          <a:p>
            <a:r>
              <a:rPr lang="en-US" altLang="en-US"/>
              <a:t>TCP/IP Protocol Suite</a:t>
            </a:r>
          </a:p>
        </p:txBody>
      </p:sp>
      <p:sp>
        <p:nvSpPr>
          <p:cNvPr id="5" name="Slide Number Placeholder 2">
            <a:extLst>
              <a:ext uri="{FF2B5EF4-FFF2-40B4-BE49-F238E27FC236}">
                <a16:creationId xmlns:a16="http://schemas.microsoft.com/office/drawing/2014/main" id="{271A9716-289B-47FC-A7A4-6E68A28767EC}"/>
              </a:ext>
            </a:extLst>
          </p:cNvPr>
          <p:cNvSpPr>
            <a:spLocks noGrp="1"/>
          </p:cNvSpPr>
          <p:nvPr>
            <p:ph type="sldNum" sz="quarter" idx="12"/>
          </p:nvPr>
        </p:nvSpPr>
        <p:spPr/>
        <p:txBody>
          <a:bodyPr/>
          <a:lstStyle/>
          <a:p>
            <a:fld id="{12F008A2-A2FA-44DB-AC07-93B72C6BF959}" type="slidenum">
              <a:rPr lang="en-US" altLang="en-US"/>
              <a:pPr/>
              <a:t>33</a:t>
            </a:fld>
            <a:endParaRPr lang="en-US" altLang="en-US"/>
          </a:p>
        </p:txBody>
      </p:sp>
      <p:sp>
        <p:nvSpPr>
          <p:cNvPr id="515075" name="Text Box 3">
            <a:extLst>
              <a:ext uri="{FF2B5EF4-FFF2-40B4-BE49-F238E27FC236}">
                <a16:creationId xmlns:a16="http://schemas.microsoft.com/office/drawing/2014/main" id="{827DEC6F-8D0C-4158-A1CB-FCF142EA5C4E}"/>
              </a:ext>
            </a:extLst>
          </p:cNvPr>
          <p:cNvSpPr txBox="1">
            <a:spLocks noChangeArrowheads="1"/>
          </p:cNvSpPr>
          <p:nvPr/>
        </p:nvSpPr>
        <p:spPr bwMode="auto">
          <a:xfrm>
            <a:off x="1069975" y="1752600"/>
            <a:ext cx="2587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i="1">
                <a:solidFill>
                  <a:srgbClr val="FF0066"/>
                </a:solidFill>
                <a:effectLst>
                  <a:outerShdw blurRad="38100" dist="38100" dir="2700000" algn="tl">
                    <a:srgbClr val="C0C0C0"/>
                  </a:outerShdw>
                </a:effectLst>
                <a:latin typeface="Times New Roman" panose="02020603050405020304" pitchFamily="18" charset="0"/>
              </a:rPr>
              <a:t>Table 17.4  </a:t>
            </a:r>
            <a:r>
              <a:rPr lang="en-US" altLang="en-US" sz="2400" i="1">
                <a:effectLst>
                  <a:outerShdw blurRad="38100" dist="38100" dir="2700000" algn="tl">
                    <a:srgbClr val="C0C0C0"/>
                  </a:outerShdw>
                </a:effectLst>
                <a:latin typeface="Times New Roman" panose="02020603050405020304" pitchFamily="18" charset="0"/>
              </a:rPr>
              <a:t>Classes</a:t>
            </a:r>
          </a:p>
        </p:txBody>
      </p:sp>
      <p:pic>
        <p:nvPicPr>
          <p:cNvPr id="515113" name="Picture 41">
            <a:extLst>
              <a:ext uri="{FF2B5EF4-FFF2-40B4-BE49-F238E27FC236}">
                <a16:creationId xmlns:a16="http://schemas.microsoft.com/office/drawing/2014/main" id="{A5878720-E3E6-4843-8B67-CF952F6EFD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2663" y="2255838"/>
            <a:ext cx="7178675" cy="234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0C54D520-5F9E-4F28-9699-18ED1CBFF7F8}"/>
              </a:ext>
            </a:extLst>
          </p:cNvPr>
          <p:cNvSpPr>
            <a:spLocks noGrp="1"/>
          </p:cNvSpPr>
          <p:nvPr>
            <p:ph type="ftr" sz="quarter" idx="11"/>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788A71CC-F9DD-4535-9916-EE4AB1F2A0BD}"/>
              </a:ext>
            </a:extLst>
          </p:cNvPr>
          <p:cNvSpPr>
            <a:spLocks noGrp="1"/>
          </p:cNvSpPr>
          <p:nvPr>
            <p:ph type="sldNum" sz="quarter" idx="12"/>
          </p:nvPr>
        </p:nvSpPr>
        <p:spPr/>
        <p:txBody>
          <a:bodyPr/>
          <a:lstStyle/>
          <a:p>
            <a:fld id="{9FAD01FD-F56F-41A0-8B9A-25C7A35DE051}" type="slidenum">
              <a:rPr lang="en-US" altLang="en-US"/>
              <a:pPr/>
              <a:t>34</a:t>
            </a:fld>
            <a:endParaRPr lang="en-US" altLang="en-US"/>
          </a:p>
        </p:txBody>
      </p:sp>
      <p:sp>
        <p:nvSpPr>
          <p:cNvPr id="503810" name="Text Box 2">
            <a:extLst>
              <a:ext uri="{FF2B5EF4-FFF2-40B4-BE49-F238E27FC236}">
                <a16:creationId xmlns:a16="http://schemas.microsoft.com/office/drawing/2014/main" id="{DFCC6C02-8603-42E5-B8EF-6A1B8A60B0D9}"/>
              </a:ext>
            </a:extLst>
          </p:cNvPr>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17.19</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Resource record format</a:t>
            </a:r>
          </a:p>
        </p:txBody>
      </p:sp>
      <p:sp>
        <p:nvSpPr>
          <p:cNvPr id="503811" name="Rectangle 3">
            <a:extLst>
              <a:ext uri="{FF2B5EF4-FFF2-40B4-BE49-F238E27FC236}">
                <a16:creationId xmlns:a16="http://schemas.microsoft.com/office/drawing/2014/main" id="{7400FB20-D363-4B09-89C7-3A3DD49FB1CC}"/>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3812" name="Rectangle 4">
            <a:extLst>
              <a:ext uri="{FF2B5EF4-FFF2-40B4-BE49-F238E27FC236}">
                <a16:creationId xmlns:a16="http://schemas.microsoft.com/office/drawing/2014/main" id="{5C6C3499-7979-406E-AB4C-B5A078698404}"/>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3813" name="Rectangle 5">
            <a:extLst>
              <a:ext uri="{FF2B5EF4-FFF2-40B4-BE49-F238E27FC236}">
                <a16:creationId xmlns:a16="http://schemas.microsoft.com/office/drawing/2014/main" id="{A93F5847-BFDE-429E-80D0-0BF93D2062FD}"/>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3814" name="Rectangle 6">
            <a:extLst>
              <a:ext uri="{FF2B5EF4-FFF2-40B4-BE49-F238E27FC236}">
                <a16:creationId xmlns:a16="http://schemas.microsoft.com/office/drawing/2014/main" id="{30890A4C-0D6F-40E2-93C3-2E32434A06B9}"/>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3815" name="Rectangle 7">
            <a:extLst>
              <a:ext uri="{FF2B5EF4-FFF2-40B4-BE49-F238E27FC236}">
                <a16:creationId xmlns:a16="http://schemas.microsoft.com/office/drawing/2014/main" id="{17759440-2214-4188-B60C-83A17AD41B63}"/>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3816" name="Rectangle 8">
            <a:extLst>
              <a:ext uri="{FF2B5EF4-FFF2-40B4-BE49-F238E27FC236}">
                <a16:creationId xmlns:a16="http://schemas.microsoft.com/office/drawing/2014/main" id="{75252948-0AFC-4648-A442-8926256C90D0}"/>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3817" name="Rectangle 9">
            <a:extLst>
              <a:ext uri="{FF2B5EF4-FFF2-40B4-BE49-F238E27FC236}">
                <a16:creationId xmlns:a16="http://schemas.microsoft.com/office/drawing/2014/main" id="{69F9AE91-10BC-423D-9120-976DC1FA45E7}"/>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503818" name="Picture 10">
            <a:extLst>
              <a:ext uri="{FF2B5EF4-FFF2-40B4-BE49-F238E27FC236}">
                <a16:creationId xmlns:a16="http://schemas.microsoft.com/office/drawing/2014/main" id="{44DA2AC3-00C0-471A-AA93-8B6C045AE9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755775"/>
            <a:ext cx="7751763" cy="3273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Footer Placeholder 1">
            <a:extLst>
              <a:ext uri="{FF2B5EF4-FFF2-40B4-BE49-F238E27FC236}">
                <a16:creationId xmlns:a16="http://schemas.microsoft.com/office/drawing/2014/main" id="{4E944283-7A43-4F8B-A183-BED5DDA2DD61}"/>
              </a:ext>
            </a:extLst>
          </p:cNvPr>
          <p:cNvSpPr>
            <a:spLocks noGrp="1"/>
          </p:cNvSpPr>
          <p:nvPr>
            <p:ph type="ftr" sz="quarter" idx="11"/>
          </p:nvPr>
        </p:nvSpPr>
        <p:spPr/>
        <p:txBody>
          <a:bodyPr/>
          <a:lstStyle/>
          <a:p>
            <a:r>
              <a:rPr lang="en-US" altLang="en-US"/>
              <a:t>TCP/IP Protocol Suite</a:t>
            </a:r>
          </a:p>
        </p:txBody>
      </p:sp>
      <p:sp>
        <p:nvSpPr>
          <p:cNvPr id="9" name="Slide Number Placeholder 2">
            <a:extLst>
              <a:ext uri="{FF2B5EF4-FFF2-40B4-BE49-F238E27FC236}">
                <a16:creationId xmlns:a16="http://schemas.microsoft.com/office/drawing/2014/main" id="{337938C3-CAA8-4EBF-8058-435D623B5C71}"/>
              </a:ext>
            </a:extLst>
          </p:cNvPr>
          <p:cNvSpPr>
            <a:spLocks noGrp="1"/>
          </p:cNvSpPr>
          <p:nvPr>
            <p:ph type="sldNum" sz="quarter" idx="12"/>
          </p:nvPr>
        </p:nvSpPr>
        <p:spPr/>
        <p:txBody>
          <a:bodyPr/>
          <a:lstStyle/>
          <a:p>
            <a:fld id="{EBF83CC9-2986-4BAC-A903-B7BF5AADD83B}" type="slidenum">
              <a:rPr lang="en-US" altLang="en-US"/>
              <a:pPr/>
              <a:t>35</a:t>
            </a:fld>
            <a:endParaRPr lang="en-US" altLang="en-US"/>
          </a:p>
        </p:txBody>
      </p:sp>
      <p:grpSp>
        <p:nvGrpSpPr>
          <p:cNvPr id="481282" name="Group 2">
            <a:extLst>
              <a:ext uri="{FF2B5EF4-FFF2-40B4-BE49-F238E27FC236}">
                <a16:creationId xmlns:a16="http://schemas.microsoft.com/office/drawing/2014/main" id="{8B240731-B5F5-4D13-9B5D-46C220C3B5D9}"/>
              </a:ext>
            </a:extLst>
          </p:cNvPr>
          <p:cNvGrpSpPr>
            <a:grpSpLocks/>
          </p:cNvGrpSpPr>
          <p:nvPr/>
        </p:nvGrpSpPr>
        <p:grpSpPr bwMode="auto">
          <a:xfrm>
            <a:off x="0" y="0"/>
            <a:ext cx="8686800" cy="6400800"/>
            <a:chOff x="0" y="96"/>
            <a:chExt cx="5472" cy="3840"/>
          </a:xfrm>
        </p:grpSpPr>
        <p:sp>
          <p:nvSpPr>
            <p:cNvPr id="481283" name="AutoShape 3">
              <a:extLst>
                <a:ext uri="{FF2B5EF4-FFF2-40B4-BE49-F238E27FC236}">
                  <a16:creationId xmlns:a16="http://schemas.microsoft.com/office/drawing/2014/main" id="{114C9AC2-7C8B-41D5-AF0E-B1D746E9D247}"/>
                </a:ext>
              </a:extLst>
            </p:cNvPr>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sz="2400">
                <a:latin typeface="Times New Roman" panose="02020603050405020304" pitchFamily="18" charset="0"/>
              </a:endParaRPr>
            </a:p>
          </p:txBody>
        </p:sp>
        <p:sp>
          <p:nvSpPr>
            <p:cNvPr id="481284" name="AutoShape 4">
              <a:extLst>
                <a:ext uri="{FF2B5EF4-FFF2-40B4-BE49-F238E27FC236}">
                  <a16:creationId xmlns:a16="http://schemas.microsoft.com/office/drawing/2014/main" id="{AF04788B-8B12-40D9-9816-04A8DE1400FB}"/>
                </a:ext>
              </a:extLst>
            </p:cNvPr>
            <p:cNvSpPr>
              <a:spLocks noChangeArrowheads="1"/>
            </p:cNvSpPr>
            <p:nvPr/>
          </p:nvSpPr>
          <p:spPr bwMode="blackWhite">
            <a:xfrm>
              <a:off x="0" y="96"/>
              <a:ext cx="5376" cy="768"/>
            </a:xfrm>
            <a:custGeom>
              <a:avLst/>
              <a:gdLst>
                <a:gd name="G0" fmla="+- 1000 0 0"/>
                <a:gd name="G1" fmla="+- 1000 0 0"/>
                <a:gd name="G2" fmla="+- G0 0 G1"/>
                <a:gd name="G3" fmla="*/ G1 1 2"/>
                <a:gd name="G4" fmla="+- G0 0 G3"/>
                <a:gd name="T0" fmla="*/ 0 w 1000"/>
                <a:gd name="T1" fmla="*/ 0 h 1000"/>
                <a:gd name="T2" fmla="*/ 6170 w 1000"/>
                <a:gd name="T3" fmla="*/ 0 h 1000"/>
                <a:gd name="T4" fmla="*/ 6670 w 1000"/>
                <a:gd name="T5" fmla="*/ 500 h 1000"/>
                <a:gd name="T6" fmla="*/ 6170 w 1000"/>
                <a:gd name="T7" fmla="*/ 999 h 1000"/>
                <a:gd name="T8" fmla="*/ 0 w 1000"/>
                <a:gd name="T9" fmla="*/ 1000 h 1000"/>
                <a:gd name="T10" fmla="*/ 0 w 1000"/>
                <a:gd name="T11" fmla="*/ 0 h 1000"/>
                <a:gd name="T12" fmla="*/ G4 w 1000"/>
                <a:gd name="T13" fmla="*/ G1 h 1000"/>
              </a:gdLst>
              <a:ahLst/>
              <a:cxnLst>
                <a:cxn ang="0">
                  <a:pos x="T0" y="T1"/>
                </a:cxn>
                <a:cxn ang="0">
                  <a:pos x="T2" y="T3"/>
                </a:cxn>
                <a:cxn ang="0">
                  <a:pos x="T4" y="T5"/>
                </a:cxn>
                <a:cxn ang="0">
                  <a:pos x="T6" y="T7"/>
                </a:cxn>
                <a:cxn ang="0">
                  <a:pos x="T8" y="T9"/>
                </a:cxn>
              </a:cxnLst>
              <a:rect l="T10" t="T11" r="T12" b="T13"/>
              <a:pathLst>
                <a:path w="7000" h="1000">
                  <a:moveTo>
                    <a:pt x="0" y="0"/>
                  </a:moveTo>
                  <a:lnTo>
                    <a:pt x="6170" y="0"/>
                  </a:lnTo>
                  <a:cubicBezTo>
                    <a:pt x="6446" y="0"/>
                    <a:pt x="6670" y="223"/>
                    <a:pt x="6670" y="500"/>
                  </a:cubicBezTo>
                  <a:cubicBezTo>
                    <a:pt x="6670" y="776"/>
                    <a:pt x="6446" y="999"/>
                    <a:pt x="6170" y="999"/>
                  </a:cubicBezTo>
                  <a:lnTo>
                    <a:pt x="0" y="100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2400">
                <a:latin typeface="Times New Roman" panose="02020603050405020304" pitchFamily="18" charset="0"/>
              </a:endParaRPr>
            </a:p>
          </p:txBody>
        </p:sp>
        <p:sp>
          <p:nvSpPr>
            <p:cNvPr id="481285" name="Line 5">
              <a:extLst>
                <a:ext uri="{FF2B5EF4-FFF2-40B4-BE49-F238E27FC236}">
                  <a16:creationId xmlns:a16="http://schemas.microsoft.com/office/drawing/2014/main" id="{27B11E96-E487-43A6-BE11-80CB91795509}"/>
                </a:ext>
              </a:extLst>
            </p:cNvPr>
            <p:cNvSpPr>
              <a:spLocks noChangeShapeType="1"/>
            </p:cNvSpPr>
            <p:nvPr/>
          </p:nvSpPr>
          <p:spPr bwMode="auto">
            <a:xfrm>
              <a:off x="0" y="768"/>
              <a:ext cx="5088"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481286" name="Text Box 6">
            <a:extLst>
              <a:ext uri="{FF2B5EF4-FFF2-40B4-BE49-F238E27FC236}">
                <a16:creationId xmlns:a16="http://schemas.microsoft.com/office/drawing/2014/main" id="{09FDD4E6-EEFA-4261-A1FF-2A453D832226}"/>
              </a:ext>
            </a:extLst>
          </p:cNvPr>
          <p:cNvSpPr txBox="1">
            <a:spLocks noChangeArrowheads="1"/>
          </p:cNvSpPr>
          <p:nvPr/>
        </p:nvSpPr>
        <p:spPr bwMode="auto">
          <a:xfrm>
            <a:off x="228600" y="354013"/>
            <a:ext cx="4883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a:solidFill>
                  <a:schemeClr val="bg1"/>
                </a:solidFill>
                <a:latin typeface="Arial" panose="020B0604020202020204" pitchFamily="34" charset="0"/>
              </a:rPr>
              <a:t>17.8   COMPRESSION</a:t>
            </a:r>
          </a:p>
        </p:txBody>
      </p:sp>
      <p:sp>
        <p:nvSpPr>
          <p:cNvPr id="481287" name="Rectangle 7">
            <a:extLst>
              <a:ext uri="{FF2B5EF4-FFF2-40B4-BE49-F238E27FC236}">
                <a16:creationId xmlns:a16="http://schemas.microsoft.com/office/drawing/2014/main" id="{EAA56572-9EA6-4C61-BB68-6B299100E83B}"/>
              </a:ext>
            </a:extLst>
          </p:cNvPr>
          <p:cNvSpPr>
            <a:spLocks noChangeArrowheads="1"/>
          </p:cNvSpPr>
          <p:nvPr/>
        </p:nvSpPr>
        <p:spPr bwMode="auto">
          <a:xfrm>
            <a:off x="533400" y="1371600"/>
            <a:ext cx="78486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000" i="1">
                <a:effectLst>
                  <a:outerShdw blurRad="38100" dist="38100" dir="2700000" algn="tl">
                    <a:srgbClr val="C0C0C0"/>
                  </a:outerShdw>
                </a:effectLst>
                <a:latin typeface="Times New Roman" panose="02020603050405020304" pitchFamily="18" charset="0"/>
              </a:rPr>
              <a:t>DNS requires that a domain name be replaced by an offset pointer if it is repeated. DNS defines a 2-byte offset pointer that points to a previous occurrence of the domain name or part of it.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CE682771-1320-4231-8318-108BED4D4FDB}"/>
              </a:ext>
            </a:extLst>
          </p:cNvPr>
          <p:cNvSpPr>
            <a:spLocks noGrp="1"/>
          </p:cNvSpPr>
          <p:nvPr>
            <p:ph type="ftr" sz="quarter" idx="11"/>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05EEC5BE-77CD-49C6-B731-A5ED44E53F08}"/>
              </a:ext>
            </a:extLst>
          </p:cNvPr>
          <p:cNvSpPr>
            <a:spLocks noGrp="1"/>
          </p:cNvSpPr>
          <p:nvPr>
            <p:ph type="sldNum" sz="quarter" idx="12"/>
          </p:nvPr>
        </p:nvSpPr>
        <p:spPr/>
        <p:txBody>
          <a:bodyPr/>
          <a:lstStyle/>
          <a:p>
            <a:fld id="{E3C2990C-DCCF-4B7F-B6CB-E00EEA14AE35}" type="slidenum">
              <a:rPr lang="en-US" altLang="en-US"/>
              <a:pPr/>
              <a:t>36</a:t>
            </a:fld>
            <a:endParaRPr lang="en-US" altLang="en-US"/>
          </a:p>
        </p:txBody>
      </p:sp>
      <p:sp>
        <p:nvSpPr>
          <p:cNvPr id="504834" name="Text Box 2">
            <a:extLst>
              <a:ext uri="{FF2B5EF4-FFF2-40B4-BE49-F238E27FC236}">
                <a16:creationId xmlns:a16="http://schemas.microsoft.com/office/drawing/2014/main" id="{28917AB8-9C3D-40EE-9DA6-8461D7B36147}"/>
              </a:ext>
            </a:extLst>
          </p:cNvPr>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17.20</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Format of an offset pointer</a:t>
            </a:r>
          </a:p>
        </p:txBody>
      </p:sp>
      <p:sp>
        <p:nvSpPr>
          <p:cNvPr id="504835" name="Rectangle 3">
            <a:extLst>
              <a:ext uri="{FF2B5EF4-FFF2-40B4-BE49-F238E27FC236}">
                <a16:creationId xmlns:a16="http://schemas.microsoft.com/office/drawing/2014/main" id="{2C3DE7ED-9CFD-45A1-8664-E70DBF510184}"/>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4836" name="Rectangle 4">
            <a:extLst>
              <a:ext uri="{FF2B5EF4-FFF2-40B4-BE49-F238E27FC236}">
                <a16:creationId xmlns:a16="http://schemas.microsoft.com/office/drawing/2014/main" id="{BEB9B4B5-9A84-4949-B706-BD48387D25BE}"/>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4837" name="Rectangle 5">
            <a:extLst>
              <a:ext uri="{FF2B5EF4-FFF2-40B4-BE49-F238E27FC236}">
                <a16:creationId xmlns:a16="http://schemas.microsoft.com/office/drawing/2014/main" id="{6F9CEE10-0535-4213-88EA-8C60FEF3586F}"/>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4838" name="Rectangle 6">
            <a:extLst>
              <a:ext uri="{FF2B5EF4-FFF2-40B4-BE49-F238E27FC236}">
                <a16:creationId xmlns:a16="http://schemas.microsoft.com/office/drawing/2014/main" id="{4BD2F686-2C31-4D47-9AD9-02D92879BF87}"/>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4839" name="Rectangle 7">
            <a:extLst>
              <a:ext uri="{FF2B5EF4-FFF2-40B4-BE49-F238E27FC236}">
                <a16:creationId xmlns:a16="http://schemas.microsoft.com/office/drawing/2014/main" id="{E9825E4D-F675-4B1F-BBEB-55B59F71D0CC}"/>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4840" name="Rectangle 8">
            <a:extLst>
              <a:ext uri="{FF2B5EF4-FFF2-40B4-BE49-F238E27FC236}">
                <a16:creationId xmlns:a16="http://schemas.microsoft.com/office/drawing/2014/main" id="{AAFE451C-7A23-431E-BA71-9CF741A7BB75}"/>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4841" name="Rectangle 9">
            <a:extLst>
              <a:ext uri="{FF2B5EF4-FFF2-40B4-BE49-F238E27FC236}">
                <a16:creationId xmlns:a16="http://schemas.microsoft.com/office/drawing/2014/main" id="{5AEA8AF5-3946-4BAE-9143-C328F1C3C275}"/>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504842" name="Picture 10">
            <a:extLst>
              <a:ext uri="{FF2B5EF4-FFF2-40B4-BE49-F238E27FC236}">
                <a16:creationId xmlns:a16="http://schemas.microsoft.com/office/drawing/2014/main" id="{C5BC3CFC-8553-44E4-BD1C-BC29E7599D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338" y="2817813"/>
            <a:ext cx="8567737" cy="1220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1">
            <a:extLst>
              <a:ext uri="{FF2B5EF4-FFF2-40B4-BE49-F238E27FC236}">
                <a16:creationId xmlns:a16="http://schemas.microsoft.com/office/drawing/2014/main" id="{44256AFF-04CC-47FA-8E37-3427AC662FD6}"/>
              </a:ext>
            </a:extLst>
          </p:cNvPr>
          <p:cNvSpPr>
            <a:spLocks noGrp="1"/>
          </p:cNvSpPr>
          <p:nvPr>
            <p:ph type="ftr" sz="quarter" idx="11"/>
          </p:nvPr>
        </p:nvSpPr>
        <p:spPr/>
        <p:txBody>
          <a:bodyPr/>
          <a:lstStyle/>
          <a:p>
            <a:r>
              <a:rPr lang="en-US" altLang="en-US"/>
              <a:t>TCP/IP Protocol Suite</a:t>
            </a:r>
          </a:p>
        </p:txBody>
      </p:sp>
      <p:sp>
        <p:nvSpPr>
          <p:cNvPr id="8" name="Slide Number Placeholder 2">
            <a:extLst>
              <a:ext uri="{FF2B5EF4-FFF2-40B4-BE49-F238E27FC236}">
                <a16:creationId xmlns:a16="http://schemas.microsoft.com/office/drawing/2014/main" id="{4A87EC7B-2978-4E2E-A9E9-B19BC6EA7FD1}"/>
              </a:ext>
            </a:extLst>
          </p:cNvPr>
          <p:cNvSpPr>
            <a:spLocks noGrp="1"/>
          </p:cNvSpPr>
          <p:nvPr>
            <p:ph type="sldNum" sz="quarter" idx="12"/>
          </p:nvPr>
        </p:nvSpPr>
        <p:spPr/>
        <p:txBody>
          <a:bodyPr/>
          <a:lstStyle/>
          <a:p>
            <a:fld id="{4807DE86-678D-40BA-A1B0-D4B431DF4EA9}" type="slidenum">
              <a:rPr lang="en-US" altLang="en-US"/>
              <a:pPr/>
              <a:t>37</a:t>
            </a:fld>
            <a:endParaRPr lang="en-US" altLang="en-US"/>
          </a:p>
        </p:txBody>
      </p:sp>
      <p:sp>
        <p:nvSpPr>
          <p:cNvPr id="521218" name="Rectangle 2">
            <a:extLst>
              <a:ext uri="{FF2B5EF4-FFF2-40B4-BE49-F238E27FC236}">
                <a16:creationId xmlns:a16="http://schemas.microsoft.com/office/drawing/2014/main" id="{25E81265-5D12-465C-AFCE-5E1573793BED}"/>
              </a:ext>
            </a:extLst>
          </p:cNvPr>
          <p:cNvSpPr>
            <a:spLocks noChangeArrowheads="1"/>
          </p:cNvSpPr>
          <p:nvPr/>
        </p:nvSpPr>
        <p:spPr bwMode="auto">
          <a:xfrm>
            <a:off x="392113" y="1295400"/>
            <a:ext cx="81534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2400" i="1">
                <a:latin typeface="Times New Roman" panose="02020603050405020304" pitchFamily="18" charset="0"/>
              </a:rPr>
              <a:t>A resolver sends a query message to a local server to find the IP address for the host “chal.fhda.edu.”. We discuss the query and response messages separately.</a:t>
            </a:r>
          </a:p>
        </p:txBody>
      </p:sp>
      <p:sp>
        <p:nvSpPr>
          <p:cNvPr id="521219" name="Text Box 3">
            <a:extLst>
              <a:ext uri="{FF2B5EF4-FFF2-40B4-BE49-F238E27FC236}">
                <a16:creationId xmlns:a16="http://schemas.microsoft.com/office/drawing/2014/main" id="{EED64856-C5F4-4987-A460-E9492FE1CA22}"/>
              </a:ext>
            </a:extLst>
          </p:cNvPr>
          <p:cNvSpPr txBox="1">
            <a:spLocks noChangeArrowheads="1"/>
          </p:cNvSpPr>
          <p:nvPr/>
        </p:nvSpPr>
        <p:spPr bwMode="auto">
          <a:xfrm>
            <a:off x="1143000" y="381000"/>
            <a:ext cx="2209800" cy="519113"/>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i="1">
                <a:solidFill>
                  <a:schemeClr val="folHlink"/>
                </a:solidFill>
                <a:latin typeface="Algerian" panose="04020705040A02060702" pitchFamily="82" charset="0"/>
              </a:rPr>
              <a:t>Example</a:t>
            </a:r>
            <a:r>
              <a:rPr lang="en-US" altLang="en-US" sz="2800" i="1">
                <a:solidFill>
                  <a:schemeClr val="folHlink"/>
                </a:solidFill>
                <a:latin typeface="Algerian" panose="04020705040A02060702" pitchFamily="82" charset="0"/>
              </a:rPr>
              <a:t> 1</a:t>
            </a:r>
          </a:p>
        </p:txBody>
      </p:sp>
      <p:sp>
        <p:nvSpPr>
          <p:cNvPr id="521220" name="Rectangle 4">
            <a:extLst>
              <a:ext uri="{FF2B5EF4-FFF2-40B4-BE49-F238E27FC236}">
                <a16:creationId xmlns:a16="http://schemas.microsoft.com/office/drawing/2014/main" id="{AAD0D929-2932-4A82-B02B-AD3691B0E155}"/>
              </a:ext>
            </a:extLst>
          </p:cNvPr>
          <p:cNvSpPr>
            <a:spLocks noChangeArrowheads="1"/>
          </p:cNvSpPr>
          <p:nvPr/>
        </p:nvSpPr>
        <p:spPr bwMode="auto">
          <a:xfrm>
            <a:off x="457200" y="152400"/>
            <a:ext cx="609600" cy="10668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21222" name="Rectangle 6">
            <a:extLst>
              <a:ext uri="{FF2B5EF4-FFF2-40B4-BE49-F238E27FC236}">
                <a16:creationId xmlns:a16="http://schemas.microsoft.com/office/drawing/2014/main" id="{45DA7920-171E-42F3-A87D-3FEFEA4DE680}"/>
              </a:ext>
            </a:extLst>
          </p:cNvPr>
          <p:cNvSpPr>
            <a:spLocks noChangeArrowheads="1"/>
          </p:cNvSpPr>
          <p:nvPr/>
        </p:nvSpPr>
        <p:spPr bwMode="auto">
          <a:xfrm>
            <a:off x="457200" y="5470525"/>
            <a:ext cx="8153400" cy="854075"/>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2000" i="1">
                <a:latin typeface="Times New Roman" panose="02020603050405020304" pitchFamily="18" charset="0"/>
              </a:rPr>
              <a:t>QR    OpCode 	    AA 	TC 	RD 	RA 	Reserved        rCode</a:t>
            </a:r>
          </a:p>
          <a:p>
            <a:pPr algn="just">
              <a:spcBef>
                <a:spcPct val="50000"/>
              </a:spcBef>
            </a:pPr>
            <a:r>
              <a:rPr lang="en-US" altLang="en-US" sz="2000" i="1">
                <a:latin typeface="Times New Roman" panose="02020603050405020304" pitchFamily="18" charset="0"/>
              </a:rPr>
              <a:t>0        0000                0        0            1             0               000                0000</a:t>
            </a:r>
          </a:p>
        </p:txBody>
      </p:sp>
      <p:sp>
        <p:nvSpPr>
          <p:cNvPr id="521223" name="Rectangle 7">
            <a:extLst>
              <a:ext uri="{FF2B5EF4-FFF2-40B4-BE49-F238E27FC236}">
                <a16:creationId xmlns:a16="http://schemas.microsoft.com/office/drawing/2014/main" id="{F503C3CC-075E-42F2-8123-8A5E1424F2B5}"/>
              </a:ext>
            </a:extLst>
          </p:cNvPr>
          <p:cNvSpPr>
            <a:spLocks noChangeArrowheads="1"/>
          </p:cNvSpPr>
          <p:nvPr/>
        </p:nvSpPr>
        <p:spPr bwMode="auto">
          <a:xfrm>
            <a:off x="533400" y="2651125"/>
            <a:ext cx="8153400" cy="222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2000" i="1">
                <a:latin typeface="Times New Roman" panose="02020603050405020304" pitchFamily="18" charset="0"/>
              </a:rPr>
              <a:t>Figure 17.21 shows the query message sent by the resolver. The first 2 bytes show the identifier (1333). It is used as a sequence number and relates a response to a query. Because a resolver may even send many queries to the same server, the identifier helps to sort responses that arrive out of order. The next bytes contain the flags with the value of 0x0100 in hexadecimal. In binary it is 0000000100000000, but it is more meaningful to divide it into the fields as shown below:</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1A3588BC-E0EA-46AC-82CB-01058BD08E3E}"/>
              </a:ext>
            </a:extLst>
          </p:cNvPr>
          <p:cNvSpPr>
            <a:spLocks noGrp="1"/>
          </p:cNvSpPr>
          <p:nvPr>
            <p:ph type="ftr" sz="quarter" idx="11"/>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D8C0348E-4819-486A-A0BA-16C6FC795E6E}"/>
              </a:ext>
            </a:extLst>
          </p:cNvPr>
          <p:cNvSpPr>
            <a:spLocks noGrp="1"/>
          </p:cNvSpPr>
          <p:nvPr>
            <p:ph type="sldNum" sz="quarter" idx="12"/>
          </p:nvPr>
        </p:nvSpPr>
        <p:spPr/>
        <p:txBody>
          <a:bodyPr/>
          <a:lstStyle/>
          <a:p>
            <a:fld id="{CFBAD677-A933-48E9-9DCC-AB0862F2E16C}" type="slidenum">
              <a:rPr lang="en-US" altLang="en-US"/>
              <a:pPr/>
              <a:t>38</a:t>
            </a:fld>
            <a:endParaRPr lang="en-US" altLang="en-US"/>
          </a:p>
        </p:txBody>
      </p:sp>
      <p:sp>
        <p:nvSpPr>
          <p:cNvPr id="505858" name="Text Box 2">
            <a:extLst>
              <a:ext uri="{FF2B5EF4-FFF2-40B4-BE49-F238E27FC236}">
                <a16:creationId xmlns:a16="http://schemas.microsoft.com/office/drawing/2014/main" id="{5DC19992-0008-4B3C-B331-53E14CD1EBA9}"/>
              </a:ext>
            </a:extLst>
          </p:cNvPr>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17.21</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Example 1: Query message</a:t>
            </a:r>
          </a:p>
        </p:txBody>
      </p:sp>
      <p:sp>
        <p:nvSpPr>
          <p:cNvPr id="505859" name="Rectangle 3">
            <a:extLst>
              <a:ext uri="{FF2B5EF4-FFF2-40B4-BE49-F238E27FC236}">
                <a16:creationId xmlns:a16="http://schemas.microsoft.com/office/drawing/2014/main" id="{385A43AE-A79E-4848-AB45-BD8B0A667120}"/>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5860" name="Rectangle 4">
            <a:extLst>
              <a:ext uri="{FF2B5EF4-FFF2-40B4-BE49-F238E27FC236}">
                <a16:creationId xmlns:a16="http://schemas.microsoft.com/office/drawing/2014/main" id="{FFAF826E-2E49-4F59-927A-F453B11EA73D}"/>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5861" name="Rectangle 5">
            <a:extLst>
              <a:ext uri="{FF2B5EF4-FFF2-40B4-BE49-F238E27FC236}">
                <a16:creationId xmlns:a16="http://schemas.microsoft.com/office/drawing/2014/main" id="{ADF822A6-B7D6-437B-B2D3-F0F3341BD81B}"/>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5862" name="Rectangle 6">
            <a:extLst>
              <a:ext uri="{FF2B5EF4-FFF2-40B4-BE49-F238E27FC236}">
                <a16:creationId xmlns:a16="http://schemas.microsoft.com/office/drawing/2014/main" id="{393E8FA6-7B9C-4435-A052-E1D4F5E33042}"/>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5863" name="Rectangle 7">
            <a:extLst>
              <a:ext uri="{FF2B5EF4-FFF2-40B4-BE49-F238E27FC236}">
                <a16:creationId xmlns:a16="http://schemas.microsoft.com/office/drawing/2014/main" id="{3CF32FC9-2B40-41BC-868D-40E69B770EE3}"/>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5864" name="Rectangle 8">
            <a:extLst>
              <a:ext uri="{FF2B5EF4-FFF2-40B4-BE49-F238E27FC236}">
                <a16:creationId xmlns:a16="http://schemas.microsoft.com/office/drawing/2014/main" id="{840E27B4-4C3C-4E73-BFEB-073CE634975D}"/>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5865" name="Rectangle 9">
            <a:extLst>
              <a:ext uri="{FF2B5EF4-FFF2-40B4-BE49-F238E27FC236}">
                <a16:creationId xmlns:a16="http://schemas.microsoft.com/office/drawing/2014/main" id="{05F6286D-5805-4EDA-B9D0-899914C7E6D6}"/>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505866" name="Picture 10">
            <a:extLst>
              <a:ext uri="{FF2B5EF4-FFF2-40B4-BE49-F238E27FC236}">
                <a16:creationId xmlns:a16="http://schemas.microsoft.com/office/drawing/2014/main" id="{D86A78EB-9D12-4509-BAE5-0EA4EDF2B1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7750" y="1219200"/>
            <a:ext cx="7334250" cy="5068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1">
            <a:extLst>
              <a:ext uri="{FF2B5EF4-FFF2-40B4-BE49-F238E27FC236}">
                <a16:creationId xmlns:a16="http://schemas.microsoft.com/office/drawing/2014/main" id="{64BD7068-8257-4D4E-8D4E-6A42FCE44EF4}"/>
              </a:ext>
            </a:extLst>
          </p:cNvPr>
          <p:cNvSpPr>
            <a:spLocks noGrp="1"/>
          </p:cNvSpPr>
          <p:nvPr>
            <p:ph type="ftr" sz="quarter" idx="11"/>
          </p:nvPr>
        </p:nvSpPr>
        <p:spPr/>
        <p:txBody>
          <a:bodyPr/>
          <a:lstStyle/>
          <a:p>
            <a:r>
              <a:rPr lang="en-US" altLang="en-US"/>
              <a:t>TCP/IP Protocol Suite</a:t>
            </a:r>
          </a:p>
        </p:txBody>
      </p:sp>
      <p:sp>
        <p:nvSpPr>
          <p:cNvPr id="8" name="Slide Number Placeholder 2">
            <a:extLst>
              <a:ext uri="{FF2B5EF4-FFF2-40B4-BE49-F238E27FC236}">
                <a16:creationId xmlns:a16="http://schemas.microsoft.com/office/drawing/2014/main" id="{72409161-E2EF-4030-B23A-0057EE159374}"/>
              </a:ext>
            </a:extLst>
          </p:cNvPr>
          <p:cNvSpPr>
            <a:spLocks noGrp="1"/>
          </p:cNvSpPr>
          <p:nvPr>
            <p:ph type="sldNum" sz="quarter" idx="12"/>
          </p:nvPr>
        </p:nvSpPr>
        <p:spPr/>
        <p:txBody>
          <a:bodyPr/>
          <a:lstStyle/>
          <a:p>
            <a:fld id="{9BD5AC90-C28F-482F-B06D-4B61CF422348}" type="slidenum">
              <a:rPr lang="en-US" altLang="en-US"/>
              <a:pPr/>
              <a:t>39</a:t>
            </a:fld>
            <a:endParaRPr lang="en-US" altLang="en-US"/>
          </a:p>
        </p:txBody>
      </p:sp>
      <p:sp>
        <p:nvSpPr>
          <p:cNvPr id="526338" name="Text Box 2">
            <a:extLst>
              <a:ext uri="{FF2B5EF4-FFF2-40B4-BE49-F238E27FC236}">
                <a16:creationId xmlns:a16="http://schemas.microsoft.com/office/drawing/2014/main" id="{F2C30E8B-9991-4766-9F43-6FDDFDF276FC}"/>
              </a:ext>
            </a:extLst>
          </p:cNvPr>
          <p:cNvSpPr txBox="1">
            <a:spLocks noChangeArrowheads="1"/>
          </p:cNvSpPr>
          <p:nvPr/>
        </p:nvSpPr>
        <p:spPr bwMode="auto">
          <a:xfrm>
            <a:off x="1143000" y="381000"/>
            <a:ext cx="4724400" cy="519113"/>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i="1">
                <a:solidFill>
                  <a:schemeClr val="folHlink"/>
                </a:solidFill>
                <a:latin typeface="Algerian" panose="04020705040A02060702" pitchFamily="82" charset="0"/>
              </a:rPr>
              <a:t>Example</a:t>
            </a:r>
            <a:r>
              <a:rPr lang="en-US" altLang="en-US" sz="2800" i="1">
                <a:solidFill>
                  <a:schemeClr val="folHlink"/>
                </a:solidFill>
                <a:latin typeface="Algerian" panose="04020705040A02060702" pitchFamily="82" charset="0"/>
              </a:rPr>
              <a:t> 1 </a:t>
            </a:r>
            <a:r>
              <a:rPr lang="en-US" altLang="en-US" sz="1400" i="1">
                <a:solidFill>
                  <a:schemeClr val="folHlink"/>
                </a:solidFill>
                <a:latin typeface="Algerian" panose="04020705040A02060702" pitchFamily="82" charset="0"/>
              </a:rPr>
              <a:t>(Continued)</a:t>
            </a:r>
          </a:p>
        </p:txBody>
      </p:sp>
      <p:sp>
        <p:nvSpPr>
          <p:cNvPr id="526339" name="Rectangle 3">
            <a:extLst>
              <a:ext uri="{FF2B5EF4-FFF2-40B4-BE49-F238E27FC236}">
                <a16:creationId xmlns:a16="http://schemas.microsoft.com/office/drawing/2014/main" id="{FD4F8B99-2F81-443D-8FEE-F8BB0D39FCFA}"/>
              </a:ext>
            </a:extLst>
          </p:cNvPr>
          <p:cNvSpPr>
            <a:spLocks noChangeArrowheads="1"/>
          </p:cNvSpPr>
          <p:nvPr/>
        </p:nvSpPr>
        <p:spPr bwMode="auto">
          <a:xfrm>
            <a:off x="457200" y="152400"/>
            <a:ext cx="609600" cy="10668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26340" name="Rectangle 4">
            <a:extLst>
              <a:ext uri="{FF2B5EF4-FFF2-40B4-BE49-F238E27FC236}">
                <a16:creationId xmlns:a16="http://schemas.microsoft.com/office/drawing/2014/main" id="{D5C0251E-2020-4F3C-954D-073D879CA1B2}"/>
              </a:ext>
            </a:extLst>
          </p:cNvPr>
          <p:cNvSpPr>
            <a:spLocks noChangeArrowheads="1"/>
          </p:cNvSpPr>
          <p:nvPr/>
        </p:nvSpPr>
        <p:spPr bwMode="auto">
          <a:xfrm>
            <a:off x="609600" y="5029200"/>
            <a:ext cx="8153400" cy="854075"/>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2000" i="1">
                <a:latin typeface="Times New Roman" panose="02020603050405020304" pitchFamily="18" charset="0"/>
              </a:rPr>
              <a:t>QR      OpCode      AA      TC      RD      RA      Reserved        rCode</a:t>
            </a:r>
          </a:p>
          <a:p>
            <a:pPr algn="just">
              <a:spcBef>
                <a:spcPct val="50000"/>
              </a:spcBef>
            </a:pPr>
            <a:r>
              <a:rPr lang="en-US" altLang="en-US" sz="2000" i="1">
                <a:latin typeface="Times New Roman" panose="02020603050405020304" pitchFamily="18" charset="0"/>
              </a:rPr>
              <a:t>1           0000           0          0        1          1            000              0000</a:t>
            </a:r>
          </a:p>
        </p:txBody>
      </p:sp>
      <p:sp>
        <p:nvSpPr>
          <p:cNvPr id="526341" name="Rectangle 5">
            <a:extLst>
              <a:ext uri="{FF2B5EF4-FFF2-40B4-BE49-F238E27FC236}">
                <a16:creationId xmlns:a16="http://schemas.microsoft.com/office/drawing/2014/main" id="{033EBDC3-1A02-4EF7-974D-EF41FFB113AB}"/>
              </a:ext>
            </a:extLst>
          </p:cNvPr>
          <p:cNvSpPr>
            <a:spLocks noChangeArrowheads="1"/>
          </p:cNvSpPr>
          <p:nvPr/>
        </p:nvSpPr>
        <p:spPr bwMode="auto">
          <a:xfrm>
            <a:off x="533400" y="1371600"/>
            <a:ext cx="8153400"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2000" i="1">
                <a:latin typeface="Times New Roman" panose="02020603050405020304" pitchFamily="18" charset="0"/>
              </a:rPr>
              <a:t>The QR bit defines the message as a query. The OpCode is 0000, which defines a standard query. The recursion desired (RD) bit is set. (Refer back to Figure 17.16 for the flags field descriptions.) The message contains only one question record. The domain name is </a:t>
            </a:r>
            <a:r>
              <a:rPr lang="en-US" altLang="en-US" sz="2000" i="1">
                <a:solidFill>
                  <a:schemeClr val="hlink"/>
                </a:solidFill>
                <a:latin typeface="Times New Roman" panose="02020603050405020304" pitchFamily="18" charset="0"/>
              </a:rPr>
              <a:t>4</a:t>
            </a:r>
            <a:r>
              <a:rPr lang="en-US" altLang="en-US" sz="2000" i="1">
                <a:latin typeface="Times New Roman" panose="02020603050405020304" pitchFamily="18" charset="0"/>
              </a:rPr>
              <a:t>chal</a:t>
            </a:r>
            <a:r>
              <a:rPr lang="en-US" altLang="en-US" sz="2000" i="1">
                <a:solidFill>
                  <a:schemeClr val="hlink"/>
                </a:solidFill>
                <a:latin typeface="Times New Roman" panose="02020603050405020304" pitchFamily="18" charset="0"/>
              </a:rPr>
              <a:t>4</a:t>
            </a:r>
            <a:r>
              <a:rPr lang="en-US" altLang="en-US" sz="2000" i="1">
                <a:latin typeface="Times New Roman" panose="02020603050405020304" pitchFamily="18" charset="0"/>
              </a:rPr>
              <a:t>fhda</a:t>
            </a:r>
            <a:r>
              <a:rPr lang="en-US" altLang="en-US" sz="2000" i="1">
                <a:solidFill>
                  <a:schemeClr val="hlink"/>
                </a:solidFill>
                <a:latin typeface="Times New Roman" panose="02020603050405020304" pitchFamily="18" charset="0"/>
              </a:rPr>
              <a:t>3</a:t>
            </a:r>
            <a:r>
              <a:rPr lang="en-US" altLang="en-US" sz="2000" i="1">
                <a:latin typeface="Times New Roman" panose="02020603050405020304" pitchFamily="18" charset="0"/>
              </a:rPr>
              <a:t>edu</a:t>
            </a:r>
            <a:r>
              <a:rPr lang="en-US" altLang="en-US" sz="2000" i="1">
                <a:solidFill>
                  <a:schemeClr val="hlink"/>
                </a:solidFill>
                <a:latin typeface="Times New Roman" panose="02020603050405020304" pitchFamily="18" charset="0"/>
              </a:rPr>
              <a:t>0</a:t>
            </a:r>
            <a:r>
              <a:rPr lang="en-US" altLang="en-US" sz="2000" i="1">
                <a:latin typeface="Times New Roman" panose="02020603050405020304" pitchFamily="18" charset="0"/>
              </a:rPr>
              <a:t>. The next 2 bytes define the query type as an IP address; the last 2 bytes define the class as the Internet.</a:t>
            </a:r>
          </a:p>
        </p:txBody>
      </p:sp>
      <p:sp>
        <p:nvSpPr>
          <p:cNvPr id="526342" name="Rectangle 6">
            <a:extLst>
              <a:ext uri="{FF2B5EF4-FFF2-40B4-BE49-F238E27FC236}">
                <a16:creationId xmlns:a16="http://schemas.microsoft.com/office/drawing/2014/main" id="{006F6F24-7A74-475F-81B0-C42D64B74492}"/>
              </a:ext>
            </a:extLst>
          </p:cNvPr>
          <p:cNvSpPr>
            <a:spLocks noChangeArrowheads="1"/>
          </p:cNvSpPr>
          <p:nvPr/>
        </p:nvSpPr>
        <p:spPr bwMode="auto">
          <a:xfrm>
            <a:off x="533400" y="3429000"/>
            <a:ext cx="81534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2000" i="1">
                <a:latin typeface="Times New Roman" panose="02020603050405020304" pitchFamily="18" charset="0"/>
              </a:rPr>
              <a:t>Figure 17.22 shows the response of the server. The response is similar to the query except that the flags are different and the number of answer records is one. The flags value is 0x8180 in hexadecimal. In binary it is 1000000110000000, but again we divide it into fields as shown below:</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1">
            <a:extLst>
              <a:ext uri="{FF2B5EF4-FFF2-40B4-BE49-F238E27FC236}">
                <a16:creationId xmlns:a16="http://schemas.microsoft.com/office/drawing/2014/main" id="{3F174029-1C69-4963-BF7C-15D8EB76823F}"/>
              </a:ext>
            </a:extLst>
          </p:cNvPr>
          <p:cNvSpPr>
            <a:spLocks noGrp="1"/>
          </p:cNvSpPr>
          <p:nvPr>
            <p:ph type="ftr" sz="quarter" idx="11"/>
          </p:nvPr>
        </p:nvSpPr>
        <p:spPr/>
        <p:txBody>
          <a:bodyPr/>
          <a:lstStyle/>
          <a:p>
            <a:r>
              <a:rPr lang="en-US" altLang="en-US"/>
              <a:t>TCP/IP Protocol Suite</a:t>
            </a:r>
          </a:p>
        </p:txBody>
      </p:sp>
      <p:sp>
        <p:nvSpPr>
          <p:cNvPr id="6" name="Slide Number Placeholder 2">
            <a:extLst>
              <a:ext uri="{FF2B5EF4-FFF2-40B4-BE49-F238E27FC236}">
                <a16:creationId xmlns:a16="http://schemas.microsoft.com/office/drawing/2014/main" id="{F03B7CA4-27DA-49D8-8844-68ACE97AFDE1}"/>
              </a:ext>
            </a:extLst>
          </p:cNvPr>
          <p:cNvSpPr>
            <a:spLocks noGrp="1"/>
          </p:cNvSpPr>
          <p:nvPr>
            <p:ph type="sldNum" sz="quarter" idx="12"/>
          </p:nvPr>
        </p:nvSpPr>
        <p:spPr/>
        <p:txBody>
          <a:bodyPr/>
          <a:lstStyle/>
          <a:p>
            <a:fld id="{2E91F2B1-3BE9-41F4-B784-17B3A7D2DCD3}" type="slidenum">
              <a:rPr lang="en-US" altLang="en-US"/>
              <a:pPr/>
              <a:t>40</a:t>
            </a:fld>
            <a:endParaRPr lang="en-US" altLang="en-US"/>
          </a:p>
        </p:txBody>
      </p:sp>
      <p:sp>
        <p:nvSpPr>
          <p:cNvPr id="527362" name="Text Box 2">
            <a:extLst>
              <a:ext uri="{FF2B5EF4-FFF2-40B4-BE49-F238E27FC236}">
                <a16:creationId xmlns:a16="http://schemas.microsoft.com/office/drawing/2014/main" id="{8BB69D76-39A6-4FBE-9CC1-0A2599879557}"/>
              </a:ext>
            </a:extLst>
          </p:cNvPr>
          <p:cNvSpPr txBox="1">
            <a:spLocks noChangeArrowheads="1"/>
          </p:cNvSpPr>
          <p:nvPr/>
        </p:nvSpPr>
        <p:spPr bwMode="auto">
          <a:xfrm>
            <a:off x="1143000" y="381000"/>
            <a:ext cx="4724400" cy="519113"/>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i="1">
                <a:solidFill>
                  <a:schemeClr val="folHlink"/>
                </a:solidFill>
                <a:latin typeface="Algerian" panose="04020705040A02060702" pitchFamily="82" charset="0"/>
              </a:rPr>
              <a:t>Example</a:t>
            </a:r>
            <a:r>
              <a:rPr lang="en-US" altLang="en-US" sz="2800" i="1">
                <a:solidFill>
                  <a:schemeClr val="folHlink"/>
                </a:solidFill>
                <a:latin typeface="Algerian" panose="04020705040A02060702" pitchFamily="82" charset="0"/>
              </a:rPr>
              <a:t> 1 </a:t>
            </a:r>
            <a:r>
              <a:rPr lang="en-US" altLang="en-US" sz="1400" i="1">
                <a:solidFill>
                  <a:schemeClr val="folHlink"/>
                </a:solidFill>
                <a:latin typeface="Algerian" panose="04020705040A02060702" pitchFamily="82" charset="0"/>
              </a:rPr>
              <a:t>(Continued)</a:t>
            </a:r>
          </a:p>
        </p:txBody>
      </p:sp>
      <p:sp>
        <p:nvSpPr>
          <p:cNvPr id="527363" name="Rectangle 3">
            <a:extLst>
              <a:ext uri="{FF2B5EF4-FFF2-40B4-BE49-F238E27FC236}">
                <a16:creationId xmlns:a16="http://schemas.microsoft.com/office/drawing/2014/main" id="{2EF091A9-2009-4146-B463-6452461D16DA}"/>
              </a:ext>
            </a:extLst>
          </p:cNvPr>
          <p:cNvSpPr>
            <a:spLocks noChangeArrowheads="1"/>
          </p:cNvSpPr>
          <p:nvPr/>
        </p:nvSpPr>
        <p:spPr bwMode="auto">
          <a:xfrm>
            <a:off x="457200" y="152400"/>
            <a:ext cx="609600" cy="10668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27364" name="Rectangle 4">
            <a:extLst>
              <a:ext uri="{FF2B5EF4-FFF2-40B4-BE49-F238E27FC236}">
                <a16:creationId xmlns:a16="http://schemas.microsoft.com/office/drawing/2014/main" id="{44B497E8-F499-4938-BC4B-2CB2BD0730B1}"/>
              </a:ext>
            </a:extLst>
          </p:cNvPr>
          <p:cNvSpPr>
            <a:spLocks noChangeArrowheads="1"/>
          </p:cNvSpPr>
          <p:nvPr/>
        </p:nvSpPr>
        <p:spPr bwMode="auto">
          <a:xfrm>
            <a:off x="533400" y="1371600"/>
            <a:ext cx="8153400" cy="283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2000" i="1">
                <a:latin typeface="Times New Roman" panose="02020603050405020304" pitchFamily="18" charset="0"/>
              </a:rPr>
              <a:t>The QR bit defines the message as a response. The OpCode is 0000, which defines a standard response. The recursion available (RA) and RD bits are set. The message contains one question record and one answer record. The question record is repeated from the query message. The answer record has a value of 0xC00C (split in two lines), which points to the question record instead of repeating the domain name. The next field defines the domain type (address). The field after that defines the class (Internet). The field with the value 12,000 is the TTL (12,000 s). The next field is the length of the resource data, which is an IP address (153.18.8.105).</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D0F73C7E-C84B-4D72-8580-EF371DD32FFF}"/>
              </a:ext>
            </a:extLst>
          </p:cNvPr>
          <p:cNvSpPr>
            <a:spLocks noGrp="1"/>
          </p:cNvSpPr>
          <p:nvPr>
            <p:ph type="ftr" sz="quarter" idx="11"/>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384C5103-447E-41A8-BEA9-1D0077BA3C91}"/>
              </a:ext>
            </a:extLst>
          </p:cNvPr>
          <p:cNvSpPr>
            <a:spLocks noGrp="1"/>
          </p:cNvSpPr>
          <p:nvPr>
            <p:ph type="sldNum" sz="quarter" idx="12"/>
          </p:nvPr>
        </p:nvSpPr>
        <p:spPr/>
        <p:txBody>
          <a:bodyPr/>
          <a:lstStyle/>
          <a:p>
            <a:fld id="{78F30719-E134-46FD-B67A-A64703F1C585}" type="slidenum">
              <a:rPr lang="en-US" altLang="en-US"/>
              <a:pPr/>
              <a:t>41</a:t>
            </a:fld>
            <a:endParaRPr lang="en-US" altLang="en-US"/>
          </a:p>
        </p:txBody>
      </p:sp>
      <p:sp>
        <p:nvSpPr>
          <p:cNvPr id="506882" name="Text Box 2">
            <a:extLst>
              <a:ext uri="{FF2B5EF4-FFF2-40B4-BE49-F238E27FC236}">
                <a16:creationId xmlns:a16="http://schemas.microsoft.com/office/drawing/2014/main" id="{3A8CF37F-E6F4-4AE4-B7A7-D6FDAAF5C94A}"/>
              </a:ext>
            </a:extLst>
          </p:cNvPr>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17.22</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Example 1: Response message</a:t>
            </a:r>
          </a:p>
        </p:txBody>
      </p:sp>
      <p:sp>
        <p:nvSpPr>
          <p:cNvPr id="506883" name="Rectangle 3">
            <a:extLst>
              <a:ext uri="{FF2B5EF4-FFF2-40B4-BE49-F238E27FC236}">
                <a16:creationId xmlns:a16="http://schemas.microsoft.com/office/drawing/2014/main" id="{35029490-B1E6-4E18-9118-8E99C7337818}"/>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6884" name="Rectangle 4">
            <a:extLst>
              <a:ext uri="{FF2B5EF4-FFF2-40B4-BE49-F238E27FC236}">
                <a16:creationId xmlns:a16="http://schemas.microsoft.com/office/drawing/2014/main" id="{769384F3-C845-4271-B15F-7E138493A13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6885" name="Rectangle 5">
            <a:extLst>
              <a:ext uri="{FF2B5EF4-FFF2-40B4-BE49-F238E27FC236}">
                <a16:creationId xmlns:a16="http://schemas.microsoft.com/office/drawing/2014/main" id="{9204826F-5B3F-4853-9CE4-EF0863724A78}"/>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6886" name="Rectangle 6">
            <a:extLst>
              <a:ext uri="{FF2B5EF4-FFF2-40B4-BE49-F238E27FC236}">
                <a16:creationId xmlns:a16="http://schemas.microsoft.com/office/drawing/2014/main" id="{4CE7193C-1EFC-424E-A5AA-025C224519D2}"/>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6887" name="Rectangle 7">
            <a:extLst>
              <a:ext uri="{FF2B5EF4-FFF2-40B4-BE49-F238E27FC236}">
                <a16:creationId xmlns:a16="http://schemas.microsoft.com/office/drawing/2014/main" id="{1197CAA6-F2BE-4614-B5A1-5242979034BD}"/>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6888" name="Rectangle 8">
            <a:extLst>
              <a:ext uri="{FF2B5EF4-FFF2-40B4-BE49-F238E27FC236}">
                <a16:creationId xmlns:a16="http://schemas.microsoft.com/office/drawing/2014/main" id="{4901F178-BB86-4DE4-B9E2-1B711D5826B8}"/>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6889" name="Rectangle 9">
            <a:extLst>
              <a:ext uri="{FF2B5EF4-FFF2-40B4-BE49-F238E27FC236}">
                <a16:creationId xmlns:a16="http://schemas.microsoft.com/office/drawing/2014/main" id="{3014C627-3CFB-4208-B4EB-DE4F99D4AF1E}"/>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506890" name="Picture 10">
            <a:extLst>
              <a:ext uri="{FF2B5EF4-FFF2-40B4-BE49-F238E27FC236}">
                <a16:creationId xmlns:a16="http://schemas.microsoft.com/office/drawing/2014/main" id="{AAA884F7-5566-454E-9970-41DB736264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2250" y="984250"/>
            <a:ext cx="5730875" cy="526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1">
            <a:extLst>
              <a:ext uri="{FF2B5EF4-FFF2-40B4-BE49-F238E27FC236}">
                <a16:creationId xmlns:a16="http://schemas.microsoft.com/office/drawing/2014/main" id="{7CD086F0-278A-43CF-A417-85B28672B14C}"/>
              </a:ext>
            </a:extLst>
          </p:cNvPr>
          <p:cNvSpPr>
            <a:spLocks noGrp="1"/>
          </p:cNvSpPr>
          <p:nvPr>
            <p:ph type="ftr" sz="quarter" idx="11"/>
          </p:nvPr>
        </p:nvSpPr>
        <p:spPr/>
        <p:txBody>
          <a:bodyPr/>
          <a:lstStyle/>
          <a:p>
            <a:r>
              <a:rPr lang="en-US" altLang="en-US"/>
              <a:t>TCP/IP Protocol Suite</a:t>
            </a:r>
          </a:p>
        </p:txBody>
      </p:sp>
      <p:sp>
        <p:nvSpPr>
          <p:cNvPr id="6" name="Slide Number Placeholder 2">
            <a:extLst>
              <a:ext uri="{FF2B5EF4-FFF2-40B4-BE49-F238E27FC236}">
                <a16:creationId xmlns:a16="http://schemas.microsoft.com/office/drawing/2014/main" id="{EAA8C675-C8E8-4909-9561-061B3FC107DA}"/>
              </a:ext>
            </a:extLst>
          </p:cNvPr>
          <p:cNvSpPr>
            <a:spLocks noGrp="1"/>
          </p:cNvSpPr>
          <p:nvPr>
            <p:ph type="sldNum" sz="quarter" idx="12"/>
          </p:nvPr>
        </p:nvSpPr>
        <p:spPr/>
        <p:txBody>
          <a:bodyPr/>
          <a:lstStyle/>
          <a:p>
            <a:fld id="{A0AD9D9A-3A7A-43B2-961A-699D50A2198A}" type="slidenum">
              <a:rPr lang="en-US" altLang="en-US"/>
              <a:pPr/>
              <a:t>42</a:t>
            </a:fld>
            <a:endParaRPr lang="en-US" altLang="en-US"/>
          </a:p>
        </p:txBody>
      </p:sp>
      <p:sp>
        <p:nvSpPr>
          <p:cNvPr id="530434" name="Rectangle 2">
            <a:extLst>
              <a:ext uri="{FF2B5EF4-FFF2-40B4-BE49-F238E27FC236}">
                <a16:creationId xmlns:a16="http://schemas.microsoft.com/office/drawing/2014/main" id="{4303D2CC-5DBD-4699-85AD-CA2E47531257}"/>
              </a:ext>
            </a:extLst>
          </p:cNvPr>
          <p:cNvSpPr>
            <a:spLocks noChangeArrowheads="1"/>
          </p:cNvSpPr>
          <p:nvPr/>
        </p:nvSpPr>
        <p:spPr bwMode="auto">
          <a:xfrm>
            <a:off x="392113" y="1219200"/>
            <a:ext cx="8153400" cy="374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2400" i="1">
                <a:latin typeface="Times New Roman" panose="02020603050405020304" pitchFamily="18" charset="0"/>
              </a:rPr>
              <a:t>An FTP server has received a packet from an FTP client with IP address 153.2.7.9. The FTP server wants to verify that the FTP client is an authorized client. The FTP server can consult a file containing the list of authorized clients. However, the file consists only of domain names. The FTP server has only the IP address of the requesting client, which was the source IP address in the received IP datagram. The FTP server asks the resolver (DNS client) to send an inverse query to a DNS server to ask for the name of the FTP client. We discuss the query and response messages separately.</a:t>
            </a:r>
          </a:p>
        </p:txBody>
      </p:sp>
      <p:sp>
        <p:nvSpPr>
          <p:cNvPr id="530435" name="Text Box 3">
            <a:extLst>
              <a:ext uri="{FF2B5EF4-FFF2-40B4-BE49-F238E27FC236}">
                <a16:creationId xmlns:a16="http://schemas.microsoft.com/office/drawing/2014/main" id="{896BD755-7EC7-47AF-BB95-C669104AE512}"/>
              </a:ext>
            </a:extLst>
          </p:cNvPr>
          <p:cNvSpPr txBox="1">
            <a:spLocks noChangeArrowheads="1"/>
          </p:cNvSpPr>
          <p:nvPr/>
        </p:nvSpPr>
        <p:spPr bwMode="auto">
          <a:xfrm>
            <a:off x="1143000" y="381000"/>
            <a:ext cx="2209800" cy="519113"/>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i="1">
                <a:solidFill>
                  <a:schemeClr val="folHlink"/>
                </a:solidFill>
                <a:latin typeface="Algerian" panose="04020705040A02060702" pitchFamily="82" charset="0"/>
              </a:rPr>
              <a:t>Example</a:t>
            </a:r>
            <a:r>
              <a:rPr lang="en-US" altLang="en-US" sz="2800" i="1">
                <a:solidFill>
                  <a:schemeClr val="folHlink"/>
                </a:solidFill>
                <a:latin typeface="Algerian" panose="04020705040A02060702" pitchFamily="82" charset="0"/>
              </a:rPr>
              <a:t> 2</a:t>
            </a:r>
          </a:p>
        </p:txBody>
      </p:sp>
      <p:sp>
        <p:nvSpPr>
          <p:cNvPr id="530436" name="Rectangle 4">
            <a:extLst>
              <a:ext uri="{FF2B5EF4-FFF2-40B4-BE49-F238E27FC236}">
                <a16:creationId xmlns:a16="http://schemas.microsoft.com/office/drawing/2014/main" id="{EDCF8882-DBAD-452C-A817-77F419426E10}"/>
              </a:ext>
            </a:extLst>
          </p:cNvPr>
          <p:cNvSpPr>
            <a:spLocks noChangeArrowheads="1"/>
          </p:cNvSpPr>
          <p:nvPr/>
        </p:nvSpPr>
        <p:spPr bwMode="auto">
          <a:xfrm>
            <a:off x="457200" y="152400"/>
            <a:ext cx="609600" cy="10668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1">
            <a:extLst>
              <a:ext uri="{FF2B5EF4-FFF2-40B4-BE49-F238E27FC236}">
                <a16:creationId xmlns:a16="http://schemas.microsoft.com/office/drawing/2014/main" id="{15BC5BE2-E2F4-4A32-901F-06D624A3313A}"/>
              </a:ext>
            </a:extLst>
          </p:cNvPr>
          <p:cNvSpPr>
            <a:spLocks noGrp="1"/>
          </p:cNvSpPr>
          <p:nvPr>
            <p:ph type="ftr" sz="quarter" idx="11"/>
          </p:nvPr>
        </p:nvSpPr>
        <p:spPr/>
        <p:txBody>
          <a:bodyPr/>
          <a:lstStyle/>
          <a:p>
            <a:r>
              <a:rPr lang="en-US" altLang="en-US"/>
              <a:t>TCP/IP Protocol Suite</a:t>
            </a:r>
          </a:p>
        </p:txBody>
      </p:sp>
      <p:sp>
        <p:nvSpPr>
          <p:cNvPr id="8" name="Slide Number Placeholder 2">
            <a:extLst>
              <a:ext uri="{FF2B5EF4-FFF2-40B4-BE49-F238E27FC236}">
                <a16:creationId xmlns:a16="http://schemas.microsoft.com/office/drawing/2014/main" id="{0D49A6D9-47BB-45C6-9902-9930731A530C}"/>
              </a:ext>
            </a:extLst>
          </p:cNvPr>
          <p:cNvSpPr>
            <a:spLocks noGrp="1"/>
          </p:cNvSpPr>
          <p:nvPr>
            <p:ph type="sldNum" sz="quarter" idx="12"/>
          </p:nvPr>
        </p:nvSpPr>
        <p:spPr/>
        <p:txBody>
          <a:bodyPr/>
          <a:lstStyle/>
          <a:p>
            <a:fld id="{F7DBCAE0-1B19-43E7-A10B-54CB7B6EBA06}" type="slidenum">
              <a:rPr lang="en-US" altLang="en-US"/>
              <a:pPr/>
              <a:t>43</a:t>
            </a:fld>
            <a:endParaRPr lang="en-US" altLang="en-US"/>
          </a:p>
        </p:txBody>
      </p:sp>
      <p:sp>
        <p:nvSpPr>
          <p:cNvPr id="528386" name="Text Box 2">
            <a:extLst>
              <a:ext uri="{FF2B5EF4-FFF2-40B4-BE49-F238E27FC236}">
                <a16:creationId xmlns:a16="http://schemas.microsoft.com/office/drawing/2014/main" id="{2555D84E-3B04-4A02-9C8B-E2A637F43FEB}"/>
              </a:ext>
            </a:extLst>
          </p:cNvPr>
          <p:cNvSpPr txBox="1">
            <a:spLocks noChangeArrowheads="1"/>
          </p:cNvSpPr>
          <p:nvPr/>
        </p:nvSpPr>
        <p:spPr bwMode="auto">
          <a:xfrm>
            <a:off x="1143000" y="381000"/>
            <a:ext cx="4724400" cy="519113"/>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i="1">
                <a:solidFill>
                  <a:schemeClr val="folHlink"/>
                </a:solidFill>
                <a:latin typeface="Algerian" panose="04020705040A02060702" pitchFamily="82" charset="0"/>
              </a:rPr>
              <a:t>Example</a:t>
            </a:r>
            <a:r>
              <a:rPr lang="en-US" altLang="en-US" sz="2800" i="1">
                <a:solidFill>
                  <a:schemeClr val="folHlink"/>
                </a:solidFill>
                <a:latin typeface="Algerian" panose="04020705040A02060702" pitchFamily="82" charset="0"/>
              </a:rPr>
              <a:t> 2 </a:t>
            </a:r>
            <a:r>
              <a:rPr lang="en-US" altLang="en-US" sz="1400" i="1">
                <a:solidFill>
                  <a:schemeClr val="folHlink"/>
                </a:solidFill>
                <a:latin typeface="Algerian" panose="04020705040A02060702" pitchFamily="82" charset="0"/>
              </a:rPr>
              <a:t>(Continued)</a:t>
            </a:r>
          </a:p>
        </p:txBody>
      </p:sp>
      <p:sp>
        <p:nvSpPr>
          <p:cNvPr id="528387" name="Rectangle 3">
            <a:extLst>
              <a:ext uri="{FF2B5EF4-FFF2-40B4-BE49-F238E27FC236}">
                <a16:creationId xmlns:a16="http://schemas.microsoft.com/office/drawing/2014/main" id="{13FF29DE-21A0-4800-B3AD-DDB715A5FF39}"/>
              </a:ext>
            </a:extLst>
          </p:cNvPr>
          <p:cNvSpPr>
            <a:spLocks noChangeArrowheads="1"/>
          </p:cNvSpPr>
          <p:nvPr/>
        </p:nvSpPr>
        <p:spPr bwMode="auto">
          <a:xfrm>
            <a:off x="457200" y="152400"/>
            <a:ext cx="609600" cy="10668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28388" name="Rectangle 4">
            <a:extLst>
              <a:ext uri="{FF2B5EF4-FFF2-40B4-BE49-F238E27FC236}">
                <a16:creationId xmlns:a16="http://schemas.microsoft.com/office/drawing/2014/main" id="{F4AD200C-AAF3-49FB-81A5-F8B2E5C6EC2D}"/>
              </a:ext>
            </a:extLst>
          </p:cNvPr>
          <p:cNvSpPr>
            <a:spLocks noChangeArrowheads="1"/>
          </p:cNvSpPr>
          <p:nvPr/>
        </p:nvSpPr>
        <p:spPr bwMode="auto">
          <a:xfrm>
            <a:off x="609600" y="3124200"/>
            <a:ext cx="8153400" cy="854075"/>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2000" i="1">
                <a:latin typeface="Times New Roman" panose="02020603050405020304" pitchFamily="18" charset="0"/>
              </a:rPr>
              <a:t>QR     OpCode     AA       TC       RD        RA        Reserved        rCode</a:t>
            </a:r>
          </a:p>
          <a:p>
            <a:pPr algn="just">
              <a:spcBef>
                <a:spcPct val="50000"/>
              </a:spcBef>
            </a:pPr>
            <a:r>
              <a:rPr lang="en-US" altLang="en-US" sz="2000" i="1">
                <a:latin typeface="Times New Roman" panose="02020603050405020304" pitchFamily="18" charset="0"/>
              </a:rPr>
              <a:t>0          0001          0          0           1            0              000              0000</a:t>
            </a:r>
          </a:p>
        </p:txBody>
      </p:sp>
      <p:sp>
        <p:nvSpPr>
          <p:cNvPr id="528389" name="Rectangle 5">
            <a:extLst>
              <a:ext uri="{FF2B5EF4-FFF2-40B4-BE49-F238E27FC236}">
                <a16:creationId xmlns:a16="http://schemas.microsoft.com/office/drawing/2014/main" id="{DE4394B5-11D6-4C5F-BFC4-28D63FB738A8}"/>
              </a:ext>
            </a:extLst>
          </p:cNvPr>
          <p:cNvSpPr>
            <a:spLocks noChangeArrowheads="1"/>
          </p:cNvSpPr>
          <p:nvPr/>
        </p:nvSpPr>
        <p:spPr bwMode="auto">
          <a:xfrm>
            <a:off x="533400" y="1371600"/>
            <a:ext cx="81534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2000" i="1">
                <a:latin typeface="Times New Roman" panose="02020603050405020304" pitchFamily="18" charset="0"/>
              </a:rPr>
              <a:t>Figure 17.23 shows the query message sent from the resolver to the server. The first 2 bytes show the identifier (0x1200). The flags value is 0x0900 in hexadecimal. In binary it is 0000100100000000, and we divide it into fields</a:t>
            </a:r>
            <a:br>
              <a:rPr lang="en-US" altLang="en-US" sz="2000" i="1">
                <a:latin typeface="Times New Roman" panose="02020603050405020304" pitchFamily="18" charset="0"/>
              </a:rPr>
            </a:br>
            <a:r>
              <a:rPr lang="en-US" altLang="en-US" sz="2000" i="1">
                <a:latin typeface="Times New Roman" panose="02020603050405020304" pitchFamily="18" charset="0"/>
              </a:rPr>
              <a:t>as shown below</a:t>
            </a:r>
            <a:r>
              <a:rPr lang="en-US" altLang="en-US" sz="2400" i="1">
                <a:latin typeface="Times New Roman" panose="02020603050405020304" pitchFamily="18" charset="0"/>
              </a:rPr>
              <a:t>:</a:t>
            </a:r>
          </a:p>
        </p:txBody>
      </p:sp>
      <p:sp>
        <p:nvSpPr>
          <p:cNvPr id="528391" name="Rectangle 7">
            <a:extLst>
              <a:ext uri="{FF2B5EF4-FFF2-40B4-BE49-F238E27FC236}">
                <a16:creationId xmlns:a16="http://schemas.microsoft.com/office/drawing/2014/main" id="{7D9A60C5-53EC-4E14-993B-C28459B8D79F}"/>
              </a:ext>
            </a:extLst>
          </p:cNvPr>
          <p:cNvSpPr>
            <a:spLocks noChangeArrowheads="1"/>
          </p:cNvSpPr>
          <p:nvPr/>
        </p:nvSpPr>
        <p:spPr bwMode="auto">
          <a:xfrm>
            <a:off x="609600" y="4479925"/>
            <a:ext cx="81534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2000" i="1">
                <a:latin typeface="Times New Roman" panose="02020603050405020304" pitchFamily="18" charset="0"/>
              </a:rPr>
              <a:t>The OpCode is 0001, which defines an inverse query. The message contains only one question record. The domain name is 19171231537in-addr4arpa. The next 2 bytes define the query type as PTR, and the last 2 bytes define the class as the Internet.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9F9B8AE4-679B-47D8-A430-2F85F4FC1362}"/>
              </a:ext>
            </a:extLst>
          </p:cNvPr>
          <p:cNvSpPr>
            <a:spLocks noGrp="1"/>
          </p:cNvSpPr>
          <p:nvPr>
            <p:ph type="ftr" sz="quarter" idx="11"/>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3F898D76-D2A1-4053-8BC6-5EE70E5E20E9}"/>
              </a:ext>
            </a:extLst>
          </p:cNvPr>
          <p:cNvSpPr>
            <a:spLocks noGrp="1"/>
          </p:cNvSpPr>
          <p:nvPr>
            <p:ph type="sldNum" sz="quarter" idx="12"/>
          </p:nvPr>
        </p:nvSpPr>
        <p:spPr/>
        <p:txBody>
          <a:bodyPr/>
          <a:lstStyle/>
          <a:p>
            <a:fld id="{07263DF9-AD6C-4262-A981-53FA05E3776A}" type="slidenum">
              <a:rPr lang="en-US" altLang="en-US"/>
              <a:pPr/>
              <a:t>44</a:t>
            </a:fld>
            <a:endParaRPr lang="en-US" altLang="en-US"/>
          </a:p>
        </p:txBody>
      </p:sp>
      <p:sp>
        <p:nvSpPr>
          <p:cNvPr id="507906" name="Text Box 2">
            <a:extLst>
              <a:ext uri="{FF2B5EF4-FFF2-40B4-BE49-F238E27FC236}">
                <a16:creationId xmlns:a16="http://schemas.microsoft.com/office/drawing/2014/main" id="{9805150F-95AF-4FAC-8910-153B2D7A2103}"/>
              </a:ext>
            </a:extLst>
          </p:cNvPr>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17.23</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Example 2: Inverse query message</a:t>
            </a:r>
          </a:p>
        </p:txBody>
      </p:sp>
      <p:sp>
        <p:nvSpPr>
          <p:cNvPr id="507907" name="Rectangle 3">
            <a:extLst>
              <a:ext uri="{FF2B5EF4-FFF2-40B4-BE49-F238E27FC236}">
                <a16:creationId xmlns:a16="http://schemas.microsoft.com/office/drawing/2014/main" id="{BC082312-A645-49EB-B444-CF2D707E15BE}"/>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7908" name="Rectangle 4">
            <a:extLst>
              <a:ext uri="{FF2B5EF4-FFF2-40B4-BE49-F238E27FC236}">
                <a16:creationId xmlns:a16="http://schemas.microsoft.com/office/drawing/2014/main" id="{B6AE7DCA-895E-4293-A579-754569C48C0F}"/>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7909" name="Rectangle 5">
            <a:extLst>
              <a:ext uri="{FF2B5EF4-FFF2-40B4-BE49-F238E27FC236}">
                <a16:creationId xmlns:a16="http://schemas.microsoft.com/office/drawing/2014/main" id="{B7E1B804-486F-462E-8D2E-4E507A576322}"/>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7910" name="Rectangle 6">
            <a:extLst>
              <a:ext uri="{FF2B5EF4-FFF2-40B4-BE49-F238E27FC236}">
                <a16:creationId xmlns:a16="http://schemas.microsoft.com/office/drawing/2014/main" id="{DA333751-811B-4A47-966D-CD08E0353F75}"/>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7911" name="Rectangle 7">
            <a:extLst>
              <a:ext uri="{FF2B5EF4-FFF2-40B4-BE49-F238E27FC236}">
                <a16:creationId xmlns:a16="http://schemas.microsoft.com/office/drawing/2014/main" id="{0F29927A-308F-46E7-B756-8BE6CA4984C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7912" name="Rectangle 8">
            <a:extLst>
              <a:ext uri="{FF2B5EF4-FFF2-40B4-BE49-F238E27FC236}">
                <a16:creationId xmlns:a16="http://schemas.microsoft.com/office/drawing/2014/main" id="{C14E255C-AFBA-4067-9D31-0E9A7E801262}"/>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07913" name="Rectangle 9">
            <a:extLst>
              <a:ext uri="{FF2B5EF4-FFF2-40B4-BE49-F238E27FC236}">
                <a16:creationId xmlns:a16="http://schemas.microsoft.com/office/drawing/2014/main" id="{45E3572C-CC9F-48AA-A7B2-D290C307595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507914" name="Picture 10">
            <a:extLst>
              <a:ext uri="{FF2B5EF4-FFF2-40B4-BE49-F238E27FC236}">
                <a16:creationId xmlns:a16="http://schemas.microsoft.com/office/drawing/2014/main" id="{F7E2CF35-8E67-43A7-81BC-346EF779AE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1392238"/>
            <a:ext cx="5146675" cy="4475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1">
            <a:extLst>
              <a:ext uri="{FF2B5EF4-FFF2-40B4-BE49-F238E27FC236}">
                <a16:creationId xmlns:a16="http://schemas.microsoft.com/office/drawing/2014/main" id="{00F6FE29-A4B3-4802-8689-66885E02B2CF}"/>
              </a:ext>
            </a:extLst>
          </p:cNvPr>
          <p:cNvSpPr>
            <a:spLocks noGrp="1"/>
          </p:cNvSpPr>
          <p:nvPr>
            <p:ph type="ftr" sz="quarter" idx="11"/>
          </p:nvPr>
        </p:nvSpPr>
        <p:spPr/>
        <p:txBody>
          <a:bodyPr/>
          <a:lstStyle/>
          <a:p>
            <a:r>
              <a:rPr lang="en-US" altLang="en-US"/>
              <a:t>TCP/IP Protocol Suite</a:t>
            </a:r>
          </a:p>
        </p:txBody>
      </p:sp>
      <p:sp>
        <p:nvSpPr>
          <p:cNvPr id="7" name="Slide Number Placeholder 2">
            <a:extLst>
              <a:ext uri="{FF2B5EF4-FFF2-40B4-BE49-F238E27FC236}">
                <a16:creationId xmlns:a16="http://schemas.microsoft.com/office/drawing/2014/main" id="{D102BCDB-4D0F-42E6-9D0C-E945DAF9A970}"/>
              </a:ext>
            </a:extLst>
          </p:cNvPr>
          <p:cNvSpPr>
            <a:spLocks noGrp="1"/>
          </p:cNvSpPr>
          <p:nvPr>
            <p:ph type="sldNum" sz="quarter" idx="12"/>
          </p:nvPr>
        </p:nvSpPr>
        <p:spPr/>
        <p:txBody>
          <a:bodyPr/>
          <a:lstStyle/>
          <a:p>
            <a:fld id="{D3E3B6F2-90E6-40BF-8068-C534E5BF5D13}" type="slidenum">
              <a:rPr lang="en-US" altLang="en-US"/>
              <a:pPr/>
              <a:t>45</a:t>
            </a:fld>
            <a:endParaRPr lang="en-US" altLang="en-US"/>
          </a:p>
        </p:txBody>
      </p:sp>
      <p:sp>
        <p:nvSpPr>
          <p:cNvPr id="532482" name="Text Box 2">
            <a:extLst>
              <a:ext uri="{FF2B5EF4-FFF2-40B4-BE49-F238E27FC236}">
                <a16:creationId xmlns:a16="http://schemas.microsoft.com/office/drawing/2014/main" id="{F0182F23-1EDC-481E-991C-130414785AC3}"/>
              </a:ext>
            </a:extLst>
          </p:cNvPr>
          <p:cNvSpPr txBox="1">
            <a:spLocks noChangeArrowheads="1"/>
          </p:cNvSpPr>
          <p:nvPr/>
        </p:nvSpPr>
        <p:spPr bwMode="auto">
          <a:xfrm>
            <a:off x="1143000" y="381000"/>
            <a:ext cx="4724400" cy="519113"/>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i="1">
                <a:solidFill>
                  <a:schemeClr val="folHlink"/>
                </a:solidFill>
                <a:latin typeface="Algerian" panose="04020705040A02060702" pitchFamily="82" charset="0"/>
              </a:rPr>
              <a:t>Example</a:t>
            </a:r>
            <a:r>
              <a:rPr lang="en-US" altLang="en-US" sz="2800" i="1">
                <a:solidFill>
                  <a:schemeClr val="folHlink"/>
                </a:solidFill>
                <a:latin typeface="Algerian" panose="04020705040A02060702" pitchFamily="82" charset="0"/>
              </a:rPr>
              <a:t> 2 </a:t>
            </a:r>
            <a:r>
              <a:rPr lang="en-US" altLang="en-US" sz="1400" i="1">
                <a:solidFill>
                  <a:schemeClr val="folHlink"/>
                </a:solidFill>
                <a:latin typeface="Algerian" panose="04020705040A02060702" pitchFamily="82" charset="0"/>
              </a:rPr>
              <a:t>(Continued)</a:t>
            </a:r>
          </a:p>
        </p:txBody>
      </p:sp>
      <p:sp>
        <p:nvSpPr>
          <p:cNvPr id="532483" name="Rectangle 3">
            <a:extLst>
              <a:ext uri="{FF2B5EF4-FFF2-40B4-BE49-F238E27FC236}">
                <a16:creationId xmlns:a16="http://schemas.microsoft.com/office/drawing/2014/main" id="{FCF04207-D44D-47AB-A4AD-A4056C01C6AD}"/>
              </a:ext>
            </a:extLst>
          </p:cNvPr>
          <p:cNvSpPr>
            <a:spLocks noChangeArrowheads="1"/>
          </p:cNvSpPr>
          <p:nvPr/>
        </p:nvSpPr>
        <p:spPr bwMode="auto">
          <a:xfrm>
            <a:off x="457200" y="152400"/>
            <a:ext cx="609600" cy="10668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32484" name="Rectangle 4">
            <a:extLst>
              <a:ext uri="{FF2B5EF4-FFF2-40B4-BE49-F238E27FC236}">
                <a16:creationId xmlns:a16="http://schemas.microsoft.com/office/drawing/2014/main" id="{41338E1D-8C6D-49E9-B210-062942E62D82}"/>
              </a:ext>
            </a:extLst>
          </p:cNvPr>
          <p:cNvSpPr>
            <a:spLocks noChangeArrowheads="1"/>
          </p:cNvSpPr>
          <p:nvPr/>
        </p:nvSpPr>
        <p:spPr bwMode="auto">
          <a:xfrm>
            <a:off x="609600" y="2819400"/>
            <a:ext cx="8153400" cy="854075"/>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2000" i="1">
                <a:latin typeface="Times New Roman" panose="02020603050405020304" pitchFamily="18" charset="0"/>
              </a:rPr>
              <a:t>QR     OpCode     AA      TC     RD     RA      Reserved      rCode</a:t>
            </a:r>
          </a:p>
          <a:p>
            <a:pPr algn="just">
              <a:spcBef>
                <a:spcPct val="50000"/>
              </a:spcBef>
            </a:pPr>
            <a:r>
              <a:rPr lang="en-US" altLang="en-US" sz="2000" i="1">
                <a:latin typeface="Times New Roman" panose="02020603050405020304" pitchFamily="18" charset="0"/>
              </a:rPr>
              <a:t> 1          0001         1          0        1         1            000            0000</a:t>
            </a:r>
          </a:p>
        </p:txBody>
      </p:sp>
      <p:sp>
        <p:nvSpPr>
          <p:cNvPr id="532485" name="Rectangle 5">
            <a:extLst>
              <a:ext uri="{FF2B5EF4-FFF2-40B4-BE49-F238E27FC236}">
                <a16:creationId xmlns:a16="http://schemas.microsoft.com/office/drawing/2014/main" id="{F64C7065-82CC-4879-95A3-BF0A7C8AA1B1}"/>
              </a:ext>
            </a:extLst>
          </p:cNvPr>
          <p:cNvSpPr>
            <a:spLocks noChangeArrowheads="1"/>
          </p:cNvSpPr>
          <p:nvPr/>
        </p:nvSpPr>
        <p:spPr bwMode="auto">
          <a:xfrm>
            <a:off x="533400" y="1371600"/>
            <a:ext cx="81534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2000" i="1">
                <a:latin typeface="Times New Roman" panose="02020603050405020304" pitchFamily="18" charset="0"/>
              </a:rPr>
              <a:t>Figure 17.24 shows the response. The flags value is 0x8D80 in hexadecimal. In binary it is 1000110110000000, and we divide it into fields as shown below:</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0D6E581A-BB6E-4EB5-90B2-00A1A64600CE}"/>
              </a:ext>
            </a:extLst>
          </p:cNvPr>
          <p:cNvSpPr>
            <a:spLocks noGrp="1"/>
          </p:cNvSpPr>
          <p:nvPr>
            <p:ph type="ftr" sz="quarter" idx="11"/>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447C57A6-1D74-4CAF-B6A6-D97FD3FDD4E9}"/>
              </a:ext>
            </a:extLst>
          </p:cNvPr>
          <p:cNvSpPr>
            <a:spLocks noGrp="1"/>
          </p:cNvSpPr>
          <p:nvPr>
            <p:ph type="sldNum" sz="quarter" idx="12"/>
          </p:nvPr>
        </p:nvSpPr>
        <p:spPr/>
        <p:txBody>
          <a:bodyPr/>
          <a:lstStyle/>
          <a:p>
            <a:fld id="{6856ACFE-E6F0-4E1B-BA8B-CD00DA5E209C}" type="slidenum">
              <a:rPr lang="en-US" altLang="en-US"/>
              <a:pPr/>
              <a:t>46</a:t>
            </a:fld>
            <a:endParaRPr lang="en-US" altLang="en-US"/>
          </a:p>
        </p:txBody>
      </p:sp>
      <p:sp>
        <p:nvSpPr>
          <p:cNvPr id="534530" name="Text Box 2">
            <a:extLst>
              <a:ext uri="{FF2B5EF4-FFF2-40B4-BE49-F238E27FC236}">
                <a16:creationId xmlns:a16="http://schemas.microsoft.com/office/drawing/2014/main" id="{A79EA836-6DCC-4061-9359-9E16E9D5D426}"/>
              </a:ext>
            </a:extLst>
          </p:cNvPr>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17.24</a:t>
            </a:r>
            <a:r>
              <a:rPr lang="en-US" altLang="en-US">
                <a:solidFill>
                  <a:schemeClr val="accent2"/>
                </a:solidFill>
                <a:latin typeface="Times New Roman" panose="02020603050405020304" pitchFamily="18" charset="0"/>
              </a:rPr>
              <a:t>    </a:t>
            </a:r>
            <a:r>
              <a:rPr lang="fr-FR" altLang="en-US" i="1">
                <a:latin typeface="Times New Roman" panose="02020603050405020304" pitchFamily="18" charset="0"/>
              </a:rPr>
              <a:t>Example 2: Inverse response message</a:t>
            </a:r>
            <a:endParaRPr lang="en-US" altLang="en-US" i="1">
              <a:latin typeface="Times New Roman" panose="02020603050405020304" pitchFamily="18" charset="0"/>
            </a:endParaRPr>
          </a:p>
        </p:txBody>
      </p:sp>
      <p:sp>
        <p:nvSpPr>
          <p:cNvPr id="534531" name="Rectangle 3">
            <a:extLst>
              <a:ext uri="{FF2B5EF4-FFF2-40B4-BE49-F238E27FC236}">
                <a16:creationId xmlns:a16="http://schemas.microsoft.com/office/drawing/2014/main" id="{7D613266-661C-48AF-BCD0-0DB55B879486}"/>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34532" name="Rectangle 4">
            <a:extLst>
              <a:ext uri="{FF2B5EF4-FFF2-40B4-BE49-F238E27FC236}">
                <a16:creationId xmlns:a16="http://schemas.microsoft.com/office/drawing/2014/main" id="{0261171C-BE12-46DE-9F8A-078A70F0F532}"/>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34533" name="Rectangle 5">
            <a:extLst>
              <a:ext uri="{FF2B5EF4-FFF2-40B4-BE49-F238E27FC236}">
                <a16:creationId xmlns:a16="http://schemas.microsoft.com/office/drawing/2014/main" id="{E135DBC0-1962-4D7D-8872-2CD624722352}"/>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34534" name="Rectangle 6">
            <a:extLst>
              <a:ext uri="{FF2B5EF4-FFF2-40B4-BE49-F238E27FC236}">
                <a16:creationId xmlns:a16="http://schemas.microsoft.com/office/drawing/2014/main" id="{67C47BA8-9DBD-4E17-ACE8-569B92774E56}"/>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34535" name="Rectangle 7">
            <a:extLst>
              <a:ext uri="{FF2B5EF4-FFF2-40B4-BE49-F238E27FC236}">
                <a16:creationId xmlns:a16="http://schemas.microsoft.com/office/drawing/2014/main" id="{AF0C5737-957D-4CED-8B5E-1786A7452BD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34536" name="Rectangle 8">
            <a:extLst>
              <a:ext uri="{FF2B5EF4-FFF2-40B4-BE49-F238E27FC236}">
                <a16:creationId xmlns:a16="http://schemas.microsoft.com/office/drawing/2014/main" id="{8327A18A-D571-485E-916A-7F3941F9E738}"/>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34537" name="Rectangle 9">
            <a:extLst>
              <a:ext uri="{FF2B5EF4-FFF2-40B4-BE49-F238E27FC236}">
                <a16:creationId xmlns:a16="http://schemas.microsoft.com/office/drawing/2014/main" id="{C12D53AC-05EA-488D-A8FB-5A7091C5D6AF}"/>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534538" name="Picture 10">
            <a:extLst>
              <a:ext uri="{FF2B5EF4-FFF2-40B4-BE49-F238E27FC236}">
                <a16:creationId xmlns:a16="http://schemas.microsoft.com/office/drawing/2014/main" id="{0CE781D2-31AA-4D36-AE9C-B5D9E9A1EA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9450" y="685800"/>
            <a:ext cx="4908550" cy="621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1">
            <a:extLst>
              <a:ext uri="{FF2B5EF4-FFF2-40B4-BE49-F238E27FC236}">
                <a16:creationId xmlns:a16="http://schemas.microsoft.com/office/drawing/2014/main" id="{B7960E39-BFDF-41B0-B05F-EA6DD96EA13C}"/>
              </a:ext>
            </a:extLst>
          </p:cNvPr>
          <p:cNvSpPr>
            <a:spLocks noGrp="1"/>
          </p:cNvSpPr>
          <p:nvPr>
            <p:ph type="ftr" sz="quarter" idx="11"/>
          </p:nvPr>
        </p:nvSpPr>
        <p:spPr/>
        <p:txBody>
          <a:bodyPr/>
          <a:lstStyle/>
          <a:p>
            <a:r>
              <a:rPr lang="en-US" altLang="en-US"/>
              <a:t>TCP/IP Protocol Suite</a:t>
            </a:r>
          </a:p>
        </p:txBody>
      </p:sp>
      <p:sp>
        <p:nvSpPr>
          <p:cNvPr id="9" name="Slide Number Placeholder 2">
            <a:extLst>
              <a:ext uri="{FF2B5EF4-FFF2-40B4-BE49-F238E27FC236}">
                <a16:creationId xmlns:a16="http://schemas.microsoft.com/office/drawing/2014/main" id="{53B9206E-2262-4794-895C-82E716291B5A}"/>
              </a:ext>
            </a:extLst>
          </p:cNvPr>
          <p:cNvSpPr>
            <a:spLocks noGrp="1"/>
          </p:cNvSpPr>
          <p:nvPr>
            <p:ph type="sldNum" sz="quarter" idx="12"/>
          </p:nvPr>
        </p:nvSpPr>
        <p:spPr/>
        <p:txBody>
          <a:bodyPr/>
          <a:lstStyle/>
          <a:p>
            <a:fld id="{489192D3-104C-49B0-A4B8-4205D4DF4BCE}" type="slidenum">
              <a:rPr lang="en-US" altLang="en-US"/>
              <a:pPr/>
              <a:t>47</a:t>
            </a:fld>
            <a:endParaRPr lang="en-US" altLang="en-US"/>
          </a:p>
        </p:txBody>
      </p:sp>
      <p:sp>
        <p:nvSpPr>
          <p:cNvPr id="533506" name="Rectangle 2">
            <a:extLst>
              <a:ext uri="{FF2B5EF4-FFF2-40B4-BE49-F238E27FC236}">
                <a16:creationId xmlns:a16="http://schemas.microsoft.com/office/drawing/2014/main" id="{1C86FFEB-7FDA-45E4-A4CA-CEE295B2AF18}"/>
              </a:ext>
            </a:extLst>
          </p:cNvPr>
          <p:cNvSpPr>
            <a:spLocks noChangeArrowheads="1"/>
          </p:cNvSpPr>
          <p:nvPr/>
        </p:nvSpPr>
        <p:spPr bwMode="auto">
          <a:xfrm>
            <a:off x="392113" y="1295400"/>
            <a:ext cx="81534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2400" i="1">
                <a:latin typeface="Times New Roman" panose="02020603050405020304" pitchFamily="18" charset="0"/>
              </a:rPr>
              <a:t>In UNIX and Windows, the nslookup utility can be used to retrieve address/name mapping. The following shows how we can retrieve an address when the domain name is given.</a:t>
            </a:r>
          </a:p>
        </p:txBody>
      </p:sp>
      <p:sp>
        <p:nvSpPr>
          <p:cNvPr id="533507" name="Text Box 3">
            <a:extLst>
              <a:ext uri="{FF2B5EF4-FFF2-40B4-BE49-F238E27FC236}">
                <a16:creationId xmlns:a16="http://schemas.microsoft.com/office/drawing/2014/main" id="{52315969-0F5D-4854-B85E-C31FF73CC0E4}"/>
              </a:ext>
            </a:extLst>
          </p:cNvPr>
          <p:cNvSpPr txBox="1">
            <a:spLocks noChangeArrowheads="1"/>
          </p:cNvSpPr>
          <p:nvPr/>
        </p:nvSpPr>
        <p:spPr bwMode="auto">
          <a:xfrm>
            <a:off x="1143000" y="381000"/>
            <a:ext cx="2209800" cy="519113"/>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i="1">
                <a:solidFill>
                  <a:schemeClr val="folHlink"/>
                </a:solidFill>
                <a:latin typeface="Algerian" panose="04020705040A02060702" pitchFamily="82" charset="0"/>
              </a:rPr>
              <a:t>Example</a:t>
            </a:r>
            <a:r>
              <a:rPr lang="en-US" altLang="en-US" sz="2800" i="1">
                <a:solidFill>
                  <a:schemeClr val="folHlink"/>
                </a:solidFill>
                <a:latin typeface="Algerian" panose="04020705040A02060702" pitchFamily="82" charset="0"/>
              </a:rPr>
              <a:t> 3</a:t>
            </a:r>
          </a:p>
        </p:txBody>
      </p:sp>
      <p:sp>
        <p:nvSpPr>
          <p:cNvPr id="533508" name="Rectangle 4">
            <a:extLst>
              <a:ext uri="{FF2B5EF4-FFF2-40B4-BE49-F238E27FC236}">
                <a16:creationId xmlns:a16="http://schemas.microsoft.com/office/drawing/2014/main" id="{DFB6BF88-E35B-4A21-A1D5-2B08C384676F}"/>
              </a:ext>
            </a:extLst>
          </p:cNvPr>
          <p:cNvSpPr>
            <a:spLocks noChangeArrowheads="1"/>
          </p:cNvSpPr>
          <p:nvPr/>
        </p:nvSpPr>
        <p:spPr bwMode="auto">
          <a:xfrm>
            <a:off x="457200" y="152400"/>
            <a:ext cx="609600" cy="10668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33509" name="Rectangle 5">
            <a:extLst>
              <a:ext uri="{FF2B5EF4-FFF2-40B4-BE49-F238E27FC236}">
                <a16:creationId xmlns:a16="http://schemas.microsoft.com/office/drawing/2014/main" id="{1CAD46C2-735F-4F18-90E3-E5B183A9EF17}"/>
              </a:ext>
            </a:extLst>
          </p:cNvPr>
          <p:cNvSpPr>
            <a:spLocks noChangeArrowheads="1"/>
          </p:cNvSpPr>
          <p:nvPr/>
        </p:nvSpPr>
        <p:spPr bwMode="auto">
          <a:xfrm>
            <a:off x="457200" y="2667000"/>
            <a:ext cx="8153400" cy="1066800"/>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i="1">
                <a:solidFill>
                  <a:schemeClr val="hlink"/>
                </a:solidFill>
                <a:latin typeface="Times New Roman" panose="02020603050405020304" pitchFamily="18" charset="0"/>
              </a:rPr>
              <a:t>$ nslookup fhda.edu</a:t>
            </a:r>
            <a:br>
              <a:rPr lang="en-US" altLang="en-US" sz="2000" i="1">
                <a:latin typeface="Times New Roman" panose="02020603050405020304" pitchFamily="18" charset="0"/>
              </a:rPr>
            </a:br>
            <a:r>
              <a:rPr lang="en-US" altLang="en-US" sz="2000" i="1">
                <a:latin typeface="Times New Roman" panose="02020603050405020304" pitchFamily="18" charset="0"/>
              </a:rPr>
              <a:t>Name: fhda.edu</a:t>
            </a:r>
            <a:br>
              <a:rPr lang="en-US" altLang="en-US" sz="2000" i="1">
                <a:latin typeface="Times New Roman" panose="02020603050405020304" pitchFamily="18" charset="0"/>
              </a:rPr>
            </a:br>
            <a:r>
              <a:rPr lang="en-US" altLang="en-US" sz="2000" i="1">
                <a:latin typeface="Times New Roman" panose="02020603050405020304" pitchFamily="18" charset="0"/>
              </a:rPr>
              <a:t>Address: 153.18.8.1</a:t>
            </a:r>
          </a:p>
        </p:txBody>
      </p:sp>
      <p:sp>
        <p:nvSpPr>
          <p:cNvPr id="533510" name="Rectangle 6">
            <a:extLst>
              <a:ext uri="{FF2B5EF4-FFF2-40B4-BE49-F238E27FC236}">
                <a16:creationId xmlns:a16="http://schemas.microsoft.com/office/drawing/2014/main" id="{2B25C6C7-C5AB-4C9D-ADAF-BE9A4D76F910}"/>
              </a:ext>
            </a:extLst>
          </p:cNvPr>
          <p:cNvSpPr>
            <a:spLocks noChangeArrowheads="1"/>
          </p:cNvSpPr>
          <p:nvPr/>
        </p:nvSpPr>
        <p:spPr bwMode="auto">
          <a:xfrm>
            <a:off x="457200" y="3886200"/>
            <a:ext cx="81534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2400" i="1">
                <a:latin typeface="Times New Roman" panose="02020603050405020304" pitchFamily="18" charset="0"/>
              </a:rPr>
              <a:t>The nslookup utility can also be used to retrieve the domain name when the address is given as shown below:</a:t>
            </a:r>
          </a:p>
        </p:txBody>
      </p:sp>
      <p:sp>
        <p:nvSpPr>
          <p:cNvPr id="533511" name="Rectangle 7">
            <a:extLst>
              <a:ext uri="{FF2B5EF4-FFF2-40B4-BE49-F238E27FC236}">
                <a16:creationId xmlns:a16="http://schemas.microsoft.com/office/drawing/2014/main" id="{75026B81-7CB6-4174-9538-0D92E18D8000}"/>
              </a:ext>
            </a:extLst>
          </p:cNvPr>
          <p:cNvSpPr>
            <a:spLocks noChangeArrowheads="1"/>
          </p:cNvSpPr>
          <p:nvPr/>
        </p:nvSpPr>
        <p:spPr bwMode="auto">
          <a:xfrm>
            <a:off x="457200" y="4724400"/>
            <a:ext cx="8153400" cy="762000"/>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i="1">
                <a:solidFill>
                  <a:schemeClr val="hlink"/>
                </a:solidFill>
                <a:latin typeface="Times New Roman" panose="02020603050405020304" pitchFamily="18" charset="0"/>
              </a:rPr>
              <a:t>$ nslookup 153.18.8.1</a:t>
            </a:r>
            <a:br>
              <a:rPr lang="en-US" altLang="en-US" sz="2000" i="1">
                <a:latin typeface="Times New Roman" panose="02020603050405020304" pitchFamily="18" charset="0"/>
              </a:rPr>
            </a:br>
            <a:r>
              <a:rPr lang="en-US" altLang="en-US" sz="2000" i="1">
                <a:latin typeface="Times New Roman" panose="02020603050405020304" pitchFamily="18" charset="0"/>
              </a:rPr>
              <a:t>1.8.18.153.in-addr.arpa name = tiptoe.fhda.edu.</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Footer Placeholder 1">
            <a:extLst>
              <a:ext uri="{FF2B5EF4-FFF2-40B4-BE49-F238E27FC236}">
                <a16:creationId xmlns:a16="http://schemas.microsoft.com/office/drawing/2014/main" id="{816A9CE1-ECC7-4698-8CCD-607533570724}"/>
              </a:ext>
            </a:extLst>
          </p:cNvPr>
          <p:cNvSpPr>
            <a:spLocks noGrp="1"/>
          </p:cNvSpPr>
          <p:nvPr>
            <p:ph type="ftr" sz="quarter" idx="11"/>
          </p:nvPr>
        </p:nvSpPr>
        <p:spPr/>
        <p:txBody>
          <a:bodyPr/>
          <a:lstStyle/>
          <a:p>
            <a:r>
              <a:rPr lang="en-US" altLang="en-US"/>
              <a:t>TCP/IP Protocol Suite</a:t>
            </a:r>
          </a:p>
        </p:txBody>
      </p:sp>
      <p:sp>
        <p:nvSpPr>
          <p:cNvPr id="9" name="Slide Number Placeholder 2">
            <a:extLst>
              <a:ext uri="{FF2B5EF4-FFF2-40B4-BE49-F238E27FC236}">
                <a16:creationId xmlns:a16="http://schemas.microsoft.com/office/drawing/2014/main" id="{F2C2B448-3935-4946-B562-41C2F9EB042B}"/>
              </a:ext>
            </a:extLst>
          </p:cNvPr>
          <p:cNvSpPr>
            <a:spLocks noGrp="1"/>
          </p:cNvSpPr>
          <p:nvPr>
            <p:ph type="sldNum" sz="quarter" idx="12"/>
          </p:nvPr>
        </p:nvSpPr>
        <p:spPr/>
        <p:txBody>
          <a:bodyPr/>
          <a:lstStyle/>
          <a:p>
            <a:fld id="{F46BE869-0F0E-4D57-BBB5-13D8707E088D}" type="slidenum">
              <a:rPr lang="en-US" altLang="en-US"/>
              <a:pPr/>
              <a:t>48</a:t>
            </a:fld>
            <a:endParaRPr lang="en-US" altLang="en-US"/>
          </a:p>
        </p:txBody>
      </p:sp>
      <p:grpSp>
        <p:nvGrpSpPr>
          <p:cNvPr id="483330" name="Group 2">
            <a:extLst>
              <a:ext uri="{FF2B5EF4-FFF2-40B4-BE49-F238E27FC236}">
                <a16:creationId xmlns:a16="http://schemas.microsoft.com/office/drawing/2014/main" id="{D530FD18-978D-4E07-96A9-AF0FCD38D964}"/>
              </a:ext>
            </a:extLst>
          </p:cNvPr>
          <p:cNvGrpSpPr>
            <a:grpSpLocks/>
          </p:cNvGrpSpPr>
          <p:nvPr/>
        </p:nvGrpSpPr>
        <p:grpSpPr bwMode="auto">
          <a:xfrm>
            <a:off x="0" y="0"/>
            <a:ext cx="8686800" cy="6400800"/>
            <a:chOff x="0" y="96"/>
            <a:chExt cx="5472" cy="3840"/>
          </a:xfrm>
        </p:grpSpPr>
        <p:sp>
          <p:nvSpPr>
            <p:cNvPr id="483331" name="AutoShape 3">
              <a:extLst>
                <a:ext uri="{FF2B5EF4-FFF2-40B4-BE49-F238E27FC236}">
                  <a16:creationId xmlns:a16="http://schemas.microsoft.com/office/drawing/2014/main" id="{5FA0E74B-8A40-4A81-A087-B4FC550F252B}"/>
                </a:ext>
              </a:extLst>
            </p:cNvPr>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sz="2400">
                <a:latin typeface="Times New Roman" panose="02020603050405020304" pitchFamily="18" charset="0"/>
              </a:endParaRPr>
            </a:p>
          </p:txBody>
        </p:sp>
        <p:sp>
          <p:nvSpPr>
            <p:cNvPr id="483332" name="AutoShape 4">
              <a:extLst>
                <a:ext uri="{FF2B5EF4-FFF2-40B4-BE49-F238E27FC236}">
                  <a16:creationId xmlns:a16="http://schemas.microsoft.com/office/drawing/2014/main" id="{C138B828-0B91-4FF6-BC26-2C324FB92EB1}"/>
                </a:ext>
              </a:extLst>
            </p:cNvPr>
            <p:cNvSpPr>
              <a:spLocks noChangeArrowheads="1"/>
            </p:cNvSpPr>
            <p:nvPr/>
          </p:nvSpPr>
          <p:spPr bwMode="blackWhite">
            <a:xfrm>
              <a:off x="0" y="96"/>
              <a:ext cx="5376" cy="768"/>
            </a:xfrm>
            <a:custGeom>
              <a:avLst/>
              <a:gdLst>
                <a:gd name="G0" fmla="+- 1000 0 0"/>
                <a:gd name="G1" fmla="+- 1000 0 0"/>
                <a:gd name="G2" fmla="+- G0 0 G1"/>
                <a:gd name="G3" fmla="*/ G1 1 2"/>
                <a:gd name="G4" fmla="+- G0 0 G3"/>
                <a:gd name="T0" fmla="*/ 0 w 1000"/>
                <a:gd name="T1" fmla="*/ 0 h 1000"/>
                <a:gd name="T2" fmla="*/ 6170 w 1000"/>
                <a:gd name="T3" fmla="*/ 0 h 1000"/>
                <a:gd name="T4" fmla="*/ 6670 w 1000"/>
                <a:gd name="T5" fmla="*/ 500 h 1000"/>
                <a:gd name="T6" fmla="*/ 6170 w 1000"/>
                <a:gd name="T7" fmla="*/ 999 h 1000"/>
                <a:gd name="T8" fmla="*/ 0 w 1000"/>
                <a:gd name="T9" fmla="*/ 1000 h 1000"/>
                <a:gd name="T10" fmla="*/ 0 w 1000"/>
                <a:gd name="T11" fmla="*/ 0 h 1000"/>
                <a:gd name="T12" fmla="*/ G4 w 1000"/>
                <a:gd name="T13" fmla="*/ G1 h 1000"/>
              </a:gdLst>
              <a:ahLst/>
              <a:cxnLst>
                <a:cxn ang="0">
                  <a:pos x="T0" y="T1"/>
                </a:cxn>
                <a:cxn ang="0">
                  <a:pos x="T2" y="T3"/>
                </a:cxn>
                <a:cxn ang="0">
                  <a:pos x="T4" y="T5"/>
                </a:cxn>
                <a:cxn ang="0">
                  <a:pos x="T6" y="T7"/>
                </a:cxn>
                <a:cxn ang="0">
                  <a:pos x="T8" y="T9"/>
                </a:cxn>
              </a:cxnLst>
              <a:rect l="T10" t="T11" r="T12" b="T13"/>
              <a:pathLst>
                <a:path w="7000" h="1000">
                  <a:moveTo>
                    <a:pt x="0" y="0"/>
                  </a:moveTo>
                  <a:lnTo>
                    <a:pt x="6170" y="0"/>
                  </a:lnTo>
                  <a:cubicBezTo>
                    <a:pt x="6446" y="0"/>
                    <a:pt x="6670" y="223"/>
                    <a:pt x="6670" y="500"/>
                  </a:cubicBezTo>
                  <a:cubicBezTo>
                    <a:pt x="6670" y="776"/>
                    <a:pt x="6446" y="999"/>
                    <a:pt x="6170" y="999"/>
                  </a:cubicBezTo>
                  <a:lnTo>
                    <a:pt x="0" y="100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2400">
                <a:latin typeface="Times New Roman" panose="02020603050405020304" pitchFamily="18" charset="0"/>
              </a:endParaRPr>
            </a:p>
          </p:txBody>
        </p:sp>
        <p:sp>
          <p:nvSpPr>
            <p:cNvPr id="483333" name="Line 5">
              <a:extLst>
                <a:ext uri="{FF2B5EF4-FFF2-40B4-BE49-F238E27FC236}">
                  <a16:creationId xmlns:a16="http://schemas.microsoft.com/office/drawing/2014/main" id="{2C887B64-5484-498A-853A-F4982E32D151}"/>
                </a:ext>
              </a:extLst>
            </p:cNvPr>
            <p:cNvSpPr>
              <a:spLocks noChangeShapeType="1"/>
            </p:cNvSpPr>
            <p:nvPr/>
          </p:nvSpPr>
          <p:spPr bwMode="auto">
            <a:xfrm>
              <a:off x="0" y="768"/>
              <a:ext cx="5088"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483334" name="Text Box 6">
            <a:extLst>
              <a:ext uri="{FF2B5EF4-FFF2-40B4-BE49-F238E27FC236}">
                <a16:creationId xmlns:a16="http://schemas.microsoft.com/office/drawing/2014/main" id="{076D0DB0-1D29-473F-A732-089AFABB84BB}"/>
              </a:ext>
            </a:extLst>
          </p:cNvPr>
          <p:cNvSpPr txBox="1">
            <a:spLocks noChangeArrowheads="1"/>
          </p:cNvSpPr>
          <p:nvPr/>
        </p:nvSpPr>
        <p:spPr bwMode="auto">
          <a:xfrm>
            <a:off x="228600" y="354013"/>
            <a:ext cx="2749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a:solidFill>
                  <a:schemeClr val="bg1"/>
                </a:solidFill>
                <a:latin typeface="Arial" panose="020B0604020202020204" pitchFamily="34" charset="0"/>
              </a:rPr>
              <a:t>17.9   DDNS</a:t>
            </a:r>
          </a:p>
        </p:txBody>
      </p:sp>
      <p:sp>
        <p:nvSpPr>
          <p:cNvPr id="483335" name="Rectangle 7">
            <a:extLst>
              <a:ext uri="{FF2B5EF4-FFF2-40B4-BE49-F238E27FC236}">
                <a16:creationId xmlns:a16="http://schemas.microsoft.com/office/drawing/2014/main" id="{9F81483C-0F90-4D0A-BEAF-15D987DFFBD3}"/>
              </a:ext>
            </a:extLst>
          </p:cNvPr>
          <p:cNvSpPr>
            <a:spLocks noChangeArrowheads="1"/>
          </p:cNvSpPr>
          <p:nvPr/>
        </p:nvSpPr>
        <p:spPr bwMode="auto">
          <a:xfrm>
            <a:off x="533400" y="1371600"/>
            <a:ext cx="78486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000" i="1">
                <a:effectLst>
                  <a:outerShdw blurRad="38100" dist="38100" dir="2700000" algn="tl">
                    <a:srgbClr val="C0C0C0"/>
                  </a:outerShdw>
                </a:effectLst>
                <a:latin typeface="Times New Roman" panose="02020603050405020304" pitchFamily="18" charset="0"/>
              </a:rPr>
              <a:t>The Dynamic Domain Name System (DDNS) updates the DNS master file dynamically.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Footer Placeholder 1">
            <a:extLst>
              <a:ext uri="{FF2B5EF4-FFF2-40B4-BE49-F238E27FC236}">
                <a16:creationId xmlns:a16="http://schemas.microsoft.com/office/drawing/2014/main" id="{6AA3C42F-C8BE-4C88-8550-04B5EC877D06}"/>
              </a:ext>
            </a:extLst>
          </p:cNvPr>
          <p:cNvSpPr>
            <a:spLocks noGrp="1"/>
          </p:cNvSpPr>
          <p:nvPr>
            <p:ph type="ftr" sz="quarter" idx="11"/>
          </p:nvPr>
        </p:nvSpPr>
        <p:spPr/>
        <p:txBody>
          <a:bodyPr/>
          <a:lstStyle/>
          <a:p>
            <a:r>
              <a:rPr lang="en-US" altLang="en-US"/>
              <a:t>TCP/IP Protocol Suite</a:t>
            </a:r>
          </a:p>
        </p:txBody>
      </p:sp>
      <p:sp>
        <p:nvSpPr>
          <p:cNvPr id="9" name="Slide Number Placeholder 2">
            <a:extLst>
              <a:ext uri="{FF2B5EF4-FFF2-40B4-BE49-F238E27FC236}">
                <a16:creationId xmlns:a16="http://schemas.microsoft.com/office/drawing/2014/main" id="{6F052E9C-47A8-4AAE-9C14-8934A67B94EC}"/>
              </a:ext>
            </a:extLst>
          </p:cNvPr>
          <p:cNvSpPr>
            <a:spLocks noGrp="1"/>
          </p:cNvSpPr>
          <p:nvPr>
            <p:ph type="sldNum" sz="quarter" idx="12"/>
          </p:nvPr>
        </p:nvSpPr>
        <p:spPr/>
        <p:txBody>
          <a:bodyPr/>
          <a:lstStyle/>
          <a:p>
            <a:fld id="{8C760363-0F10-4B7B-B1BC-3C62F64F3412}" type="slidenum">
              <a:rPr lang="en-US" altLang="en-US"/>
              <a:pPr/>
              <a:t>49</a:t>
            </a:fld>
            <a:endParaRPr lang="en-US" altLang="en-US"/>
          </a:p>
        </p:txBody>
      </p:sp>
      <p:grpSp>
        <p:nvGrpSpPr>
          <p:cNvPr id="484354" name="Group 2">
            <a:extLst>
              <a:ext uri="{FF2B5EF4-FFF2-40B4-BE49-F238E27FC236}">
                <a16:creationId xmlns:a16="http://schemas.microsoft.com/office/drawing/2014/main" id="{88C17977-A352-469B-B353-9EEAFDD6D3A8}"/>
              </a:ext>
            </a:extLst>
          </p:cNvPr>
          <p:cNvGrpSpPr>
            <a:grpSpLocks/>
          </p:cNvGrpSpPr>
          <p:nvPr/>
        </p:nvGrpSpPr>
        <p:grpSpPr bwMode="auto">
          <a:xfrm>
            <a:off x="0" y="0"/>
            <a:ext cx="8686800" cy="6400800"/>
            <a:chOff x="0" y="96"/>
            <a:chExt cx="5472" cy="3840"/>
          </a:xfrm>
        </p:grpSpPr>
        <p:sp>
          <p:nvSpPr>
            <p:cNvPr id="484355" name="AutoShape 3">
              <a:extLst>
                <a:ext uri="{FF2B5EF4-FFF2-40B4-BE49-F238E27FC236}">
                  <a16:creationId xmlns:a16="http://schemas.microsoft.com/office/drawing/2014/main" id="{5EA46642-C9C4-4CD5-BC26-A6B989D89A1C}"/>
                </a:ext>
              </a:extLst>
            </p:cNvPr>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sz="2400">
                <a:latin typeface="Times New Roman" panose="02020603050405020304" pitchFamily="18" charset="0"/>
              </a:endParaRPr>
            </a:p>
          </p:txBody>
        </p:sp>
        <p:sp>
          <p:nvSpPr>
            <p:cNvPr id="484356" name="AutoShape 4">
              <a:extLst>
                <a:ext uri="{FF2B5EF4-FFF2-40B4-BE49-F238E27FC236}">
                  <a16:creationId xmlns:a16="http://schemas.microsoft.com/office/drawing/2014/main" id="{723ADF80-08B1-44E1-A322-AB9DC65D5647}"/>
                </a:ext>
              </a:extLst>
            </p:cNvPr>
            <p:cNvSpPr>
              <a:spLocks noChangeArrowheads="1"/>
            </p:cNvSpPr>
            <p:nvPr/>
          </p:nvSpPr>
          <p:spPr bwMode="blackWhite">
            <a:xfrm>
              <a:off x="0" y="96"/>
              <a:ext cx="5376" cy="768"/>
            </a:xfrm>
            <a:custGeom>
              <a:avLst/>
              <a:gdLst>
                <a:gd name="G0" fmla="+- 1000 0 0"/>
                <a:gd name="G1" fmla="+- 1000 0 0"/>
                <a:gd name="G2" fmla="+- G0 0 G1"/>
                <a:gd name="G3" fmla="*/ G1 1 2"/>
                <a:gd name="G4" fmla="+- G0 0 G3"/>
                <a:gd name="T0" fmla="*/ 0 w 1000"/>
                <a:gd name="T1" fmla="*/ 0 h 1000"/>
                <a:gd name="T2" fmla="*/ 6170 w 1000"/>
                <a:gd name="T3" fmla="*/ 0 h 1000"/>
                <a:gd name="T4" fmla="*/ 6670 w 1000"/>
                <a:gd name="T5" fmla="*/ 500 h 1000"/>
                <a:gd name="T6" fmla="*/ 6170 w 1000"/>
                <a:gd name="T7" fmla="*/ 999 h 1000"/>
                <a:gd name="T8" fmla="*/ 0 w 1000"/>
                <a:gd name="T9" fmla="*/ 1000 h 1000"/>
                <a:gd name="T10" fmla="*/ 0 w 1000"/>
                <a:gd name="T11" fmla="*/ 0 h 1000"/>
                <a:gd name="T12" fmla="*/ G4 w 1000"/>
                <a:gd name="T13" fmla="*/ G1 h 1000"/>
              </a:gdLst>
              <a:ahLst/>
              <a:cxnLst>
                <a:cxn ang="0">
                  <a:pos x="T0" y="T1"/>
                </a:cxn>
                <a:cxn ang="0">
                  <a:pos x="T2" y="T3"/>
                </a:cxn>
                <a:cxn ang="0">
                  <a:pos x="T4" y="T5"/>
                </a:cxn>
                <a:cxn ang="0">
                  <a:pos x="T6" y="T7"/>
                </a:cxn>
                <a:cxn ang="0">
                  <a:pos x="T8" y="T9"/>
                </a:cxn>
              </a:cxnLst>
              <a:rect l="T10" t="T11" r="T12" b="T13"/>
              <a:pathLst>
                <a:path w="7000" h="1000">
                  <a:moveTo>
                    <a:pt x="0" y="0"/>
                  </a:moveTo>
                  <a:lnTo>
                    <a:pt x="6170" y="0"/>
                  </a:lnTo>
                  <a:cubicBezTo>
                    <a:pt x="6446" y="0"/>
                    <a:pt x="6670" y="223"/>
                    <a:pt x="6670" y="500"/>
                  </a:cubicBezTo>
                  <a:cubicBezTo>
                    <a:pt x="6670" y="776"/>
                    <a:pt x="6446" y="999"/>
                    <a:pt x="6170" y="999"/>
                  </a:cubicBezTo>
                  <a:lnTo>
                    <a:pt x="0" y="100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2400">
                <a:latin typeface="Times New Roman" panose="02020603050405020304" pitchFamily="18" charset="0"/>
              </a:endParaRPr>
            </a:p>
          </p:txBody>
        </p:sp>
        <p:sp>
          <p:nvSpPr>
            <p:cNvPr id="484357" name="Line 5">
              <a:extLst>
                <a:ext uri="{FF2B5EF4-FFF2-40B4-BE49-F238E27FC236}">
                  <a16:creationId xmlns:a16="http://schemas.microsoft.com/office/drawing/2014/main" id="{B89DE611-9E67-41DF-8A40-3D9D5E6116F3}"/>
                </a:ext>
              </a:extLst>
            </p:cNvPr>
            <p:cNvSpPr>
              <a:spLocks noChangeShapeType="1"/>
            </p:cNvSpPr>
            <p:nvPr/>
          </p:nvSpPr>
          <p:spPr bwMode="auto">
            <a:xfrm>
              <a:off x="0" y="768"/>
              <a:ext cx="5088"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484358" name="Text Box 6">
            <a:extLst>
              <a:ext uri="{FF2B5EF4-FFF2-40B4-BE49-F238E27FC236}">
                <a16:creationId xmlns:a16="http://schemas.microsoft.com/office/drawing/2014/main" id="{645396E4-1972-4FC3-B57B-1FAD9C90C550}"/>
              </a:ext>
            </a:extLst>
          </p:cNvPr>
          <p:cNvSpPr txBox="1">
            <a:spLocks noChangeArrowheads="1"/>
          </p:cNvSpPr>
          <p:nvPr/>
        </p:nvSpPr>
        <p:spPr bwMode="auto">
          <a:xfrm>
            <a:off x="228600" y="354013"/>
            <a:ext cx="5645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a:solidFill>
                  <a:schemeClr val="bg1"/>
                </a:solidFill>
                <a:latin typeface="Arial" panose="020B0604020202020204" pitchFamily="34" charset="0"/>
              </a:rPr>
              <a:t>17.10   ENCAPSULATION</a:t>
            </a:r>
          </a:p>
        </p:txBody>
      </p:sp>
      <p:sp>
        <p:nvSpPr>
          <p:cNvPr id="484359" name="Rectangle 7">
            <a:extLst>
              <a:ext uri="{FF2B5EF4-FFF2-40B4-BE49-F238E27FC236}">
                <a16:creationId xmlns:a16="http://schemas.microsoft.com/office/drawing/2014/main" id="{D88DFD54-4FE6-428B-A15A-FFE5D4719F63}"/>
              </a:ext>
            </a:extLst>
          </p:cNvPr>
          <p:cNvSpPr>
            <a:spLocks noChangeArrowheads="1"/>
          </p:cNvSpPr>
          <p:nvPr/>
        </p:nvSpPr>
        <p:spPr bwMode="auto">
          <a:xfrm>
            <a:off x="533400" y="1371600"/>
            <a:ext cx="78486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000" i="1">
                <a:effectLst>
                  <a:outerShdw blurRad="38100" dist="38100" dir="2700000" algn="tl">
                    <a:srgbClr val="C0C0C0"/>
                  </a:outerShdw>
                </a:effectLst>
                <a:latin typeface="Times New Roman" panose="02020603050405020304" pitchFamily="18" charset="0"/>
              </a:rPr>
              <a:t>DNS uses UDP as the transport protocol when the size of the response message is less than 512 bytes. If the size of the response message is more than 512 bytes, a TCP connection is used.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shadeToTitle="1">
        <a:gradFill rotWithShape="0">
          <a:gsLst>
            <a:gs pos="0">
              <a:schemeClr val="bg1"/>
            </a:gs>
            <a:gs pos="100000">
              <a:srgbClr val="3366FF"/>
            </a:gs>
          </a:gsLst>
          <a:path path="shape">
            <a:fillToRect l="50000" t="50000" r="50000" b="50000"/>
          </a:path>
        </a:gradFill>
        <a:effectLst/>
      </p:bgPr>
    </p:bg>
    <p:spTree>
      <p:nvGrpSpPr>
        <p:cNvPr id="1" name=""/>
        <p:cNvGrpSpPr/>
        <p:nvPr/>
      </p:nvGrpSpPr>
      <p:grpSpPr>
        <a:xfrm>
          <a:off x="0" y="0"/>
          <a:ext cx="0" cy="0"/>
          <a:chOff x="0" y="0"/>
          <a:chExt cx="0" cy="0"/>
        </a:xfrm>
      </p:grpSpPr>
      <p:sp>
        <p:nvSpPr>
          <p:cNvPr id="6" name="Footer Placeholder 1">
            <a:extLst>
              <a:ext uri="{FF2B5EF4-FFF2-40B4-BE49-F238E27FC236}">
                <a16:creationId xmlns:a16="http://schemas.microsoft.com/office/drawing/2014/main" id="{10546E9D-6236-405A-A0BB-AE72D9800267}"/>
              </a:ext>
            </a:extLst>
          </p:cNvPr>
          <p:cNvSpPr>
            <a:spLocks noGrp="1"/>
          </p:cNvSpPr>
          <p:nvPr>
            <p:ph type="ftr" sz="quarter" idx="11"/>
          </p:nvPr>
        </p:nvSpPr>
        <p:spPr/>
        <p:txBody>
          <a:bodyPr/>
          <a:lstStyle/>
          <a:p>
            <a:r>
              <a:rPr lang="en-US" altLang="en-US"/>
              <a:t>TCP/IP Protocol Suite</a:t>
            </a:r>
          </a:p>
        </p:txBody>
      </p:sp>
      <p:sp>
        <p:nvSpPr>
          <p:cNvPr id="7" name="Slide Number Placeholder 2">
            <a:extLst>
              <a:ext uri="{FF2B5EF4-FFF2-40B4-BE49-F238E27FC236}">
                <a16:creationId xmlns:a16="http://schemas.microsoft.com/office/drawing/2014/main" id="{B6B896C4-30BD-461C-917D-167E31A25447}"/>
              </a:ext>
            </a:extLst>
          </p:cNvPr>
          <p:cNvSpPr>
            <a:spLocks noGrp="1"/>
          </p:cNvSpPr>
          <p:nvPr>
            <p:ph type="sldNum" sz="quarter" idx="12"/>
          </p:nvPr>
        </p:nvSpPr>
        <p:spPr/>
        <p:txBody>
          <a:bodyPr/>
          <a:lstStyle/>
          <a:p>
            <a:fld id="{B4C193E9-9FD5-445E-A78D-57E4AF9EEEE9}" type="slidenum">
              <a:rPr lang="en-US" altLang="en-US"/>
              <a:pPr/>
              <a:t>50</a:t>
            </a:fld>
            <a:endParaRPr lang="en-US" altLang="en-US"/>
          </a:p>
        </p:txBody>
      </p:sp>
      <p:sp>
        <p:nvSpPr>
          <p:cNvPr id="510978" name="Rectangle 2">
            <a:extLst>
              <a:ext uri="{FF2B5EF4-FFF2-40B4-BE49-F238E27FC236}">
                <a16:creationId xmlns:a16="http://schemas.microsoft.com/office/drawing/2014/main" id="{F4717EFD-9A4B-4F55-8B3A-AC738887BA58}"/>
              </a:ext>
            </a:extLst>
          </p:cNvPr>
          <p:cNvSpPr>
            <a:spLocks noChangeArrowheads="1"/>
          </p:cNvSpPr>
          <p:nvPr/>
        </p:nvSpPr>
        <p:spPr bwMode="auto">
          <a:xfrm>
            <a:off x="838200" y="2195513"/>
            <a:ext cx="7543800" cy="1247775"/>
          </a:xfrm>
          <a:prstGeom prst="rect">
            <a:avLst/>
          </a:prstGeom>
          <a:solidFill>
            <a:schemeClr val="bg1"/>
          </a:solidFill>
          <a:ln w="57150">
            <a:solidFill>
              <a:srgbClr val="FF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ts val="1200"/>
              </a:spcBef>
              <a:spcAft>
                <a:spcPts val="1000"/>
              </a:spcAft>
            </a:pPr>
            <a:r>
              <a:rPr lang="en-US" altLang="en-US" sz="3600" i="1">
                <a:latin typeface="Times New Roman" panose="02020603050405020304" pitchFamily="18" charset="0"/>
              </a:rPr>
              <a:t>DNS can use the services of UDP or TCP using the well-known port 53.</a:t>
            </a:r>
          </a:p>
        </p:txBody>
      </p:sp>
      <p:sp>
        <p:nvSpPr>
          <p:cNvPr id="510979" name="PubRRectCallout">
            <a:extLst>
              <a:ext uri="{FF2B5EF4-FFF2-40B4-BE49-F238E27FC236}">
                <a16:creationId xmlns:a16="http://schemas.microsoft.com/office/drawing/2014/main" id="{73D3D1A5-6F6B-46C0-8364-D5D475BDF511}"/>
              </a:ext>
            </a:extLst>
          </p:cNvPr>
          <p:cNvSpPr>
            <a:spLocks noEditPoints="1" noChangeArrowheads="1"/>
          </p:cNvSpPr>
          <p:nvPr/>
        </p:nvSpPr>
        <p:spPr bwMode="auto">
          <a:xfrm>
            <a:off x="838200" y="990600"/>
            <a:ext cx="2743200" cy="1143000"/>
          </a:xfrm>
          <a:custGeom>
            <a:avLst/>
            <a:gdLst>
              <a:gd name="G0" fmla="+- 0 0 0"/>
              <a:gd name="G1" fmla="+- 8607 0 0"/>
              <a:gd name="T0" fmla="*/ 10800 w 21600"/>
              <a:gd name="T1" fmla="*/ 0 h 21600"/>
              <a:gd name="T2" fmla="*/ 0 w 21600"/>
              <a:gd name="T3" fmla="*/ 8638 h 21600"/>
              <a:gd name="T4" fmla="*/ 8607 w 21600"/>
              <a:gd name="T5" fmla="*/ 21600 h 21600"/>
              <a:gd name="T6" fmla="*/ 10800 w 21600"/>
              <a:gd name="T7" fmla="*/ 17277 h 21600"/>
              <a:gd name="T8" fmla="*/ 21600 w 21600"/>
              <a:gd name="T9" fmla="*/ 8638 h 21600"/>
              <a:gd name="T10" fmla="*/ 17694720 60000 65536"/>
              <a:gd name="T11" fmla="*/ 11796480 60000 65536"/>
              <a:gd name="T12" fmla="*/ 5898240 60000 65536"/>
              <a:gd name="T13" fmla="*/ 5898240 60000 65536"/>
              <a:gd name="T14" fmla="*/ 0 60000 65536"/>
              <a:gd name="T15" fmla="*/ 145 w 21600"/>
              <a:gd name="T16" fmla="*/ 145 h 21600"/>
              <a:gd name="T17" fmla="*/ 21409 w 21600"/>
              <a:gd name="T18" fmla="*/ 17106 h 21600"/>
            </a:gdLst>
            <a:ahLst/>
            <a:cxnLst>
              <a:cxn ang="T10">
                <a:pos x="T0" y="T1"/>
              </a:cxn>
              <a:cxn ang="T11">
                <a:pos x="T2" y="T3"/>
              </a:cxn>
              <a:cxn ang="T12">
                <a:pos x="T4" y="T5"/>
              </a:cxn>
              <a:cxn ang="T13">
                <a:pos x="T6" y="T7"/>
              </a:cxn>
              <a:cxn ang="T14">
                <a:pos x="T8" y="T9"/>
              </a:cxn>
            </a:cxnLst>
            <a:rect l="T15" t="T16" r="T17" b="T18"/>
            <a:pathLst>
              <a:path w="21600" h="21600">
                <a:moveTo>
                  <a:pt x="532" y="0"/>
                </a:moveTo>
                <a:cubicBezTo>
                  <a:pt x="238" y="0"/>
                  <a:pt x="0" y="238"/>
                  <a:pt x="0" y="532"/>
                </a:cubicBezTo>
                <a:lnTo>
                  <a:pt x="0" y="16745"/>
                </a:lnTo>
                <a:cubicBezTo>
                  <a:pt x="0" y="17039"/>
                  <a:pt x="238" y="17277"/>
                  <a:pt x="532" y="17277"/>
                </a:cubicBezTo>
                <a:lnTo>
                  <a:pt x="2623" y="17277"/>
                </a:lnTo>
                <a:lnTo>
                  <a:pt x="8607" y="21600"/>
                </a:lnTo>
                <a:lnTo>
                  <a:pt x="6515" y="17277"/>
                </a:lnTo>
                <a:lnTo>
                  <a:pt x="21016" y="17277"/>
                </a:lnTo>
                <a:cubicBezTo>
                  <a:pt x="21339" y="17277"/>
                  <a:pt x="21600" y="17039"/>
                  <a:pt x="21600" y="16745"/>
                </a:cubicBezTo>
                <a:lnTo>
                  <a:pt x="21600" y="532"/>
                </a:lnTo>
                <a:cubicBezTo>
                  <a:pt x="21600" y="238"/>
                  <a:pt x="21339" y="0"/>
                  <a:pt x="21016" y="0"/>
                </a:cubicBezTo>
                <a:close/>
              </a:path>
            </a:pathLst>
          </a:custGeom>
          <a:solidFill>
            <a:srgbClr val="FFFF00"/>
          </a:solidFill>
          <a:ln w="9525">
            <a:solidFill>
              <a:srgbClr val="000000"/>
            </a:solidFill>
            <a:miter lim="800000"/>
            <a:headEnd/>
            <a:tailEnd/>
          </a:ln>
          <a:effectLst>
            <a:outerShdw dist="107763" dir="2700000" algn="ctr" rotWithShape="0">
              <a:srgbClr val="808080"/>
            </a:outerShdw>
          </a:effectLst>
        </p:spPr>
        <p:txBody>
          <a:bodyPr/>
          <a:lstStyle/>
          <a:p>
            <a:endParaRPr lang="en-IN"/>
          </a:p>
        </p:txBody>
      </p:sp>
      <p:pic>
        <p:nvPicPr>
          <p:cNvPr id="510980" name="Picture 4">
            <a:extLst>
              <a:ext uri="{FF2B5EF4-FFF2-40B4-BE49-F238E27FC236}">
                <a16:creationId xmlns:a16="http://schemas.microsoft.com/office/drawing/2014/main" id="{2E4DEA12-82F9-40A9-B773-F5AA121797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990600"/>
            <a:ext cx="78263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10981" name="Text Box 5">
            <a:extLst>
              <a:ext uri="{FF2B5EF4-FFF2-40B4-BE49-F238E27FC236}">
                <a16:creationId xmlns:a16="http://schemas.microsoft.com/office/drawing/2014/main" id="{133764E9-73B8-422C-8D87-47B9ACFE16B3}"/>
              </a:ext>
            </a:extLst>
          </p:cNvPr>
          <p:cNvSpPr txBox="1">
            <a:spLocks noChangeArrowheads="1"/>
          </p:cNvSpPr>
          <p:nvPr/>
        </p:nvSpPr>
        <p:spPr bwMode="auto">
          <a:xfrm>
            <a:off x="2133600" y="1143000"/>
            <a:ext cx="1200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3600" b="0">
                <a:effectLst>
                  <a:outerShdw blurRad="38100" dist="38100" dir="2700000" algn="tl">
                    <a:srgbClr val="C0C0C0"/>
                  </a:outerShdw>
                </a:effectLst>
                <a:latin typeface="Times New Roman" panose="02020603050405020304" pitchFamily="18" charset="0"/>
              </a:rPr>
              <a:t>Note:</a:t>
            </a:r>
          </a:p>
        </p:txBody>
      </p:sp>
    </p:spTree>
  </p:cSld>
  <p:clrMapOvr>
    <a:masterClrMapping/>
  </p:clrMapOvr>
</p:sld>
</file>

<file path=ppt/theme/theme1.xml><?xml version="1.0" encoding="utf-8"?>
<a:theme xmlns:a="http://schemas.openxmlformats.org/drawingml/2006/main" name="The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06DB7A4C-9B9A-445D-B8BE-D29BED4E6C6A}" vid="{D2E2032D-C497-4D69-B42A-90DCB059FA0F}"/>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3672</TotalTime>
  <Words>1868</Words>
  <Application>Microsoft Office PowerPoint</Application>
  <PresentationFormat>On-screen Show (4:3)</PresentationFormat>
  <Paragraphs>215</Paragraphs>
  <Slides>50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50</vt:i4>
      </vt:variant>
    </vt:vector>
  </HeadingPairs>
  <TitlesOfParts>
    <vt:vector size="58" baseType="lpstr">
      <vt:lpstr>Times New Roman</vt:lpstr>
      <vt:lpstr>Tahoma</vt:lpstr>
      <vt:lpstr>Wingdings</vt:lpstr>
      <vt:lpstr>McGrawHill-Italic</vt:lpstr>
      <vt:lpstr>Baskerville Old Face</vt:lpstr>
      <vt:lpstr>Arial</vt:lpstr>
      <vt:lpstr>Algerian</vt:lpstr>
      <vt:lpstr>Theme1</vt:lpstr>
      <vt:lpstr>COMPUTER NETWORKS (BCSC 0008) DNS</vt:lpstr>
      <vt:lpstr> Text and Reference Books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Gateway Client</dc:creator>
  <cp:lastModifiedBy>shabir ali</cp:lastModifiedBy>
  <cp:revision>104</cp:revision>
  <dcterms:created xsi:type="dcterms:W3CDTF">2000-01-15T04:50:39Z</dcterms:created>
  <dcterms:modified xsi:type="dcterms:W3CDTF">2020-12-08T07:18:03Z</dcterms:modified>
</cp:coreProperties>
</file>