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65" r:id="rId3"/>
    <p:sldId id="266" r:id="rId4"/>
    <p:sldId id="267" r:id="rId5"/>
    <p:sldId id="268" r:id="rId6"/>
    <p:sldId id="269" r:id="rId7"/>
    <p:sldId id="270" r:id="rId8"/>
    <p:sldId id="271" r:id="rId9"/>
    <p:sldId id="272" r:id="rId10"/>
    <p:sldId id="273" r:id="rId11"/>
    <p:sldId id="274" r:id="rId12"/>
    <p:sldId id="275" r:id="rId13"/>
    <p:sldId id="753" r:id="rId14"/>
    <p:sldId id="754" r:id="rId15"/>
    <p:sldId id="772" r:id="rId16"/>
    <p:sldId id="774" r:id="rId17"/>
    <p:sldId id="775" r:id="rId18"/>
    <p:sldId id="776" r:id="rId19"/>
    <p:sldId id="773" r:id="rId20"/>
    <p:sldId id="755" r:id="rId21"/>
    <p:sldId id="756" r:id="rId22"/>
    <p:sldId id="777" r:id="rId23"/>
    <p:sldId id="785" r:id="rId24"/>
    <p:sldId id="786" r:id="rId25"/>
    <p:sldId id="787" r:id="rId26"/>
    <p:sldId id="788" r:id="rId27"/>
    <p:sldId id="757" r:id="rId28"/>
    <p:sldId id="778"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EAFD10-35F9-46FC-AA1C-DC3D754965D0}" type="datetimeFigureOut">
              <a:rPr lang="en-US" smtClean="0"/>
              <a:t>11/4/2020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21B635-DF0C-4867-819B-7BCA50709D8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238189-8508-49C6-821B-F3C562207B99}" type="slidenum">
              <a:rPr lang="en-US"/>
              <a:pPr/>
              <a:t>3</a:t>
            </a:fld>
            <a:endParaRPr lang="en-US"/>
          </a:p>
        </p:txBody>
      </p:sp>
      <p:sp>
        <p:nvSpPr>
          <p:cNvPr id="964610" name="Rectangle 2"/>
          <p:cNvSpPr>
            <a:spLocks noGrp="1" noRot="1" noChangeAspect="1" noChangeArrowheads="1" noTextEdit="1"/>
          </p:cNvSpPr>
          <p:nvPr>
            <p:ph type="sldImg"/>
          </p:nvPr>
        </p:nvSpPr>
        <p:spPr>
          <a:ln/>
        </p:spPr>
      </p:sp>
      <p:sp>
        <p:nvSpPr>
          <p:cNvPr id="9646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90715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2252D5-8D2F-410B-A740-7ABB10B49BEC}" type="slidenum">
              <a:rPr lang="en-US"/>
              <a:pPr/>
              <a:t>4</a:t>
            </a:fld>
            <a:endParaRPr lang="en-US"/>
          </a:p>
        </p:txBody>
      </p:sp>
      <p:sp>
        <p:nvSpPr>
          <p:cNvPr id="1083394" name="Rectangle 2"/>
          <p:cNvSpPr>
            <a:spLocks noGrp="1" noRot="1" noChangeAspect="1" noChangeArrowheads="1" noTextEdit="1"/>
          </p:cNvSpPr>
          <p:nvPr>
            <p:ph type="sldImg"/>
          </p:nvPr>
        </p:nvSpPr>
        <p:spPr>
          <a:ln/>
        </p:spPr>
      </p:sp>
      <p:sp>
        <p:nvSpPr>
          <p:cNvPr id="10833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26233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7D90F9-C8B1-422D-B1B5-DB9FA325481B}" type="slidenum">
              <a:rPr lang="en-US"/>
              <a:pPr/>
              <a:t>5</a:t>
            </a:fld>
            <a:endParaRPr lang="en-US"/>
          </a:p>
        </p:txBody>
      </p:sp>
      <p:sp>
        <p:nvSpPr>
          <p:cNvPr id="1077250" name="Rectangle 2"/>
          <p:cNvSpPr>
            <a:spLocks noGrp="1" noRot="1" noChangeAspect="1" noChangeArrowheads="1" noTextEdit="1"/>
          </p:cNvSpPr>
          <p:nvPr>
            <p:ph type="sldImg"/>
          </p:nvPr>
        </p:nvSpPr>
        <p:spPr>
          <a:ln/>
        </p:spPr>
      </p:sp>
      <p:sp>
        <p:nvSpPr>
          <p:cNvPr id="10772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755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B556A9-F9C8-4021-9021-153CFE0CCB0F}" type="slidenum">
              <a:rPr lang="en-US"/>
              <a:pPr/>
              <a:t>6</a:t>
            </a:fld>
            <a:endParaRPr lang="en-US"/>
          </a:p>
        </p:txBody>
      </p:sp>
      <p:sp>
        <p:nvSpPr>
          <p:cNvPr id="1085442" name="Rectangle 2"/>
          <p:cNvSpPr>
            <a:spLocks noGrp="1" noRot="1" noChangeAspect="1" noChangeArrowheads="1" noTextEdit="1"/>
          </p:cNvSpPr>
          <p:nvPr>
            <p:ph type="sldImg"/>
          </p:nvPr>
        </p:nvSpPr>
        <p:spPr>
          <a:ln/>
        </p:spPr>
      </p:sp>
      <p:sp>
        <p:nvSpPr>
          <p:cNvPr id="10854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86326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F53D99-A713-4EF9-936B-90F2FCE8FA87}" type="slidenum">
              <a:rPr lang="en-US"/>
              <a:pPr/>
              <a:t>7</a:t>
            </a:fld>
            <a:endParaRPr lang="en-US"/>
          </a:p>
        </p:txBody>
      </p:sp>
      <p:sp>
        <p:nvSpPr>
          <p:cNvPr id="1087490" name="Rectangle 2"/>
          <p:cNvSpPr>
            <a:spLocks noGrp="1" noRot="1" noChangeAspect="1" noChangeArrowheads="1" noTextEdit="1"/>
          </p:cNvSpPr>
          <p:nvPr>
            <p:ph type="sldImg"/>
          </p:nvPr>
        </p:nvSpPr>
        <p:spPr>
          <a:ln/>
        </p:spPr>
      </p:sp>
      <p:sp>
        <p:nvSpPr>
          <p:cNvPr id="10874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73163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9B5F23-9703-49A8-B09B-08A7C0C1B230}" type="slidenum">
              <a:rPr lang="en-US"/>
              <a:pPr/>
              <a:t>8</a:t>
            </a:fld>
            <a:endParaRPr lang="en-US"/>
          </a:p>
        </p:txBody>
      </p:sp>
      <p:sp>
        <p:nvSpPr>
          <p:cNvPr id="1089538" name="Rectangle 2"/>
          <p:cNvSpPr>
            <a:spLocks noGrp="1" noRot="1" noChangeAspect="1" noChangeArrowheads="1" noTextEdit="1"/>
          </p:cNvSpPr>
          <p:nvPr>
            <p:ph type="sldImg"/>
          </p:nvPr>
        </p:nvSpPr>
        <p:spPr>
          <a:ln/>
        </p:spPr>
      </p:sp>
      <p:sp>
        <p:nvSpPr>
          <p:cNvPr id="10895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88061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EE0215-955E-4D4B-B541-EDCAA7B6B4C1}" type="slidenum">
              <a:rPr lang="en-US"/>
              <a:pPr/>
              <a:t>9</a:t>
            </a:fld>
            <a:endParaRPr lang="en-US"/>
          </a:p>
        </p:txBody>
      </p:sp>
      <p:sp>
        <p:nvSpPr>
          <p:cNvPr id="1091586" name="Rectangle 2"/>
          <p:cNvSpPr>
            <a:spLocks noGrp="1" noRot="1" noChangeAspect="1" noChangeArrowheads="1" noTextEdit="1"/>
          </p:cNvSpPr>
          <p:nvPr>
            <p:ph type="sldImg"/>
          </p:nvPr>
        </p:nvSpPr>
        <p:spPr>
          <a:ln/>
        </p:spPr>
      </p:sp>
      <p:sp>
        <p:nvSpPr>
          <p:cNvPr id="10915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37074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619307-73BD-48FA-AA29-E71285765033}" type="slidenum">
              <a:rPr lang="en-US"/>
              <a:pPr/>
              <a:t>10</a:t>
            </a:fld>
            <a:endParaRPr lang="en-US"/>
          </a:p>
        </p:txBody>
      </p:sp>
      <p:sp>
        <p:nvSpPr>
          <p:cNvPr id="1216514" name="Rectangle 2"/>
          <p:cNvSpPr>
            <a:spLocks noGrp="1" noRot="1" noChangeAspect="1" noChangeArrowheads="1" noTextEdit="1"/>
          </p:cNvSpPr>
          <p:nvPr>
            <p:ph type="sldImg"/>
          </p:nvPr>
        </p:nvSpPr>
        <p:spPr>
          <a:ln/>
        </p:spPr>
      </p:sp>
      <p:sp>
        <p:nvSpPr>
          <p:cNvPr id="12165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37008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B481E0-FD18-4C62-A5D8-D0F731FD3353}" type="slidenum">
              <a:rPr lang="en-US"/>
              <a:pPr/>
              <a:t>11</a:t>
            </a:fld>
            <a:endParaRPr lang="en-US"/>
          </a:p>
        </p:txBody>
      </p:sp>
      <p:sp>
        <p:nvSpPr>
          <p:cNvPr id="1093634" name="Rectangle 2"/>
          <p:cNvSpPr>
            <a:spLocks noGrp="1" noRot="1" noChangeAspect="1" noChangeArrowheads="1" noTextEdit="1"/>
          </p:cNvSpPr>
          <p:nvPr>
            <p:ph type="sldImg"/>
          </p:nvPr>
        </p:nvSpPr>
        <p:spPr>
          <a:ln/>
        </p:spPr>
      </p:sp>
      <p:sp>
        <p:nvSpPr>
          <p:cNvPr id="10936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81486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5A8FB4-527A-4C83-BF2F-AE763619243C}" type="slidenum">
              <a:rPr lang="en-US"/>
              <a:pPr/>
              <a:t>12</a:t>
            </a:fld>
            <a:endParaRPr lang="en-US"/>
          </a:p>
        </p:txBody>
      </p:sp>
      <p:sp>
        <p:nvSpPr>
          <p:cNvPr id="1212418" name="Rectangle 2"/>
          <p:cNvSpPr>
            <a:spLocks noGrp="1" noRot="1" noChangeAspect="1" noChangeArrowheads="1" noTextEdit="1"/>
          </p:cNvSpPr>
          <p:nvPr>
            <p:ph type="sldImg"/>
          </p:nvPr>
        </p:nvSpPr>
        <p:spPr>
          <a:ln/>
        </p:spPr>
      </p:sp>
      <p:sp>
        <p:nvSpPr>
          <p:cNvPr id="12124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79304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E8E4A28C-E25F-49E7-B2DB-22D8742A14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8DACA76-5659-48B0-B8A9-D3F2F5EC5F23}" type="slidenum">
              <a:rPr lang="en-US" altLang="en-US" sz="1200" b="0">
                <a:latin typeface="Times New Roman" panose="02020603050405020304" pitchFamily="18" charset="0"/>
              </a:rPr>
              <a:pPr/>
              <a:t>13</a:t>
            </a:fld>
            <a:endParaRPr lang="en-US" altLang="en-US" sz="1200" b="0">
              <a:latin typeface="Times New Roman" panose="02020603050405020304" pitchFamily="18" charset="0"/>
            </a:endParaRPr>
          </a:p>
        </p:txBody>
      </p:sp>
      <p:sp>
        <p:nvSpPr>
          <p:cNvPr id="67587" name="Rectangle 2">
            <a:extLst>
              <a:ext uri="{FF2B5EF4-FFF2-40B4-BE49-F238E27FC236}">
                <a16:creationId xmlns:a16="http://schemas.microsoft.com/office/drawing/2014/main" id="{1429E198-11B1-4E63-A0D1-627142EABB01}"/>
              </a:ext>
            </a:extLst>
          </p:cNvPr>
          <p:cNvSpPr>
            <a:spLocks noRot="1" noChangeArrowheads="1" noTextEdit="1"/>
          </p:cNvSpPr>
          <p:nvPr>
            <p:ph type="sldImg"/>
          </p:nvPr>
        </p:nvSpPr>
        <p:spPr>
          <a:ln/>
        </p:spPr>
      </p:sp>
      <p:sp>
        <p:nvSpPr>
          <p:cNvPr id="67588" name="Rectangle 3">
            <a:extLst>
              <a:ext uri="{FF2B5EF4-FFF2-40B4-BE49-F238E27FC236}">
                <a16:creationId xmlns:a16="http://schemas.microsoft.com/office/drawing/2014/main" id="{10C40D82-184D-49C6-AF24-12584B48AE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8059FB45-37A4-47B9-B0A7-5D42CB23FC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CF44A09-5463-4BAE-B77A-ADD2A9B732A3}" type="slidenum">
              <a:rPr lang="en-US" altLang="en-US" sz="1200" b="0">
                <a:latin typeface="Times New Roman" panose="02020603050405020304" pitchFamily="18" charset="0"/>
              </a:rPr>
              <a:pPr/>
              <a:t>14</a:t>
            </a:fld>
            <a:endParaRPr lang="en-US" altLang="en-US" sz="1200" b="0">
              <a:latin typeface="Times New Roman" panose="02020603050405020304" pitchFamily="18" charset="0"/>
            </a:endParaRPr>
          </a:p>
        </p:txBody>
      </p:sp>
      <p:sp>
        <p:nvSpPr>
          <p:cNvPr id="68611" name="Rectangle 2">
            <a:extLst>
              <a:ext uri="{FF2B5EF4-FFF2-40B4-BE49-F238E27FC236}">
                <a16:creationId xmlns:a16="http://schemas.microsoft.com/office/drawing/2014/main" id="{7934CB29-F882-4A7E-A015-3304499020DD}"/>
              </a:ext>
            </a:extLst>
          </p:cNvPr>
          <p:cNvSpPr>
            <a:spLocks noRot="1" noChangeArrowheads="1" noTextEdit="1"/>
          </p:cNvSpPr>
          <p:nvPr>
            <p:ph type="sldImg"/>
          </p:nvPr>
        </p:nvSpPr>
        <p:spPr>
          <a:ln/>
        </p:spPr>
      </p:sp>
      <p:sp>
        <p:nvSpPr>
          <p:cNvPr id="68612" name="Rectangle 3">
            <a:extLst>
              <a:ext uri="{FF2B5EF4-FFF2-40B4-BE49-F238E27FC236}">
                <a16:creationId xmlns:a16="http://schemas.microsoft.com/office/drawing/2014/main" id="{AE733212-181D-4F48-99CC-C131EAEFAC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DA348C21-10C2-4CF8-A85A-0CE5F8471F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F8B8E05-805F-46C4-8415-D3B9D327113E}" type="slidenum">
              <a:rPr lang="en-US" altLang="en-US" sz="1200" b="0">
                <a:latin typeface="Times New Roman" panose="02020603050405020304" pitchFamily="18" charset="0"/>
              </a:rPr>
              <a:pPr/>
              <a:t>15</a:t>
            </a:fld>
            <a:endParaRPr lang="en-US" altLang="en-US" sz="1200" b="0">
              <a:latin typeface="Times New Roman" panose="02020603050405020304" pitchFamily="18" charset="0"/>
            </a:endParaRPr>
          </a:p>
        </p:txBody>
      </p:sp>
      <p:sp>
        <p:nvSpPr>
          <p:cNvPr id="69635" name="Rectangle 2">
            <a:extLst>
              <a:ext uri="{FF2B5EF4-FFF2-40B4-BE49-F238E27FC236}">
                <a16:creationId xmlns:a16="http://schemas.microsoft.com/office/drawing/2014/main" id="{BA5076C7-6BC4-4CF6-BDE5-2F00B5B16D25}"/>
              </a:ext>
            </a:extLst>
          </p:cNvPr>
          <p:cNvSpPr>
            <a:spLocks noRot="1" noChangeArrowheads="1" noTextEdit="1"/>
          </p:cNvSpPr>
          <p:nvPr>
            <p:ph type="sldImg"/>
          </p:nvPr>
        </p:nvSpPr>
        <p:spPr>
          <a:ln/>
        </p:spPr>
      </p:sp>
      <p:sp>
        <p:nvSpPr>
          <p:cNvPr id="69636" name="Rectangle 3">
            <a:extLst>
              <a:ext uri="{FF2B5EF4-FFF2-40B4-BE49-F238E27FC236}">
                <a16:creationId xmlns:a16="http://schemas.microsoft.com/office/drawing/2014/main" id="{03ADC874-4283-4A37-812A-0C4474DAC7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1EC7701A-9426-4305-BDEE-E81C65DB23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C63C5E7-3A6F-4612-9361-6FFE3F2895E5}" type="slidenum">
              <a:rPr lang="en-US" altLang="en-US" sz="1200" b="0">
                <a:latin typeface="Times New Roman" panose="02020603050405020304" pitchFamily="18" charset="0"/>
              </a:rPr>
              <a:pPr/>
              <a:t>16</a:t>
            </a:fld>
            <a:endParaRPr lang="en-US" altLang="en-US" sz="1200" b="0">
              <a:latin typeface="Times New Roman" panose="02020603050405020304" pitchFamily="18" charset="0"/>
            </a:endParaRPr>
          </a:p>
        </p:txBody>
      </p:sp>
      <p:sp>
        <p:nvSpPr>
          <p:cNvPr id="70659" name="Rectangle 2">
            <a:extLst>
              <a:ext uri="{FF2B5EF4-FFF2-40B4-BE49-F238E27FC236}">
                <a16:creationId xmlns:a16="http://schemas.microsoft.com/office/drawing/2014/main" id="{A7411F20-D6D4-4AF7-82AB-4CACB792C20F}"/>
              </a:ext>
            </a:extLst>
          </p:cNvPr>
          <p:cNvSpPr>
            <a:spLocks noRot="1" noChangeArrowheads="1" noTextEdit="1"/>
          </p:cNvSpPr>
          <p:nvPr>
            <p:ph type="sldImg"/>
          </p:nvPr>
        </p:nvSpPr>
        <p:spPr>
          <a:ln/>
        </p:spPr>
      </p:sp>
      <p:sp>
        <p:nvSpPr>
          <p:cNvPr id="70660" name="Rectangle 3">
            <a:extLst>
              <a:ext uri="{FF2B5EF4-FFF2-40B4-BE49-F238E27FC236}">
                <a16:creationId xmlns:a16="http://schemas.microsoft.com/office/drawing/2014/main" id="{1087B49C-63B7-476D-9FE0-A7BFA7ED61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BF79683C-4D8E-4CDF-A39C-320D11F531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1F4DB9A-D0E9-4304-A677-7EA4DC608DFB}" type="slidenum">
              <a:rPr lang="en-US" altLang="en-US" sz="1200" b="0">
                <a:latin typeface="Times New Roman" panose="02020603050405020304" pitchFamily="18" charset="0"/>
              </a:rPr>
              <a:pPr/>
              <a:t>17</a:t>
            </a:fld>
            <a:endParaRPr lang="en-US" altLang="en-US" sz="1200" b="0">
              <a:latin typeface="Times New Roman" panose="02020603050405020304" pitchFamily="18" charset="0"/>
            </a:endParaRPr>
          </a:p>
        </p:txBody>
      </p:sp>
      <p:sp>
        <p:nvSpPr>
          <p:cNvPr id="71683" name="Rectangle 2">
            <a:extLst>
              <a:ext uri="{FF2B5EF4-FFF2-40B4-BE49-F238E27FC236}">
                <a16:creationId xmlns:a16="http://schemas.microsoft.com/office/drawing/2014/main" id="{81FB143E-E847-4488-9304-96F713FAF764}"/>
              </a:ext>
            </a:extLst>
          </p:cNvPr>
          <p:cNvSpPr>
            <a:spLocks noRot="1" noChangeArrowheads="1" noTextEdit="1"/>
          </p:cNvSpPr>
          <p:nvPr>
            <p:ph type="sldImg"/>
          </p:nvPr>
        </p:nvSpPr>
        <p:spPr>
          <a:ln/>
        </p:spPr>
      </p:sp>
      <p:sp>
        <p:nvSpPr>
          <p:cNvPr id="71684" name="Rectangle 3">
            <a:extLst>
              <a:ext uri="{FF2B5EF4-FFF2-40B4-BE49-F238E27FC236}">
                <a16:creationId xmlns:a16="http://schemas.microsoft.com/office/drawing/2014/main" id="{5970DA22-0B31-41CB-AF0F-3437261144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FD82CDF7-A623-4BE8-A89E-19CDCF5778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3F12CB7-3FCF-4E7C-B579-FFDB73ACB24A}" type="slidenum">
              <a:rPr lang="en-US" altLang="en-US" sz="1200" b="0">
                <a:latin typeface="Times New Roman" panose="02020603050405020304" pitchFamily="18" charset="0"/>
              </a:rPr>
              <a:pPr/>
              <a:t>18</a:t>
            </a:fld>
            <a:endParaRPr lang="en-US" altLang="en-US" sz="1200" b="0">
              <a:latin typeface="Times New Roman" panose="02020603050405020304" pitchFamily="18" charset="0"/>
            </a:endParaRPr>
          </a:p>
        </p:txBody>
      </p:sp>
      <p:sp>
        <p:nvSpPr>
          <p:cNvPr id="72707" name="Rectangle 2">
            <a:extLst>
              <a:ext uri="{FF2B5EF4-FFF2-40B4-BE49-F238E27FC236}">
                <a16:creationId xmlns:a16="http://schemas.microsoft.com/office/drawing/2014/main" id="{E6E9C7CD-C584-4B45-8352-22B11AEAA011}"/>
              </a:ext>
            </a:extLst>
          </p:cNvPr>
          <p:cNvSpPr>
            <a:spLocks noRot="1" noChangeArrowheads="1" noTextEdit="1"/>
          </p:cNvSpPr>
          <p:nvPr>
            <p:ph type="sldImg"/>
          </p:nvPr>
        </p:nvSpPr>
        <p:spPr>
          <a:ln/>
        </p:spPr>
      </p:sp>
      <p:sp>
        <p:nvSpPr>
          <p:cNvPr id="72708" name="Rectangle 3">
            <a:extLst>
              <a:ext uri="{FF2B5EF4-FFF2-40B4-BE49-F238E27FC236}">
                <a16:creationId xmlns:a16="http://schemas.microsoft.com/office/drawing/2014/main" id="{5176B7ED-27A9-42AB-9601-C2F7C40F8A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ACDA1876-7F0B-4492-BD67-C13DB873D8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6B155CA-8964-48AD-B6D7-F6875B85A718}" type="slidenum">
              <a:rPr lang="en-US" altLang="en-US" sz="1200" b="0">
                <a:latin typeface="Times New Roman" panose="02020603050405020304" pitchFamily="18" charset="0"/>
              </a:rPr>
              <a:pPr/>
              <a:t>19</a:t>
            </a:fld>
            <a:endParaRPr lang="en-US" altLang="en-US" sz="1200" b="0">
              <a:latin typeface="Times New Roman" panose="02020603050405020304" pitchFamily="18" charset="0"/>
            </a:endParaRPr>
          </a:p>
        </p:txBody>
      </p:sp>
      <p:sp>
        <p:nvSpPr>
          <p:cNvPr id="73731" name="Rectangle 2">
            <a:extLst>
              <a:ext uri="{FF2B5EF4-FFF2-40B4-BE49-F238E27FC236}">
                <a16:creationId xmlns:a16="http://schemas.microsoft.com/office/drawing/2014/main" id="{DE54CCBD-0023-49E6-85C0-CE4CAD39E8EA}"/>
              </a:ext>
            </a:extLst>
          </p:cNvPr>
          <p:cNvSpPr>
            <a:spLocks noRot="1" noChangeArrowheads="1" noTextEdit="1"/>
          </p:cNvSpPr>
          <p:nvPr>
            <p:ph type="sldImg"/>
          </p:nvPr>
        </p:nvSpPr>
        <p:spPr>
          <a:ln/>
        </p:spPr>
      </p:sp>
      <p:sp>
        <p:nvSpPr>
          <p:cNvPr id="73732" name="Rectangle 3">
            <a:extLst>
              <a:ext uri="{FF2B5EF4-FFF2-40B4-BE49-F238E27FC236}">
                <a16:creationId xmlns:a16="http://schemas.microsoft.com/office/drawing/2014/main" id="{F95DB111-36C4-4F81-B82B-4F00678E90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6F985D2B-4DF6-4B9D-B765-CBF6DA803C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EBD5AE4-1A6C-4779-AE26-C027F9BE5B49}" type="slidenum">
              <a:rPr lang="en-US" altLang="en-US" sz="1200" b="0">
                <a:latin typeface="Times New Roman" panose="02020603050405020304" pitchFamily="18" charset="0"/>
              </a:rPr>
              <a:pPr/>
              <a:t>20</a:t>
            </a:fld>
            <a:endParaRPr lang="en-US" altLang="en-US" sz="1200" b="0">
              <a:latin typeface="Times New Roman" panose="02020603050405020304" pitchFamily="18" charset="0"/>
            </a:endParaRPr>
          </a:p>
        </p:txBody>
      </p:sp>
      <p:sp>
        <p:nvSpPr>
          <p:cNvPr id="74755" name="Rectangle 2">
            <a:extLst>
              <a:ext uri="{FF2B5EF4-FFF2-40B4-BE49-F238E27FC236}">
                <a16:creationId xmlns:a16="http://schemas.microsoft.com/office/drawing/2014/main" id="{3C238DDA-E1C7-4E61-AC7F-1A6D5D8CB9D7}"/>
              </a:ext>
            </a:extLst>
          </p:cNvPr>
          <p:cNvSpPr>
            <a:spLocks noRot="1" noChangeArrowheads="1" noTextEdit="1"/>
          </p:cNvSpPr>
          <p:nvPr>
            <p:ph type="sldImg"/>
          </p:nvPr>
        </p:nvSpPr>
        <p:spPr>
          <a:ln/>
        </p:spPr>
      </p:sp>
      <p:sp>
        <p:nvSpPr>
          <p:cNvPr id="74756" name="Rectangle 3">
            <a:extLst>
              <a:ext uri="{FF2B5EF4-FFF2-40B4-BE49-F238E27FC236}">
                <a16:creationId xmlns:a16="http://schemas.microsoft.com/office/drawing/2014/main" id="{0A19250B-98DE-4882-B39C-7E7C2CA908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8C44B106-1EC3-406C-9085-E4A9D6DACD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8055381-D10C-412C-A493-B73DB9058419}" type="slidenum">
              <a:rPr lang="en-US" altLang="en-US" sz="1200" b="0">
                <a:latin typeface="Times New Roman" panose="02020603050405020304" pitchFamily="18" charset="0"/>
              </a:rPr>
              <a:pPr/>
              <a:t>21</a:t>
            </a:fld>
            <a:endParaRPr lang="en-US" altLang="en-US" sz="1200" b="0">
              <a:latin typeface="Times New Roman" panose="02020603050405020304" pitchFamily="18" charset="0"/>
            </a:endParaRPr>
          </a:p>
        </p:txBody>
      </p:sp>
      <p:sp>
        <p:nvSpPr>
          <p:cNvPr id="75779" name="Rectangle 2">
            <a:extLst>
              <a:ext uri="{FF2B5EF4-FFF2-40B4-BE49-F238E27FC236}">
                <a16:creationId xmlns:a16="http://schemas.microsoft.com/office/drawing/2014/main" id="{ED0F9745-C6A6-443F-885F-C5C223C88EDE}"/>
              </a:ext>
            </a:extLst>
          </p:cNvPr>
          <p:cNvSpPr>
            <a:spLocks noRot="1" noChangeArrowheads="1" noTextEdit="1"/>
          </p:cNvSpPr>
          <p:nvPr>
            <p:ph type="sldImg"/>
          </p:nvPr>
        </p:nvSpPr>
        <p:spPr>
          <a:ln/>
        </p:spPr>
      </p:sp>
      <p:sp>
        <p:nvSpPr>
          <p:cNvPr id="75780" name="Rectangle 3">
            <a:extLst>
              <a:ext uri="{FF2B5EF4-FFF2-40B4-BE49-F238E27FC236}">
                <a16:creationId xmlns:a16="http://schemas.microsoft.com/office/drawing/2014/main" id="{44BDFADF-031E-4983-846C-6AACD6CD37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F6197F73-9FA1-40EE-BEFA-4D5F0A750A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08D10DF-E078-4F06-A73F-B302C8E24597}" type="slidenum">
              <a:rPr lang="en-US" altLang="en-US" sz="1200" b="0">
                <a:latin typeface="Times New Roman" panose="02020603050405020304" pitchFamily="18" charset="0"/>
              </a:rPr>
              <a:pPr/>
              <a:t>22</a:t>
            </a:fld>
            <a:endParaRPr lang="en-US" altLang="en-US" sz="1200" b="0">
              <a:latin typeface="Times New Roman" panose="02020603050405020304" pitchFamily="18" charset="0"/>
            </a:endParaRPr>
          </a:p>
        </p:txBody>
      </p:sp>
      <p:sp>
        <p:nvSpPr>
          <p:cNvPr id="76803" name="Rectangle 2">
            <a:extLst>
              <a:ext uri="{FF2B5EF4-FFF2-40B4-BE49-F238E27FC236}">
                <a16:creationId xmlns:a16="http://schemas.microsoft.com/office/drawing/2014/main" id="{626775E8-CBCB-4F82-BA50-CDFA14AC9A65}"/>
              </a:ext>
            </a:extLst>
          </p:cNvPr>
          <p:cNvSpPr>
            <a:spLocks noRot="1" noChangeArrowheads="1" noTextEdit="1"/>
          </p:cNvSpPr>
          <p:nvPr>
            <p:ph type="sldImg"/>
          </p:nvPr>
        </p:nvSpPr>
        <p:spPr>
          <a:ln/>
        </p:spPr>
      </p:sp>
      <p:sp>
        <p:nvSpPr>
          <p:cNvPr id="76804" name="Rectangle 3">
            <a:extLst>
              <a:ext uri="{FF2B5EF4-FFF2-40B4-BE49-F238E27FC236}">
                <a16:creationId xmlns:a16="http://schemas.microsoft.com/office/drawing/2014/main" id="{98661D36-994C-4B2E-8A33-5C00EBC472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79410AEA-F850-4241-8A29-8F0600A3CD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57D5614-5EA8-4CB6-8185-B346E3FD94B4}" type="slidenum">
              <a:rPr lang="en-US" altLang="en-US" sz="1200" b="0">
                <a:latin typeface="Times New Roman" panose="02020603050405020304" pitchFamily="18" charset="0"/>
              </a:rPr>
              <a:pPr/>
              <a:t>23</a:t>
            </a:fld>
            <a:endParaRPr lang="en-US" altLang="en-US" sz="1200" b="0">
              <a:latin typeface="Times New Roman" panose="02020603050405020304" pitchFamily="18" charset="0"/>
            </a:endParaRPr>
          </a:p>
        </p:txBody>
      </p:sp>
      <p:sp>
        <p:nvSpPr>
          <p:cNvPr id="77827" name="Rectangle 2">
            <a:extLst>
              <a:ext uri="{FF2B5EF4-FFF2-40B4-BE49-F238E27FC236}">
                <a16:creationId xmlns:a16="http://schemas.microsoft.com/office/drawing/2014/main" id="{BE3BEED3-7DE7-49D5-A6E9-31D107FD9512}"/>
              </a:ext>
            </a:extLst>
          </p:cNvPr>
          <p:cNvSpPr>
            <a:spLocks noRot="1" noChangeArrowheads="1" noTextEdit="1"/>
          </p:cNvSpPr>
          <p:nvPr>
            <p:ph type="sldImg"/>
          </p:nvPr>
        </p:nvSpPr>
        <p:spPr>
          <a:ln/>
        </p:spPr>
      </p:sp>
      <p:sp>
        <p:nvSpPr>
          <p:cNvPr id="77828" name="Rectangle 3">
            <a:extLst>
              <a:ext uri="{FF2B5EF4-FFF2-40B4-BE49-F238E27FC236}">
                <a16:creationId xmlns:a16="http://schemas.microsoft.com/office/drawing/2014/main" id="{2768257B-92E8-4B2B-957A-D2C275EC35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BB2B747D-A8D5-46BE-BB51-C75478AAFD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8234B3B-2290-4C31-A056-27635D1E9E76}" type="slidenum">
              <a:rPr lang="en-US" altLang="en-US" sz="1200" b="0">
                <a:latin typeface="Times New Roman" panose="02020603050405020304" pitchFamily="18" charset="0"/>
              </a:rPr>
              <a:pPr/>
              <a:t>24</a:t>
            </a:fld>
            <a:endParaRPr lang="en-US" altLang="en-US" sz="1200" b="0">
              <a:latin typeface="Times New Roman" panose="02020603050405020304" pitchFamily="18" charset="0"/>
            </a:endParaRPr>
          </a:p>
        </p:txBody>
      </p:sp>
      <p:sp>
        <p:nvSpPr>
          <p:cNvPr id="78851" name="Rectangle 2">
            <a:extLst>
              <a:ext uri="{FF2B5EF4-FFF2-40B4-BE49-F238E27FC236}">
                <a16:creationId xmlns:a16="http://schemas.microsoft.com/office/drawing/2014/main" id="{93BFF446-0A69-4C09-80DF-F510C443AF24}"/>
              </a:ext>
            </a:extLst>
          </p:cNvPr>
          <p:cNvSpPr>
            <a:spLocks noRot="1" noChangeArrowheads="1" noTextEdit="1"/>
          </p:cNvSpPr>
          <p:nvPr>
            <p:ph type="sldImg"/>
          </p:nvPr>
        </p:nvSpPr>
        <p:spPr>
          <a:ln/>
        </p:spPr>
      </p:sp>
      <p:sp>
        <p:nvSpPr>
          <p:cNvPr id="78852" name="Rectangle 3">
            <a:extLst>
              <a:ext uri="{FF2B5EF4-FFF2-40B4-BE49-F238E27FC236}">
                <a16:creationId xmlns:a16="http://schemas.microsoft.com/office/drawing/2014/main" id="{D8C555E8-7106-459D-A18F-CC864BA1E3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35493DFF-BD15-49AF-9142-2E6569099B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7D909C5-3864-4CE9-AA4E-36F3878E65C9}" type="slidenum">
              <a:rPr lang="en-US" altLang="en-US" sz="1200" b="0">
                <a:latin typeface="Times New Roman" panose="02020603050405020304" pitchFamily="18" charset="0"/>
              </a:rPr>
              <a:pPr/>
              <a:t>25</a:t>
            </a:fld>
            <a:endParaRPr lang="en-US" altLang="en-US" sz="1200" b="0">
              <a:latin typeface="Times New Roman" panose="02020603050405020304" pitchFamily="18" charset="0"/>
            </a:endParaRPr>
          </a:p>
        </p:txBody>
      </p:sp>
      <p:sp>
        <p:nvSpPr>
          <p:cNvPr id="79875" name="Rectangle 2">
            <a:extLst>
              <a:ext uri="{FF2B5EF4-FFF2-40B4-BE49-F238E27FC236}">
                <a16:creationId xmlns:a16="http://schemas.microsoft.com/office/drawing/2014/main" id="{A622EED8-D034-4116-93F1-D08B3DBE5E7A}"/>
              </a:ext>
            </a:extLst>
          </p:cNvPr>
          <p:cNvSpPr>
            <a:spLocks noRot="1" noChangeArrowheads="1" noTextEdit="1"/>
          </p:cNvSpPr>
          <p:nvPr>
            <p:ph type="sldImg"/>
          </p:nvPr>
        </p:nvSpPr>
        <p:spPr>
          <a:ln/>
        </p:spPr>
      </p:sp>
      <p:sp>
        <p:nvSpPr>
          <p:cNvPr id="79876" name="Rectangle 3">
            <a:extLst>
              <a:ext uri="{FF2B5EF4-FFF2-40B4-BE49-F238E27FC236}">
                <a16:creationId xmlns:a16="http://schemas.microsoft.com/office/drawing/2014/main" id="{FA045C4C-A3B4-4A54-AB5B-2EF9E02EA4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A136683A-2E09-4D20-ADFF-ED0CF67F67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FB7AAB8-98A6-4C11-9ECA-6AD4878C700D}" type="slidenum">
              <a:rPr lang="en-US" altLang="en-US" sz="1200" b="0">
                <a:latin typeface="Times New Roman" panose="02020603050405020304" pitchFamily="18" charset="0"/>
              </a:rPr>
              <a:pPr/>
              <a:t>26</a:t>
            </a:fld>
            <a:endParaRPr lang="en-US" altLang="en-US" sz="1200" b="0">
              <a:latin typeface="Times New Roman" panose="02020603050405020304" pitchFamily="18" charset="0"/>
            </a:endParaRPr>
          </a:p>
        </p:txBody>
      </p:sp>
      <p:sp>
        <p:nvSpPr>
          <p:cNvPr id="80899" name="Rectangle 2">
            <a:extLst>
              <a:ext uri="{FF2B5EF4-FFF2-40B4-BE49-F238E27FC236}">
                <a16:creationId xmlns:a16="http://schemas.microsoft.com/office/drawing/2014/main" id="{970704E0-8215-46F0-847E-41E4C3DFD927}"/>
              </a:ext>
            </a:extLst>
          </p:cNvPr>
          <p:cNvSpPr>
            <a:spLocks noRot="1" noChangeArrowheads="1" noTextEdit="1"/>
          </p:cNvSpPr>
          <p:nvPr>
            <p:ph type="sldImg"/>
          </p:nvPr>
        </p:nvSpPr>
        <p:spPr>
          <a:ln/>
        </p:spPr>
      </p:sp>
      <p:sp>
        <p:nvSpPr>
          <p:cNvPr id="80900" name="Rectangle 3">
            <a:extLst>
              <a:ext uri="{FF2B5EF4-FFF2-40B4-BE49-F238E27FC236}">
                <a16:creationId xmlns:a16="http://schemas.microsoft.com/office/drawing/2014/main" id="{801B1E64-D391-4400-805F-BEAB11FBAE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C56C2FBE-83B7-4771-A1EE-CC01166F15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19BC49F-259B-45AC-A734-E063903F4163}" type="slidenum">
              <a:rPr lang="en-US" altLang="en-US" sz="1200" b="0">
                <a:latin typeface="Times New Roman" panose="02020603050405020304" pitchFamily="18" charset="0"/>
              </a:rPr>
              <a:pPr/>
              <a:t>27</a:t>
            </a:fld>
            <a:endParaRPr lang="en-US" altLang="en-US" sz="1200" b="0">
              <a:latin typeface="Times New Roman" panose="02020603050405020304" pitchFamily="18" charset="0"/>
            </a:endParaRPr>
          </a:p>
        </p:txBody>
      </p:sp>
      <p:sp>
        <p:nvSpPr>
          <p:cNvPr id="81923" name="Rectangle 2">
            <a:extLst>
              <a:ext uri="{FF2B5EF4-FFF2-40B4-BE49-F238E27FC236}">
                <a16:creationId xmlns:a16="http://schemas.microsoft.com/office/drawing/2014/main" id="{6C221573-0862-4AC8-93A8-8F1F080836A8}"/>
              </a:ext>
            </a:extLst>
          </p:cNvPr>
          <p:cNvSpPr>
            <a:spLocks noRot="1" noChangeArrowheads="1" noTextEdit="1"/>
          </p:cNvSpPr>
          <p:nvPr>
            <p:ph type="sldImg"/>
          </p:nvPr>
        </p:nvSpPr>
        <p:spPr>
          <a:ln/>
        </p:spPr>
      </p:sp>
      <p:sp>
        <p:nvSpPr>
          <p:cNvPr id="81924" name="Rectangle 3">
            <a:extLst>
              <a:ext uri="{FF2B5EF4-FFF2-40B4-BE49-F238E27FC236}">
                <a16:creationId xmlns:a16="http://schemas.microsoft.com/office/drawing/2014/main" id="{AA04DEE2-086C-4AF8-922B-28679C3694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255BAFEC-CF22-4AF2-9528-BE3B38A45F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832589A-AE04-4138-9B25-CA231E3C04E7}" type="slidenum">
              <a:rPr lang="en-US" altLang="en-US" sz="1200" b="0">
                <a:latin typeface="Times New Roman" panose="02020603050405020304" pitchFamily="18" charset="0"/>
              </a:rPr>
              <a:pPr/>
              <a:t>28</a:t>
            </a:fld>
            <a:endParaRPr lang="en-US" altLang="en-US" sz="1200" b="0">
              <a:latin typeface="Times New Roman" panose="02020603050405020304" pitchFamily="18" charset="0"/>
            </a:endParaRPr>
          </a:p>
        </p:txBody>
      </p:sp>
      <p:sp>
        <p:nvSpPr>
          <p:cNvPr id="82947" name="Rectangle 2">
            <a:extLst>
              <a:ext uri="{FF2B5EF4-FFF2-40B4-BE49-F238E27FC236}">
                <a16:creationId xmlns:a16="http://schemas.microsoft.com/office/drawing/2014/main" id="{5FD8F930-445F-4523-BC4E-7A76F71837E2}"/>
              </a:ext>
            </a:extLst>
          </p:cNvPr>
          <p:cNvSpPr>
            <a:spLocks noRot="1" noChangeArrowheads="1" noTextEdit="1"/>
          </p:cNvSpPr>
          <p:nvPr>
            <p:ph type="sldImg"/>
          </p:nvPr>
        </p:nvSpPr>
        <p:spPr>
          <a:ln/>
        </p:spPr>
      </p:sp>
      <p:sp>
        <p:nvSpPr>
          <p:cNvPr id="82948" name="Rectangle 3">
            <a:extLst>
              <a:ext uri="{FF2B5EF4-FFF2-40B4-BE49-F238E27FC236}">
                <a16:creationId xmlns:a16="http://schemas.microsoft.com/office/drawing/2014/main" id="{D03CF327-857D-48D3-A684-30D3A6AEA7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4C01E2-8D39-4AFB-8F6F-F93A2B014B15}" type="datetimeFigureOut">
              <a:rPr lang="en-US" smtClean="0"/>
              <a:pPr/>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4C01E2-8D39-4AFB-8F6F-F93A2B014B15}" type="datetimeFigureOut">
              <a:rPr lang="en-US" smtClean="0"/>
              <a:pPr/>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4C01E2-8D39-4AFB-8F6F-F93A2B014B15}" type="datetimeFigureOut">
              <a:rPr lang="en-US" smtClean="0"/>
              <a:pPr/>
              <a:t>11/4/2020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4C01E2-8D39-4AFB-8F6F-F93A2B014B15}" type="datetimeFigureOut">
              <a:rPr lang="en-US" smtClean="0"/>
              <a:pPr/>
              <a:t>11/4/2020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4C01E2-8D39-4AFB-8F6F-F93A2B014B15}" type="datetimeFigureOut">
              <a:rPr lang="en-US" smtClean="0"/>
              <a:pPr/>
              <a:t>11/4/2020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4C01E2-8D39-4AFB-8F6F-F93A2B014B15}" type="datetimeFigureOut">
              <a:rPr lang="en-US" smtClean="0"/>
              <a:pPr/>
              <a:t>11/4/2020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C01E2-8D39-4AFB-8F6F-F93A2B014B15}" type="datetimeFigureOut">
              <a:rPr lang="en-US" smtClean="0"/>
              <a:pPr/>
              <a:t>11/4/2020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C01E2-8D39-4AFB-8F6F-F93A2B014B15}" type="datetimeFigureOut">
              <a:rPr lang="en-US" smtClean="0"/>
              <a:pPr/>
              <a:t>11/4/2020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C01E2-8D39-4AFB-8F6F-F93A2B014B15}" type="datetimeFigureOut">
              <a:rPr lang="en-US" smtClean="0"/>
              <a:pPr/>
              <a:t>11/4/2020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C7712E-CF77-4A4D-A906-4C104513DB7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200400"/>
            <a:ext cx="7772400" cy="1676400"/>
          </a:xfrm>
        </p:spPr>
        <p:txBody>
          <a:bodyPr>
            <a:normAutofit/>
          </a:bodyPr>
          <a:lstStyle/>
          <a:p>
            <a:pPr algn="ctr"/>
            <a:r>
              <a:rPr lang="en-US" b="1" u="none" dirty="0"/>
              <a:t>COMPUTER NETWORKS</a:t>
            </a:r>
            <a:br>
              <a:rPr lang="en-US" b="1" u="none" dirty="0"/>
            </a:br>
            <a:r>
              <a:rPr lang="en-US" b="1" u="none" dirty="0"/>
              <a:t>(</a:t>
            </a:r>
            <a:r>
              <a:rPr lang="en-US" b="1" dirty="0"/>
              <a:t>BCSC 0008)</a:t>
            </a:r>
            <a:endParaRPr lang="en-US" b="1" u="none" dirty="0"/>
          </a:p>
        </p:txBody>
      </p:sp>
      <p:sp>
        <p:nvSpPr>
          <p:cNvPr id="5" name="Slide Number Placeholder 4"/>
          <p:cNvSpPr>
            <a:spLocks noGrp="1"/>
          </p:cNvSpPr>
          <p:nvPr>
            <p:ph type="sldNum" sz="quarter" idx="12"/>
          </p:nvPr>
        </p:nvSpPr>
        <p:spPr/>
        <p:txBody>
          <a:bodyPr/>
          <a:lstStyle/>
          <a:p>
            <a:r>
              <a:rPr lang="en-US" altLang="zh-TW" dirty="0"/>
              <a:t>1-</a:t>
            </a:r>
            <a:fld id="{99D27633-06CE-45E1-87B8-65ED130BB8BF}" type="slidenum">
              <a:rPr lang="en-US" altLang="zh-TW" smtClean="0"/>
              <a:pPr/>
              <a:t>1</a:t>
            </a:fld>
            <a:endParaRPr lang="en-US" altLang="zh-TW" dirty="0"/>
          </a:p>
        </p:txBody>
      </p:sp>
      <p:sp>
        <p:nvSpPr>
          <p:cNvPr id="7" name="Footer Placeholder 5"/>
          <p:cNvSpPr>
            <a:spLocks noGrp="1"/>
          </p:cNvSpPr>
          <p:nvPr>
            <p:ph type="ftr" sz="quarter" idx="11"/>
          </p:nvPr>
        </p:nvSpPr>
        <p:spPr>
          <a:xfrm>
            <a:off x="1066800" y="6356350"/>
            <a:ext cx="6781800" cy="365125"/>
          </a:xfrm>
        </p:spPr>
        <p:txBody>
          <a:bodyPr/>
          <a:lstStyle/>
          <a:p>
            <a:r>
              <a:rPr lang="en-US" b="1" dirty="0">
                <a:solidFill>
                  <a:schemeClr val="tx1"/>
                </a:solidFill>
                <a:latin typeface="Times New Roman"/>
                <a:ea typeface="Calibri"/>
                <a:cs typeface="Times New Roman"/>
              </a:rPr>
              <a:t>Lecture Presented by: Prof. Diwakar Bharadwaj, Dr. Shabir Ali, Mr. Akhilesh Kumar Singh </a:t>
            </a:r>
            <a:endParaRPr lang="en-US" altLang="zh-TW" dirty="0">
              <a:solidFill>
                <a:schemeClr val="tx1"/>
              </a:solidFill>
              <a:latin typeface="Times New Roman" pitchFamily="18" charset="0"/>
            </a:endParaRPr>
          </a:p>
        </p:txBody>
      </p:sp>
      <p:pic>
        <p:nvPicPr>
          <p:cNvPr id="8" name="Picture 2"/>
          <p:cNvPicPr>
            <a:picLocks noChangeAspect="1" noChangeArrowheads="1"/>
          </p:cNvPicPr>
          <p:nvPr/>
        </p:nvPicPr>
        <p:blipFill>
          <a:blip r:embed="rId2" cstate="print"/>
          <a:srcRect/>
          <a:stretch>
            <a:fillRect/>
          </a:stretch>
        </p:blipFill>
        <p:spPr bwMode="auto">
          <a:xfrm>
            <a:off x="3581400" y="990600"/>
            <a:ext cx="2065942" cy="2152827"/>
          </a:xfrm>
          <a:prstGeom prst="rect">
            <a:avLst/>
          </a:prstGeom>
          <a:noFill/>
          <a:ln w="9525">
            <a:noFill/>
            <a:miter lim="800000"/>
            <a:headEnd/>
            <a:tailEnd/>
          </a:ln>
        </p:spPr>
      </p:pic>
      <p:sp>
        <p:nvSpPr>
          <p:cNvPr id="10" name="Footer Placeholder 5"/>
          <p:cNvSpPr txBox="1">
            <a:spLocks/>
          </p:cNvSpPr>
          <p:nvPr/>
        </p:nvSpPr>
        <p:spPr>
          <a:xfrm>
            <a:off x="1219200" y="4816475"/>
            <a:ext cx="6781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Times New Roman"/>
                <a:ea typeface="Calibri"/>
                <a:cs typeface="Times New Roman"/>
              </a:rPr>
              <a:t>Copyright</a:t>
            </a:r>
            <a:r>
              <a:rPr kumimoji="0" lang="en-US" sz="1200" b="1" i="0" u="none" strike="noStrike" kern="1200" cap="none" spc="0" normalizeH="0" noProof="0" dirty="0">
                <a:ln>
                  <a:noFill/>
                </a:ln>
                <a:solidFill>
                  <a:schemeClr val="tx1"/>
                </a:solidFill>
                <a:effectLst/>
                <a:uLnTx/>
                <a:uFillTx/>
                <a:latin typeface="Times New Roman"/>
                <a:ea typeface="Calibri"/>
                <a:cs typeface="Times New Roman"/>
              </a:rPr>
              <a:t> content, </a:t>
            </a:r>
            <a:r>
              <a:rPr lang="en-US" sz="1200" b="1" dirty="0">
                <a:latin typeface="Times New Roman"/>
                <a:ea typeface="Calibri"/>
                <a:cs typeface="Times New Roman"/>
              </a:rPr>
              <a:t>use only with the written permission of presenter mentioned</a:t>
            </a:r>
            <a:endParaRPr kumimoji="0" lang="en-US" altLang="zh-TW" sz="1200"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
        <p:nvSpPr>
          <p:cNvPr id="11" name="Footer Placeholder 5"/>
          <p:cNvSpPr txBox="1">
            <a:spLocks/>
          </p:cNvSpPr>
          <p:nvPr/>
        </p:nvSpPr>
        <p:spPr>
          <a:xfrm>
            <a:off x="3352800" y="5410200"/>
            <a:ext cx="24384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tx1"/>
                </a:solidFill>
                <a:effectLst/>
                <a:uLnTx/>
                <a:uFillTx/>
                <a:latin typeface="Times New Roman"/>
                <a:ea typeface="Calibri"/>
                <a:cs typeface="Times New Roman"/>
              </a:rPr>
              <a:t>Lecture 21</a:t>
            </a:r>
            <a:endParaRPr kumimoji="0" lang="en-US" altLang="zh-TW"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dirty="0"/>
            </a:br>
            <a:r>
              <a:rPr lang="en-US" b="1" dirty="0"/>
              <a:t>Text and Reference Books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buNone/>
            </a:pPr>
            <a:r>
              <a:rPr lang="en-US" sz="2400" dirty="0">
                <a:solidFill>
                  <a:srgbClr val="FF0000"/>
                </a:solidFill>
              </a:rPr>
              <a:t>Text Books:</a:t>
            </a:r>
          </a:p>
          <a:p>
            <a:pPr marL="457200" indent="-457200" algn="just">
              <a:buFont typeface="+mj-lt"/>
              <a:buAutoNum type="arabicPeriod"/>
            </a:pPr>
            <a:r>
              <a:rPr lang="en-US" sz="2800" dirty="0"/>
              <a:t>Fourouzan B. A. (2004), “Data Communication and Networking”, 4th Edition, McGraw-Hill.</a:t>
            </a:r>
          </a:p>
          <a:p>
            <a:pPr algn="just"/>
            <a:endParaRPr lang="en-US" sz="2400" dirty="0"/>
          </a:p>
          <a:p>
            <a:pPr algn="just">
              <a:buNone/>
            </a:pPr>
            <a:r>
              <a:rPr lang="en-US" sz="2400" dirty="0">
                <a:solidFill>
                  <a:srgbClr val="FF0000"/>
                </a:solidFill>
              </a:rPr>
              <a:t>References:</a:t>
            </a:r>
          </a:p>
          <a:p>
            <a:pPr marL="457200" indent="-457200" algn="just">
              <a:buFont typeface="+mj-lt"/>
              <a:buAutoNum type="arabicPeriod"/>
            </a:pPr>
            <a:r>
              <a:rPr lang="en-US" sz="2800" dirty="0"/>
              <a:t>Kurose, J. F. and Ross K. W. (2005), “Computer Networking: A Top-Down Approach Featuring the Internet”, 3rd Edition, Addison-Wesley.</a:t>
            </a:r>
          </a:p>
          <a:p>
            <a:pPr marL="457200" indent="-457200" algn="just">
              <a:buFont typeface="+mj-lt"/>
              <a:buAutoNum type="arabicPeriod"/>
            </a:pPr>
            <a:r>
              <a:rPr lang="en-US" sz="2800" dirty="0"/>
              <a:t>A. S. Tanenbaum (2006), “Computer Networks”, 2nd Edition, Prentice Hall India.</a:t>
            </a:r>
          </a:p>
        </p:txBody>
      </p:sp>
      <p:sp>
        <p:nvSpPr>
          <p:cNvPr id="5" name="Footer Placeholder 5"/>
          <p:cNvSpPr>
            <a:spLocks noGrp="1"/>
          </p:cNvSpPr>
          <p:nvPr>
            <p:ph type="ftr" sz="quarter" idx="11"/>
          </p:nvPr>
        </p:nvSpPr>
        <p:spPr>
          <a:xfrm>
            <a:off x="1066800" y="6356350"/>
            <a:ext cx="6781800" cy="365125"/>
          </a:xfrm>
        </p:spPr>
        <p:txBody>
          <a:bodyPr/>
          <a:lstStyle/>
          <a:p>
            <a:r>
              <a:rPr lang="en-US" b="1" dirty="0">
                <a:solidFill>
                  <a:schemeClr val="tx1"/>
                </a:solidFill>
                <a:latin typeface="Times New Roman"/>
                <a:ea typeface="Calibri"/>
                <a:cs typeface="Times New Roman"/>
              </a:rPr>
              <a:t>Lecture Presented by: Prof. Diwakar Bharadwaj, Mr. Saurabh Anand, Mr. Akhilesh Kumar Singh </a:t>
            </a:r>
            <a:endParaRPr lang="en-US" altLang="zh-TW" dirty="0">
              <a:solidFill>
                <a:schemeClr val="tx1"/>
              </a:solidFill>
              <a:latin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1"/>
          <p:cNvSpPr>
            <a:spLocks noGrp="1"/>
          </p:cNvSpPr>
          <p:nvPr>
            <p:ph type="sldNum" sz="quarter" idx="10"/>
          </p:nvPr>
        </p:nvSpPr>
        <p:spPr/>
        <p:txBody>
          <a:bodyPr/>
          <a:lstStyle/>
          <a:p>
            <a:r>
              <a:rPr lang="en-US"/>
              <a:t>22.</a:t>
            </a:r>
            <a:fld id="{6BA605E7-5332-4B24-865B-C6B591EA3693}" type="slidenum">
              <a:rPr lang="en-US"/>
              <a:pPr/>
              <a:t>3</a:t>
            </a:fld>
            <a:endParaRPr lang="en-US"/>
          </a:p>
        </p:txBody>
      </p:sp>
      <p:sp>
        <p:nvSpPr>
          <p:cNvPr id="565250"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baseline="0">
              <a:effectLst>
                <a:outerShdw blurRad="38100" dist="38100" dir="2700000" algn="tl">
                  <a:srgbClr val="FFFFFF"/>
                </a:outerShdw>
              </a:effectLst>
              <a:latin typeface="Times New Roman" pitchFamily="18" charset="0"/>
            </a:endParaRPr>
          </a:p>
        </p:txBody>
      </p:sp>
      <p:sp>
        <p:nvSpPr>
          <p:cNvPr id="565251" name="Text Box 3"/>
          <p:cNvSpPr txBox="1">
            <a:spLocks noChangeArrowheads="1"/>
          </p:cNvSpPr>
          <p:nvPr/>
        </p:nvSpPr>
        <p:spPr bwMode="auto">
          <a:xfrm>
            <a:off x="228600" y="406400"/>
            <a:ext cx="3381375" cy="579438"/>
          </a:xfrm>
          <a:prstGeom prst="rect">
            <a:avLst/>
          </a:prstGeom>
          <a:noFill/>
          <a:ln w="9525">
            <a:noFill/>
            <a:miter lim="800000"/>
            <a:headEnd/>
            <a:tailEnd/>
          </a:ln>
          <a:effectLst/>
        </p:spPr>
        <p:txBody>
          <a:bodyPr wrap="none">
            <a:spAutoFit/>
          </a:bodyPr>
          <a:lstStyle/>
          <a:p>
            <a:r>
              <a:rPr lang="en-US" baseline="0">
                <a:effectLst>
                  <a:outerShdw blurRad="38100" dist="38100" dir="2700000" algn="tl">
                    <a:srgbClr val="C0C0C0"/>
                  </a:outerShdw>
                </a:effectLst>
                <a:latin typeface="Times" pitchFamily="18" charset="0"/>
              </a:rPr>
              <a:t>22-1   DELIVERY</a:t>
            </a:r>
          </a:p>
        </p:txBody>
      </p:sp>
      <p:sp>
        <p:nvSpPr>
          <p:cNvPr id="565252"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baseline="0">
              <a:latin typeface="Times New Roman" pitchFamily="18" charset="0"/>
            </a:endParaRPr>
          </a:p>
        </p:txBody>
      </p:sp>
      <p:sp>
        <p:nvSpPr>
          <p:cNvPr id="565253" name="Rectangle 5"/>
          <p:cNvSpPr>
            <a:spLocks noChangeArrowheads="1"/>
          </p:cNvSpPr>
          <p:nvPr/>
        </p:nvSpPr>
        <p:spPr bwMode="auto">
          <a:xfrm>
            <a:off x="152400" y="1524000"/>
            <a:ext cx="8229600" cy="1373188"/>
          </a:xfrm>
          <a:prstGeom prst="rect">
            <a:avLst/>
          </a:prstGeom>
          <a:noFill/>
          <a:ln w="9525">
            <a:noFill/>
            <a:miter lim="800000"/>
            <a:headEnd/>
            <a:tailEnd/>
          </a:ln>
          <a:effectLst/>
        </p:spPr>
        <p:txBody>
          <a:bodyPr anchor="ctr">
            <a:spAutoFit/>
          </a:bodyPr>
          <a:lstStyle/>
          <a:p>
            <a:pPr algn="just" eaLnBrk="1" hangingPunct="1"/>
            <a:r>
              <a:rPr lang="en-US" sz="2800" i="1" baseline="0">
                <a:effectLst>
                  <a:outerShdw blurRad="38100" dist="38100" dir="2700000" algn="tl">
                    <a:srgbClr val="C0C0C0"/>
                  </a:outerShdw>
                </a:effectLst>
                <a:latin typeface="Times New Roman" pitchFamily="18" charset="0"/>
              </a:rPr>
              <a:t>The network layer supervises the handling of the packets by the underlying physical networks. We define this handling as the delivery of a packet.</a:t>
            </a:r>
          </a:p>
        </p:txBody>
      </p:sp>
      <p:sp>
        <p:nvSpPr>
          <p:cNvPr id="565277" name="Rectangle 29"/>
          <p:cNvSpPr>
            <a:spLocks noChangeArrowheads="1"/>
          </p:cNvSpPr>
          <p:nvPr/>
        </p:nvSpPr>
        <p:spPr bwMode="auto">
          <a:xfrm>
            <a:off x="304800" y="5048250"/>
            <a:ext cx="6705600" cy="457200"/>
          </a:xfrm>
          <a:prstGeom prst="rect">
            <a:avLst/>
          </a:prstGeom>
          <a:noFill/>
          <a:ln w="9525">
            <a:noFill/>
            <a:miter lim="800000"/>
            <a:headEnd/>
            <a:tailEnd/>
          </a:ln>
          <a:effectLst/>
        </p:spPr>
        <p:txBody>
          <a:bodyPr>
            <a:spAutoFit/>
          </a:bodyPr>
          <a:lstStyle/>
          <a:p>
            <a:pPr>
              <a:buClr>
                <a:schemeClr val="tx1"/>
              </a:buClr>
              <a:buSzPct val="117000"/>
              <a:buFont typeface="Wingdings" pitchFamily="2" charset="2"/>
              <a:buNone/>
            </a:pPr>
            <a:r>
              <a:rPr lang="en-US" sz="2400" baseline="0">
                <a:solidFill>
                  <a:srgbClr val="0033CC"/>
                </a:solidFill>
                <a:latin typeface="Times New Roman" pitchFamily="18" charset="0"/>
              </a:rPr>
              <a:t>Direct Versus Indirect Delivery</a:t>
            </a:r>
          </a:p>
        </p:txBody>
      </p:sp>
      <p:sp>
        <p:nvSpPr>
          <p:cNvPr id="565278" name="Text Box 30"/>
          <p:cNvSpPr txBox="1">
            <a:spLocks noChangeArrowheads="1"/>
          </p:cNvSpPr>
          <p:nvPr/>
        </p:nvSpPr>
        <p:spPr bwMode="auto">
          <a:xfrm>
            <a:off x="317500" y="4572000"/>
            <a:ext cx="4862513" cy="519113"/>
          </a:xfrm>
          <a:prstGeom prst="rect">
            <a:avLst/>
          </a:prstGeom>
          <a:noFill/>
          <a:ln w="76200" algn="ctr">
            <a:noFill/>
            <a:miter lim="800000"/>
            <a:headEnd/>
            <a:tailEnd/>
          </a:ln>
          <a:effectLst/>
        </p:spPr>
        <p:txBody>
          <a:bodyPr wrap="none">
            <a:spAutoFit/>
          </a:bodyPr>
          <a:lstStyle/>
          <a:p>
            <a:pPr algn="ctr"/>
            <a:r>
              <a:rPr lang="en-US" sz="2800" i="1" u="sng" baseline="0">
                <a:solidFill>
                  <a:schemeClr val="hlink"/>
                </a:solidFill>
                <a:effectLst>
                  <a:outerShdw blurRad="38100" dist="38100" dir="2700000" algn="tl">
                    <a:srgbClr val="C0C0C0"/>
                  </a:outerShdw>
                </a:effectLst>
                <a:latin typeface="Times New Roman" pitchFamily="18" charset="0"/>
              </a:rPr>
              <a:t>Topics discussed in this section:</a:t>
            </a:r>
          </a:p>
        </p:txBody>
      </p:sp>
    </p:spTree>
    <p:extLst>
      <p:ext uri="{BB962C8B-B14F-4D97-AF65-F5344CB8AC3E}">
        <p14:creationId xmlns:p14="http://schemas.microsoft.com/office/powerpoint/2010/main" val="1965846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22.</a:t>
            </a:r>
            <a:fld id="{79450ECA-20D6-449D-8718-352CA03797BC}" type="slidenum">
              <a:rPr lang="en-US"/>
              <a:pPr/>
              <a:t>4</a:t>
            </a:fld>
            <a:endParaRPr lang="en-US"/>
          </a:p>
        </p:txBody>
      </p:sp>
      <p:sp>
        <p:nvSpPr>
          <p:cNvPr id="1082370"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1082371"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1082372" name="Text Box 4"/>
          <p:cNvSpPr txBox="1">
            <a:spLocks noChangeArrowheads="1"/>
          </p:cNvSpPr>
          <p:nvPr/>
        </p:nvSpPr>
        <p:spPr bwMode="auto">
          <a:xfrm>
            <a:off x="304800" y="381000"/>
            <a:ext cx="4659313"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22.1  </a:t>
            </a:r>
            <a:r>
              <a:rPr lang="en-US" sz="2000" i="1" baseline="0">
                <a:latin typeface="Times New Roman" pitchFamily="18" charset="0"/>
              </a:rPr>
              <a:t>Direct and indirect delivery</a:t>
            </a:r>
          </a:p>
        </p:txBody>
      </p:sp>
      <p:sp>
        <p:nvSpPr>
          <p:cNvPr id="1082373"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1082374" name="Picture 6"/>
          <p:cNvPicPr>
            <a:picLocks noChangeAspect="1" noChangeArrowheads="1"/>
          </p:cNvPicPr>
          <p:nvPr/>
        </p:nvPicPr>
        <p:blipFill>
          <a:blip r:embed="rId3"/>
          <a:srcRect/>
          <a:stretch>
            <a:fillRect/>
          </a:stretch>
        </p:blipFill>
        <p:spPr bwMode="auto">
          <a:xfrm>
            <a:off x="350838" y="1812925"/>
            <a:ext cx="8564562" cy="3673475"/>
          </a:xfrm>
          <a:prstGeom prst="rect">
            <a:avLst/>
          </a:prstGeom>
          <a:noFill/>
          <a:ln w="9525">
            <a:noFill/>
            <a:miter lim="800000"/>
            <a:headEnd/>
            <a:tailEnd/>
          </a:ln>
          <a:effectLst/>
        </p:spPr>
      </p:pic>
    </p:spTree>
    <p:extLst>
      <p:ext uri="{BB962C8B-B14F-4D97-AF65-F5344CB8AC3E}">
        <p14:creationId xmlns:p14="http://schemas.microsoft.com/office/powerpoint/2010/main" val="397789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1"/>
          <p:cNvSpPr>
            <a:spLocks noGrp="1"/>
          </p:cNvSpPr>
          <p:nvPr>
            <p:ph type="sldNum" sz="quarter" idx="10"/>
          </p:nvPr>
        </p:nvSpPr>
        <p:spPr/>
        <p:txBody>
          <a:bodyPr/>
          <a:lstStyle/>
          <a:p>
            <a:r>
              <a:rPr lang="en-US"/>
              <a:t>22.</a:t>
            </a:r>
            <a:fld id="{A4CDFE3E-BA6D-4A8E-A235-B83DAF8F14C3}" type="slidenum">
              <a:rPr lang="en-US"/>
              <a:pPr/>
              <a:t>5</a:t>
            </a:fld>
            <a:endParaRPr lang="en-US"/>
          </a:p>
        </p:txBody>
      </p:sp>
      <p:sp>
        <p:nvSpPr>
          <p:cNvPr id="1076226"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baseline="0">
              <a:effectLst>
                <a:outerShdw blurRad="38100" dist="38100" dir="2700000" algn="tl">
                  <a:srgbClr val="FFFFFF"/>
                </a:outerShdw>
              </a:effectLst>
              <a:latin typeface="Times New Roman" pitchFamily="18" charset="0"/>
            </a:endParaRPr>
          </a:p>
        </p:txBody>
      </p:sp>
      <p:sp>
        <p:nvSpPr>
          <p:cNvPr id="1076227" name="Text Box 3"/>
          <p:cNvSpPr txBox="1">
            <a:spLocks noChangeArrowheads="1"/>
          </p:cNvSpPr>
          <p:nvPr/>
        </p:nvSpPr>
        <p:spPr bwMode="auto">
          <a:xfrm>
            <a:off x="228600" y="406400"/>
            <a:ext cx="4146550" cy="579438"/>
          </a:xfrm>
          <a:prstGeom prst="rect">
            <a:avLst/>
          </a:prstGeom>
          <a:noFill/>
          <a:ln w="9525">
            <a:noFill/>
            <a:miter lim="800000"/>
            <a:headEnd/>
            <a:tailEnd/>
          </a:ln>
          <a:effectLst/>
        </p:spPr>
        <p:txBody>
          <a:bodyPr wrap="none">
            <a:spAutoFit/>
          </a:bodyPr>
          <a:lstStyle/>
          <a:p>
            <a:r>
              <a:rPr lang="en-US" baseline="0">
                <a:effectLst>
                  <a:outerShdw blurRad="38100" dist="38100" dir="2700000" algn="tl">
                    <a:srgbClr val="C0C0C0"/>
                  </a:outerShdw>
                </a:effectLst>
                <a:latin typeface="Times" pitchFamily="18" charset="0"/>
              </a:rPr>
              <a:t>22-2   FORWARDING</a:t>
            </a:r>
          </a:p>
        </p:txBody>
      </p:sp>
      <p:sp>
        <p:nvSpPr>
          <p:cNvPr id="1076228"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baseline="0">
              <a:latin typeface="Times New Roman" pitchFamily="18" charset="0"/>
            </a:endParaRPr>
          </a:p>
        </p:txBody>
      </p:sp>
      <p:sp>
        <p:nvSpPr>
          <p:cNvPr id="1076229" name="Rectangle 5"/>
          <p:cNvSpPr>
            <a:spLocks noChangeArrowheads="1"/>
          </p:cNvSpPr>
          <p:nvPr/>
        </p:nvSpPr>
        <p:spPr bwMode="auto">
          <a:xfrm>
            <a:off x="304800" y="1524000"/>
            <a:ext cx="8229600" cy="2654300"/>
          </a:xfrm>
          <a:prstGeom prst="rect">
            <a:avLst/>
          </a:prstGeom>
          <a:noFill/>
          <a:ln w="9525">
            <a:noFill/>
            <a:miter lim="800000"/>
            <a:headEnd/>
            <a:tailEnd/>
          </a:ln>
          <a:effectLst/>
        </p:spPr>
        <p:txBody>
          <a:bodyPr anchor="ctr">
            <a:spAutoFit/>
          </a:bodyPr>
          <a:lstStyle/>
          <a:p>
            <a:pPr algn="just" eaLnBrk="1" hangingPunct="1"/>
            <a:r>
              <a:rPr lang="en-US" sz="2800" i="1" baseline="0">
                <a:effectLst>
                  <a:outerShdw blurRad="38100" dist="38100" dir="2700000" algn="tl">
                    <a:srgbClr val="C0C0C0"/>
                  </a:outerShdw>
                </a:effectLst>
                <a:latin typeface="Times New Roman" pitchFamily="18" charset="0"/>
              </a:rPr>
              <a:t>Forwarding means to place the packet in its route to its destination. Forwarding requires a host or a router to have a routing table. When a host has a packet to send or when a router has received a packet to be forwarded, it looks at this table to find the route to the final destination. </a:t>
            </a:r>
          </a:p>
        </p:txBody>
      </p:sp>
      <p:sp>
        <p:nvSpPr>
          <p:cNvPr id="1076230" name="Rectangle 6"/>
          <p:cNvSpPr>
            <a:spLocks noChangeArrowheads="1"/>
          </p:cNvSpPr>
          <p:nvPr/>
        </p:nvSpPr>
        <p:spPr bwMode="auto">
          <a:xfrm>
            <a:off x="304800" y="4908550"/>
            <a:ext cx="6705600" cy="1187450"/>
          </a:xfrm>
          <a:prstGeom prst="rect">
            <a:avLst/>
          </a:prstGeom>
          <a:noFill/>
          <a:ln w="9525">
            <a:noFill/>
            <a:miter lim="800000"/>
            <a:headEnd/>
            <a:tailEnd/>
          </a:ln>
          <a:effectLst/>
        </p:spPr>
        <p:txBody>
          <a:bodyPr>
            <a:spAutoFit/>
          </a:bodyPr>
          <a:lstStyle/>
          <a:p>
            <a:pPr>
              <a:buClr>
                <a:schemeClr val="tx1"/>
              </a:buClr>
              <a:buSzPct val="117000"/>
              <a:buFont typeface="Wingdings" pitchFamily="2" charset="2"/>
              <a:buNone/>
            </a:pPr>
            <a:r>
              <a:rPr lang="en-US" sz="2400" baseline="0">
                <a:solidFill>
                  <a:srgbClr val="0033CC"/>
                </a:solidFill>
                <a:latin typeface="Times New Roman" pitchFamily="18" charset="0"/>
              </a:rPr>
              <a:t>Forwarding Techniques</a:t>
            </a:r>
            <a:br>
              <a:rPr lang="fr-FR" sz="2400" baseline="0">
                <a:solidFill>
                  <a:srgbClr val="0033CC"/>
                </a:solidFill>
                <a:latin typeface="Times New Roman" pitchFamily="18" charset="0"/>
              </a:rPr>
            </a:br>
            <a:r>
              <a:rPr lang="fr-FR" sz="2400" baseline="0">
                <a:solidFill>
                  <a:srgbClr val="0033CC"/>
                </a:solidFill>
                <a:latin typeface="Times New Roman" pitchFamily="18" charset="0"/>
              </a:rPr>
              <a:t>Forwarding Process</a:t>
            </a:r>
          </a:p>
          <a:p>
            <a:pPr>
              <a:buClr>
                <a:schemeClr val="tx1"/>
              </a:buClr>
              <a:buSzPct val="117000"/>
              <a:buFont typeface="Wingdings" pitchFamily="2" charset="2"/>
              <a:buNone/>
            </a:pPr>
            <a:r>
              <a:rPr lang="en-US" sz="2400" baseline="0">
                <a:solidFill>
                  <a:srgbClr val="0033CC"/>
                </a:solidFill>
                <a:latin typeface="Times New Roman" pitchFamily="18" charset="0"/>
              </a:rPr>
              <a:t>Routing Table</a:t>
            </a:r>
          </a:p>
        </p:txBody>
      </p:sp>
      <p:sp>
        <p:nvSpPr>
          <p:cNvPr id="1076231" name="Text Box 7"/>
          <p:cNvSpPr txBox="1">
            <a:spLocks noChangeArrowheads="1"/>
          </p:cNvSpPr>
          <p:nvPr/>
        </p:nvSpPr>
        <p:spPr bwMode="auto">
          <a:xfrm>
            <a:off x="317500" y="4419600"/>
            <a:ext cx="4862513" cy="519113"/>
          </a:xfrm>
          <a:prstGeom prst="rect">
            <a:avLst/>
          </a:prstGeom>
          <a:noFill/>
          <a:ln w="76200" algn="ctr">
            <a:noFill/>
            <a:miter lim="800000"/>
            <a:headEnd/>
            <a:tailEnd/>
          </a:ln>
          <a:effectLst/>
        </p:spPr>
        <p:txBody>
          <a:bodyPr wrap="none">
            <a:spAutoFit/>
          </a:bodyPr>
          <a:lstStyle/>
          <a:p>
            <a:pPr algn="ctr"/>
            <a:r>
              <a:rPr lang="en-US" sz="2800" i="1" u="sng" baseline="0">
                <a:solidFill>
                  <a:schemeClr val="hlink"/>
                </a:solidFill>
                <a:effectLst>
                  <a:outerShdw blurRad="38100" dist="38100" dir="2700000" algn="tl">
                    <a:srgbClr val="C0C0C0"/>
                  </a:outerShdw>
                </a:effectLst>
                <a:latin typeface="Times New Roman" pitchFamily="18" charset="0"/>
              </a:rPr>
              <a:t>Topics discussed in this section:</a:t>
            </a:r>
          </a:p>
        </p:txBody>
      </p:sp>
    </p:spTree>
    <p:extLst>
      <p:ext uri="{BB962C8B-B14F-4D97-AF65-F5344CB8AC3E}">
        <p14:creationId xmlns:p14="http://schemas.microsoft.com/office/powerpoint/2010/main" val="2537975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22.</a:t>
            </a:r>
            <a:fld id="{35D88944-B689-48E6-8A2F-D873916C3BDD}" type="slidenum">
              <a:rPr lang="en-US"/>
              <a:pPr/>
              <a:t>6</a:t>
            </a:fld>
            <a:endParaRPr lang="en-US"/>
          </a:p>
        </p:txBody>
      </p:sp>
      <p:sp>
        <p:nvSpPr>
          <p:cNvPr id="1084418"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1084419"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1084420" name="Text Box 4"/>
          <p:cNvSpPr txBox="1">
            <a:spLocks noChangeArrowheads="1"/>
          </p:cNvSpPr>
          <p:nvPr/>
        </p:nvSpPr>
        <p:spPr bwMode="auto">
          <a:xfrm>
            <a:off x="304800" y="381000"/>
            <a:ext cx="5824538"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22.2  </a:t>
            </a:r>
            <a:r>
              <a:rPr lang="en-US" sz="2000" i="1" baseline="0">
                <a:latin typeface="Times New Roman" pitchFamily="18" charset="0"/>
              </a:rPr>
              <a:t>Route method versus next-hop method</a:t>
            </a:r>
          </a:p>
        </p:txBody>
      </p:sp>
      <p:sp>
        <p:nvSpPr>
          <p:cNvPr id="1084421"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1084422" name="Picture 6"/>
          <p:cNvPicPr>
            <a:picLocks noChangeAspect="1" noChangeArrowheads="1"/>
          </p:cNvPicPr>
          <p:nvPr/>
        </p:nvPicPr>
        <p:blipFill>
          <a:blip r:embed="rId3"/>
          <a:srcRect/>
          <a:stretch>
            <a:fillRect/>
          </a:stretch>
        </p:blipFill>
        <p:spPr bwMode="auto">
          <a:xfrm>
            <a:off x="646113" y="1524000"/>
            <a:ext cx="7559675" cy="4105275"/>
          </a:xfrm>
          <a:prstGeom prst="rect">
            <a:avLst/>
          </a:prstGeom>
          <a:noFill/>
          <a:ln w="9525">
            <a:noFill/>
            <a:miter lim="800000"/>
            <a:headEnd/>
            <a:tailEnd/>
          </a:ln>
          <a:effectLst/>
        </p:spPr>
      </p:pic>
    </p:spTree>
    <p:extLst>
      <p:ext uri="{BB962C8B-B14F-4D97-AF65-F5344CB8AC3E}">
        <p14:creationId xmlns:p14="http://schemas.microsoft.com/office/powerpoint/2010/main" val="1028416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22.</a:t>
            </a:r>
            <a:fld id="{DF641ECA-24EE-439C-8D98-37560480C961}" type="slidenum">
              <a:rPr lang="en-US"/>
              <a:pPr/>
              <a:t>7</a:t>
            </a:fld>
            <a:endParaRPr lang="en-US"/>
          </a:p>
        </p:txBody>
      </p:sp>
      <p:sp>
        <p:nvSpPr>
          <p:cNvPr id="1086466"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1086467"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1086468" name="Text Box 4"/>
          <p:cNvSpPr txBox="1">
            <a:spLocks noChangeArrowheads="1"/>
          </p:cNvSpPr>
          <p:nvPr/>
        </p:nvSpPr>
        <p:spPr bwMode="auto">
          <a:xfrm>
            <a:off x="304800" y="381000"/>
            <a:ext cx="6516688"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22.3  </a:t>
            </a:r>
            <a:r>
              <a:rPr lang="en-US" sz="2000" i="1" baseline="0">
                <a:latin typeface="Times New Roman" pitchFamily="18" charset="0"/>
              </a:rPr>
              <a:t>Host-specific versus network-specific method</a:t>
            </a:r>
          </a:p>
        </p:txBody>
      </p:sp>
      <p:sp>
        <p:nvSpPr>
          <p:cNvPr id="1086469"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1086470" name="Picture 6"/>
          <p:cNvPicPr>
            <a:picLocks noChangeAspect="1" noChangeArrowheads="1"/>
          </p:cNvPicPr>
          <p:nvPr/>
        </p:nvPicPr>
        <p:blipFill>
          <a:blip r:embed="rId3"/>
          <a:srcRect/>
          <a:stretch>
            <a:fillRect/>
          </a:stretch>
        </p:blipFill>
        <p:spPr bwMode="auto">
          <a:xfrm>
            <a:off x="219075" y="1882775"/>
            <a:ext cx="8620125" cy="3222625"/>
          </a:xfrm>
          <a:prstGeom prst="rect">
            <a:avLst/>
          </a:prstGeom>
          <a:noFill/>
          <a:ln w="9525">
            <a:noFill/>
            <a:miter lim="800000"/>
            <a:headEnd/>
            <a:tailEnd/>
          </a:ln>
          <a:effectLst/>
        </p:spPr>
      </p:pic>
    </p:spTree>
    <p:extLst>
      <p:ext uri="{BB962C8B-B14F-4D97-AF65-F5344CB8AC3E}">
        <p14:creationId xmlns:p14="http://schemas.microsoft.com/office/powerpoint/2010/main" val="2674768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22.</a:t>
            </a:r>
            <a:fld id="{F63D22CB-AC42-49B6-AD2E-D0881ADDE388}" type="slidenum">
              <a:rPr lang="en-US"/>
              <a:pPr/>
              <a:t>8</a:t>
            </a:fld>
            <a:endParaRPr lang="en-US"/>
          </a:p>
        </p:txBody>
      </p:sp>
      <p:sp>
        <p:nvSpPr>
          <p:cNvPr id="1088514"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1088515"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1088516" name="Text Box 4"/>
          <p:cNvSpPr txBox="1">
            <a:spLocks noChangeArrowheads="1"/>
          </p:cNvSpPr>
          <p:nvPr/>
        </p:nvSpPr>
        <p:spPr bwMode="auto">
          <a:xfrm>
            <a:off x="304800" y="381000"/>
            <a:ext cx="3435350"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22.4  </a:t>
            </a:r>
            <a:r>
              <a:rPr lang="en-US" sz="2000" i="1" baseline="0">
                <a:latin typeface="Times New Roman" pitchFamily="18" charset="0"/>
              </a:rPr>
              <a:t>Default method</a:t>
            </a:r>
          </a:p>
        </p:txBody>
      </p:sp>
      <p:sp>
        <p:nvSpPr>
          <p:cNvPr id="1088517"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1088518" name="Picture 6"/>
          <p:cNvPicPr>
            <a:picLocks noChangeAspect="1" noChangeArrowheads="1"/>
          </p:cNvPicPr>
          <p:nvPr/>
        </p:nvPicPr>
        <p:blipFill>
          <a:blip r:embed="rId3"/>
          <a:srcRect/>
          <a:stretch>
            <a:fillRect/>
          </a:stretch>
        </p:blipFill>
        <p:spPr bwMode="auto">
          <a:xfrm>
            <a:off x="1690688" y="1295400"/>
            <a:ext cx="6462712" cy="4432300"/>
          </a:xfrm>
          <a:prstGeom prst="rect">
            <a:avLst/>
          </a:prstGeom>
          <a:noFill/>
          <a:ln w="9525">
            <a:noFill/>
            <a:miter lim="800000"/>
            <a:headEnd/>
            <a:tailEnd/>
          </a:ln>
          <a:effectLst/>
        </p:spPr>
      </p:pic>
    </p:spTree>
    <p:extLst>
      <p:ext uri="{BB962C8B-B14F-4D97-AF65-F5344CB8AC3E}">
        <p14:creationId xmlns:p14="http://schemas.microsoft.com/office/powerpoint/2010/main" val="4284703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22.</a:t>
            </a:r>
            <a:fld id="{07A38AE8-C098-4084-819E-F20B4B0CD590}" type="slidenum">
              <a:rPr lang="en-US"/>
              <a:pPr/>
              <a:t>9</a:t>
            </a:fld>
            <a:endParaRPr lang="en-US"/>
          </a:p>
        </p:txBody>
      </p:sp>
      <p:sp>
        <p:nvSpPr>
          <p:cNvPr id="109056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109056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1090564" name="Text Box 4"/>
          <p:cNvSpPr txBox="1">
            <a:spLocks noChangeArrowheads="1"/>
          </p:cNvSpPr>
          <p:nvPr/>
        </p:nvSpPr>
        <p:spPr bwMode="auto">
          <a:xfrm>
            <a:off x="304800" y="381000"/>
            <a:ext cx="7024688"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22.5  </a:t>
            </a:r>
            <a:r>
              <a:rPr lang="en-US" sz="2000" i="1" baseline="0">
                <a:latin typeface="Times New Roman" pitchFamily="18" charset="0"/>
              </a:rPr>
              <a:t>Simplified forwarding module in classless address</a:t>
            </a:r>
          </a:p>
        </p:txBody>
      </p:sp>
      <p:sp>
        <p:nvSpPr>
          <p:cNvPr id="1090565"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1090566" name="Picture 6"/>
          <p:cNvPicPr>
            <a:picLocks noChangeAspect="1" noChangeArrowheads="1"/>
          </p:cNvPicPr>
          <p:nvPr/>
        </p:nvPicPr>
        <p:blipFill>
          <a:blip r:embed="rId3"/>
          <a:srcRect/>
          <a:stretch>
            <a:fillRect/>
          </a:stretch>
        </p:blipFill>
        <p:spPr bwMode="auto">
          <a:xfrm>
            <a:off x="88900" y="2239963"/>
            <a:ext cx="8902700" cy="2789237"/>
          </a:xfrm>
          <a:prstGeom prst="rect">
            <a:avLst/>
          </a:prstGeom>
          <a:noFill/>
          <a:ln w="9525">
            <a:noFill/>
            <a:miter lim="800000"/>
            <a:headEnd/>
            <a:tailEnd/>
          </a:ln>
          <a:effectLst/>
        </p:spPr>
      </p:pic>
    </p:spTree>
    <p:extLst>
      <p:ext uri="{BB962C8B-B14F-4D97-AF65-F5344CB8AC3E}">
        <p14:creationId xmlns:p14="http://schemas.microsoft.com/office/powerpoint/2010/main" val="3769417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r>
              <a:rPr lang="en-US"/>
              <a:t>22.</a:t>
            </a:r>
            <a:fld id="{64EE2D1C-F515-4CFA-9379-46745E63A6E1}" type="slidenum">
              <a:rPr lang="en-US"/>
              <a:pPr/>
              <a:t>10</a:t>
            </a:fld>
            <a:endParaRPr lang="en-US"/>
          </a:p>
        </p:txBody>
      </p:sp>
      <p:sp>
        <p:nvSpPr>
          <p:cNvPr id="1215490"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21549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215492"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21549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21549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215495"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21549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215497" name="Rectangle 9"/>
          <p:cNvSpPr>
            <a:spLocks noChangeArrowheads="1"/>
          </p:cNvSpPr>
          <p:nvPr/>
        </p:nvSpPr>
        <p:spPr bwMode="auto">
          <a:xfrm>
            <a:off x="228600" y="914400"/>
            <a:ext cx="8686800" cy="946150"/>
          </a:xfrm>
          <a:prstGeom prst="rect">
            <a:avLst/>
          </a:prstGeom>
          <a:solidFill>
            <a:schemeClr val="bg1"/>
          </a:solidFill>
          <a:ln w="9525">
            <a:noFill/>
            <a:miter lim="800000"/>
            <a:headEnd/>
            <a:tailEnd/>
          </a:ln>
          <a:effectLst/>
        </p:spPr>
        <p:txBody>
          <a:bodyPr>
            <a:spAutoFit/>
          </a:bodyPr>
          <a:lstStyle/>
          <a:p>
            <a:pPr algn="just"/>
            <a:r>
              <a:rPr lang="en-US" sz="2800" i="1" baseline="0">
                <a:latin typeface="Times New Roman" pitchFamily="18" charset="0"/>
              </a:rPr>
              <a:t>Make a routing table for router R1, using the configuration in Figure 22.6.</a:t>
            </a:r>
          </a:p>
        </p:txBody>
      </p:sp>
      <p:sp>
        <p:nvSpPr>
          <p:cNvPr id="1215498" name="Text Box 10"/>
          <p:cNvSpPr txBox="1">
            <a:spLocks noChangeArrowheads="1"/>
          </p:cNvSpPr>
          <p:nvPr/>
        </p:nvSpPr>
        <p:spPr bwMode="auto">
          <a:xfrm>
            <a:off x="1143000" y="0"/>
            <a:ext cx="2487613" cy="579438"/>
          </a:xfrm>
          <a:prstGeom prst="rect">
            <a:avLst/>
          </a:prstGeom>
          <a:noFill/>
          <a:ln w="9525">
            <a:noFill/>
            <a:miter lim="800000"/>
            <a:headEnd/>
            <a:tailEnd/>
          </a:ln>
          <a:effectLst/>
        </p:spPr>
        <p:txBody>
          <a:bodyPr wrap="none">
            <a:spAutoFit/>
          </a:bodyPr>
          <a:lstStyle/>
          <a:p>
            <a:r>
              <a:rPr lang="en-US" i="1" baseline="0">
                <a:solidFill>
                  <a:schemeClr val="hlink"/>
                </a:solidFill>
                <a:latin typeface="Times New Roman" pitchFamily="18" charset="0"/>
              </a:rPr>
              <a:t>Example 22.1</a:t>
            </a:r>
          </a:p>
        </p:txBody>
      </p:sp>
      <p:sp>
        <p:nvSpPr>
          <p:cNvPr id="1215500" name="Rectangle 12"/>
          <p:cNvSpPr>
            <a:spLocks noChangeArrowheads="1"/>
          </p:cNvSpPr>
          <p:nvPr/>
        </p:nvSpPr>
        <p:spPr bwMode="auto">
          <a:xfrm>
            <a:off x="228600" y="2209800"/>
            <a:ext cx="8686800" cy="946150"/>
          </a:xfrm>
          <a:prstGeom prst="rect">
            <a:avLst/>
          </a:prstGeom>
          <a:solidFill>
            <a:schemeClr val="bg1"/>
          </a:solidFill>
          <a:ln w="9525">
            <a:noFill/>
            <a:miter lim="800000"/>
            <a:headEnd/>
            <a:tailEnd/>
          </a:ln>
          <a:effectLst/>
        </p:spPr>
        <p:txBody>
          <a:bodyPr>
            <a:spAutoFit/>
          </a:bodyPr>
          <a:lstStyle/>
          <a:p>
            <a:pPr algn="just"/>
            <a:r>
              <a:rPr lang="en-US" sz="2800" i="1" baseline="0">
                <a:solidFill>
                  <a:schemeClr val="hlink"/>
                </a:solidFill>
                <a:latin typeface="Times New Roman" pitchFamily="18" charset="0"/>
              </a:rPr>
              <a:t>Solution</a:t>
            </a:r>
          </a:p>
          <a:p>
            <a:pPr algn="just"/>
            <a:r>
              <a:rPr lang="en-US" sz="2800" i="1" baseline="0">
                <a:latin typeface="Times New Roman" pitchFamily="18" charset="0"/>
              </a:rPr>
              <a:t>Table 22.1 shows the corresponding table.</a:t>
            </a:r>
          </a:p>
        </p:txBody>
      </p:sp>
    </p:spTree>
    <p:extLst>
      <p:ext uri="{BB962C8B-B14F-4D97-AF65-F5344CB8AC3E}">
        <p14:creationId xmlns:p14="http://schemas.microsoft.com/office/powerpoint/2010/main" val="1375637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22.</a:t>
            </a:r>
            <a:fld id="{32BE559B-8C28-4D1B-9232-9FDE34076071}" type="slidenum">
              <a:rPr lang="en-US"/>
              <a:pPr/>
              <a:t>11</a:t>
            </a:fld>
            <a:endParaRPr lang="en-US"/>
          </a:p>
        </p:txBody>
      </p:sp>
      <p:sp>
        <p:nvSpPr>
          <p:cNvPr id="1092610"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1092611"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1092612" name="Text Box 4"/>
          <p:cNvSpPr txBox="1">
            <a:spLocks noChangeArrowheads="1"/>
          </p:cNvSpPr>
          <p:nvPr/>
        </p:nvSpPr>
        <p:spPr bwMode="auto">
          <a:xfrm>
            <a:off x="304800" y="381000"/>
            <a:ext cx="5176838"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22.6  </a:t>
            </a:r>
            <a:r>
              <a:rPr lang="en-US" sz="2000" i="1" baseline="0">
                <a:latin typeface="Times New Roman" pitchFamily="18" charset="0"/>
              </a:rPr>
              <a:t>Configuration for Example 22.1</a:t>
            </a:r>
          </a:p>
        </p:txBody>
      </p:sp>
      <p:sp>
        <p:nvSpPr>
          <p:cNvPr id="1092613"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1092614" name="Picture 6"/>
          <p:cNvPicPr>
            <a:picLocks noChangeAspect="1" noChangeArrowheads="1"/>
          </p:cNvPicPr>
          <p:nvPr/>
        </p:nvPicPr>
        <p:blipFill>
          <a:blip r:embed="rId3"/>
          <a:srcRect/>
          <a:stretch>
            <a:fillRect/>
          </a:stretch>
        </p:blipFill>
        <p:spPr bwMode="auto">
          <a:xfrm>
            <a:off x="381000" y="1428750"/>
            <a:ext cx="7843838" cy="4438650"/>
          </a:xfrm>
          <a:prstGeom prst="rect">
            <a:avLst/>
          </a:prstGeom>
          <a:noFill/>
          <a:ln w="9525">
            <a:noFill/>
            <a:miter lim="800000"/>
            <a:headEnd/>
            <a:tailEnd/>
          </a:ln>
          <a:effectLst/>
        </p:spPr>
      </p:pic>
    </p:spTree>
    <p:extLst>
      <p:ext uri="{BB962C8B-B14F-4D97-AF65-F5344CB8AC3E}">
        <p14:creationId xmlns:p14="http://schemas.microsoft.com/office/powerpoint/2010/main" val="3787517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r>
              <a:rPr lang="en-US"/>
              <a:t>22.</a:t>
            </a:r>
            <a:fld id="{DFD73F6B-AA44-4C9D-9CE2-56DF4B3C0E29}" type="slidenum">
              <a:rPr lang="en-US"/>
              <a:pPr/>
              <a:t>12</a:t>
            </a:fld>
            <a:endParaRPr lang="en-US"/>
          </a:p>
        </p:txBody>
      </p:sp>
      <p:sp>
        <p:nvSpPr>
          <p:cNvPr id="1211394" name="Text Box 2"/>
          <p:cNvSpPr txBox="1">
            <a:spLocks noChangeArrowheads="1"/>
          </p:cNvSpPr>
          <p:nvPr/>
        </p:nvSpPr>
        <p:spPr bwMode="auto">
          <a:xfrm>
            <a:off x="609600" y="1524000"/>
            <a:ext cx="6116638"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Table 22.1  </a:t>
            </a:r>
            <a:r>
              <a:rPr lang="en-US" sz="2000" i="1" baseline="0">
                <a:latin typeface="Times New Roman" pitchFamily="18" charset="0"/>
              </a:rPr>
              <a:t>Routing table for router R1 in Figure 22.6</a:t>
            </a:r>
          </a:p>
        </p:txBody>
      </p:sp>
      <p:pic>
        <p:nvPicPr>
          <p:cNvPr id="1211396" name="Picture 4"/>
          <p:cNvPicPr>
            <a:picLocks noChangeAspect="1" noChangeArrowheads="1"/>
          </p:cNvPicPr>
          <p:nvPr/>
        </p:nvPicPr>
        <p:blipFill>
          <a:blip r:embed="rId3"/>
          <a:srcRect/>
          <a:stretch>
            <a:fillRect/>
          </a:stretch>
        </p:blipFill>
        <p:spPr bwMode="auto">
          <a:xfrm>
            <a:off x="454025" y="1952625"/>
            <a:ext cx="8235950" cy="2952750"/>
          </a:xfrm>
          <a:prstGeom prst="rect">
            <a:avLst/>
          </a:prstGeom>
          <a:noFill/>
          <a:ln w="9525">
            <a:noFill/>
            <a:miter lim="800000"/>
            <a:headEnd/>
            <a:tailEnd/>
          </a:ln>
          <a:effectLst/>
        </p:spPr>
      </p:pic>
    </p:spTree>
    <p:extLst>
      <p:ext uri="{BB962C8B-B14F-4D97-AF65-F5344CB8AC3E}">
        <p14:creationId xmlns:p14="http://schemas.microsoft.com/office/powerpoint/2010/main" val="3577543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a:extLst>
              <a:ext uri="{FF2B5EF4-FFF2-40B4-BE49-F238E27FC236}">
                <a16:creationId xmlns:a16="http://schemas.microsoft.com/office/drawing/2014/main" id="{09B71E9F-3D0F-4349-991C-BF5C51D0C5F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851710C4-F6C9-4E1F-8599-F13B15CAA2F5}" type="slidenum">
              <a:rPr lang="en-US" altLang="en-US" sz="2000">
                <a:solidFill>
                  <a:schemeClr val="bg2"/>
                </a:solidFill>
              </a:rPr>
              <a:pPr/>
              <a:t>13</a:t>
            </a:fld>
            <a:endParaRPr lang="en-US" altLang="en-US" sz="2000">
              <a:solidFill>
                <a:schemeClr val="bg2"/>
              </a:solidFill>
            </a:endParaRPr>
          </a:p>
        </p:txBody>
      </p:sp>
      <p:sp>
        <p:nvSpPr>
          <p:cNvPr id="13315" name="Line 2">
            <a:extLst>
              <a:ext uri="{FF2B5EF4-FFF2-40B4-BE49-F238E27FC236}">
                <a16:creationId xmlns:a16="http://schemas.microsoft.com/office/drawing/2014/main" id="{D5298D8A-B716-437E-B8D2-B8822EA1B7C5}"/>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16" name="Line 3">
            <a:extLst>
              <a:ext uri="{FF2B5EF4-FFF2-40B4-BE49-F238E27FC236}">
                <a16:creationId xmlns:a16="http://schemas.microsoft.com/office/drawing/2014/main" id="{48E1F2C8-2029-43E4-AAEC-088F8DCC2E0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17" name="Text Box 4">
            <a:extLst>
              <a:ext uri="{FF2B5EF4-FFF2-40B4-BE49-F238E27FC236}">
                <a16:creationId xmlns:a16="http://schemas.microsoft.com/office/drawing/2014/main" id="{B232755C-50E3-4D58-8CBB-066BCB9EE663}"/>
              </a:ext>
            </a:extLst>
          </p:cNvPr>
          <p:cNvSpPr txBox="1">
            <a:spLocks noChangeArrowheads="1"/>
          </p:cNvSpPr>
          <p:nvPr/>
        </p:nvSpPr>
        <p:spPr bwMode="auto">
          <a:xfrm>
            <a:off x="304800" y="762000"/>
            <a:ext cx="4132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20.5  </a:t>
            </a:r>
            <a:r>
              <a:rPr lang="en-US" altLang="en-US" sz="2000" i="1">
                <a:latin typeface="Times New Roman" panose="02020603050405020304" pitchFamily="18" charset="0"/>
              </a:rPr>
              <a:t>IPv4 datagram format</a:t>
            </a:r>
          </a:p>
        </p:txBody>
      </p:sp>
      <p:sp>
        <p:nvSpPr>
          <p:cNvPr id="13318" name="Line 5">
            <a:extLst>
              <a:ext uri="{FF2B5EF4-FFF2-40B4-BE49-F238E27FC236}">
                <a16:creationId xmlns:a16="http://schemas.microsoft.com/office/drawing/2014/main" id="{E8E53555-F7CA-42E4-ADEE-0A4ADE9C02B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3319" name="Picture 6">
            <a:extLst>
              <a:ext uri="{FF2B5EF4-FFF2-40B4-BE49-F238E27FC236}">
                <a16:creationId xmlns:a16="http://schemas.microsoft.com/office/drawing/2014/main" id="{F064909D-02F7-41AC-BAAA-0CF5A415FC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2075" y="1662113"/>
            <a:ext cx="6334125" cy="435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a:extLst>
              <a:ext uri="{FF2B5EF4-FFF2-40B4-BE49-F238E27FC236}">
                <a16:creationId xmlns:a16="http://schemas.microsoft.com/office/drawing/2014/main" id="{C0FAC4E2-832A-4596-9FB3-8DEDFF6DA11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E8E839BA-E159-49E6-8070-01B7F04B793A}" type="slidenum">
              <a:rPr lang="en-US" altLang="en-US" sz="2000">
                <a:solidFill>
                  <a:schemeClr val="bg2"/>
                </a:solidFill>
              </a:rPr>
              <a:pPr/>
              <a:t>14</a:t>
            </a:fld>
            <a:endParaRPr lang="en-US" altLang="en-US" sz="2000">
              <a:solidFill>
                <a:schemeClr val="bg2"/>
              </a:solidFill>
            </a:endParaRPr>
          </a:p>
        </p:txBody>
      </p:sp>
      <p:sp>
        <p:nvSpPr>
          <p:cNvPr id="14339" name="Line 2">
            <a:extLst>
              <a:ext uri="{FF2B5EF4-FFF2-40B4-BE49-F238E27FC236}">
                <a16:creationId xmlns:a16="http://schemas.microsoft.com/office/drawing/2014/main" id="{C994A529-8C5F-42EC-BEF3-163FD6A736BD}"/>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0" name="Line 3">
            <a:extLst>
              <a:ext uri="{FF2B5EF4-FFF2-40B4-BE49-F238E27FC236}">
                <a16:creationId xmlns:a16="http://schemas.microsoft.com/office/drawing/2014/main" id="{B330A144-4A16-4CDE-AF06-D8B0D0CBEF0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1" name="Text Box 4">
            <a:extLst>
              <a:ext uri="{FF2B5EF4-FFF2-40B4-BE49-F238E27FC236}">
                <a16:creationId xmlns:a16="http://schemas.microsoft.com/office/drawing/2014/main" id="{546B2678-20A4-4306-A8FA-9FEC239E8BEB}"/>
              </a:ext>
            </a:extLst>
          </p:cNvPr>
          <p:cNvSpPr txBox="1">
            <a:spLocks noChangeArrowheads="1"/>
          </p:cNvSpPr>
          <p:nvPr/>
        </p:nvSpPr>
        <p:spPr bwMode="auto">
          <a:xfrm>
            <a:off x="304800" y="762000"/>
            <a:ext cx="5692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20.6  </a:t>
            </a:r>
            <a:r>
              <a:rPr lang="en-US" altLang="en-US" sz="2000" i="1">
                <a:latin typeface="Times New Roman" panose="02020603050405020304" pitchFamily="18" charset="0"/>
              </a:rPr>
              <a:t>Service type or differentiated services</a:t>
            </a:r>
          </a:p>
        </p:txBody>
      </p:sp>
      <p:sp>
        <p:nvSpPr>
          <p:cNvPr id="14342" name="Line 5">
            <a:extLst>
              <a:ext uri="{FF2B5EF4-FFF2-40B4-BE49-F238E27FC236}">
                <a16:creationId xmlns:a16="http://schemas.microsoft.com/office/drawing/2014/main" id="{D4DDB9EF-D816-4E3A-946D-5A32AE20057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4343" name="Picture 6">
            <a:extLst>
              <a:ext uri="{FF2B5EF4-FFF2-40B4-BE49-F238E27FC236}">
                <a16:creationId xmlns:a16="http://schemas.microsoft.com/office/drawing/2014/main" id="{F71D85BC-DAF9-4B13-8362-07C90871F5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2727325"/>
            <a:ext cx="774223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1">
            <a:extLst>
              <a:ext uri="{FF2B5EF4-FFF2-40B4-BE49-F238E27FC236}">
                <a16:creationId xmlns:a16="http://schemas.microsoft.com/office/drawing/2014/main" id="{9207ED3E-872D-436C-8E00-5D60384988F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792B924D-9E2A-4A36-9D32-055175FE6958}" type="slidenum">
              <a:rPr lang="en-US" altLang="en-US" sz="2000">
                <a:solidFill>
                  <a:schemeClr val="bg2"/>
                </a:solidFill>
              </a:rPr>
              <a:pPr/>
              <a:t>15</a:t>
            </a:fld>
            <a:endParaRPr lang="en-US" altLang="en-US" sz="2000">
              <a:solidFill>
                <a:schemeClr val="bg2"/>
              </a:solidFill>
            </a:endParaRPr>
          </a:p>
        </p:txBody>
      </p:sp>
      <p:sp>
        <p:nvSpPr>
          <p:cNvPr id="15363" name="Rectangle 2">
            <a:extLst>
              <a:ext uri="{FF2B5EF4-FFF2-40B4-BE49-F238E27FC236}">
                <a16:creationId xmlns:a16="http://schemas.microsoft.com/office/drawing/2014/main" id="{3BA1187F-2BBA-4468-B1E8-B3147E09539B}"/>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5364" name="Rectangle 3">
            <a:extLst>
              <a:ext uri="{FF2B5EF4-FFF2-40B4-BE49-F238E27FC236}">
                <a16:creationId xmlns:a16="http://schemas.microsoft.com/office/drawing/2014/main" id="{5FBBCB13-39CC-41AA-8ADA-7F7F7812258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5365" name="Rectangle 4">
            <a:extLst>
              <a:ext uri="{FF2B5EF4-FFF2-40B4-BE49-F238E27FC236}">
                <a16:creationId xmlns:a16="http://schemas.microsoft.com/office/drawing/2014/main" id="{B29F7645-9627-4A9A-827F-A7396E0D0D8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5366" name="Rectangle 5">
            <a:extLst>
              <a:ext uri="{FF2B5EF4-FFF2-40B4-BE49-F238E27FC236}">
                <a16:creationId xmlns:a16="http://schemas.microsoft.com/office/drawing/2014/main" id="{B136CD4C-82BD-4844-B4DE-41764A2F99D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5367" name="Rectangle 6">
            <a:extLst>
              <a:ext uri="{FF2B5EF4-FFF2-40B4-BE49-F238E27FC236}">
                <a16:creationId xmlns:a16="http://schemas.microsoft.com/office/drawing/2014/main" id="{DC8313AA-CDC8-476F-8921-9146987FBF8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5368" name="Rectangle 7">
            <a:extLst>
              <a:ext uri="{FF2B5EF4-FFF2-40B4-BE49-F238E27FC236}">
                <a16:creationId xmlns:a16="http://schemas.microsoft.com/office/drawing/2014/main" id="{5F767A17-5516-4396-A56C-129A55D8193D}"/>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5369" name="Rectangle 8">
            <a:extLst>
              <a:ext uri="{FF2B5EF4-FFF2-40B4-BE49-F238E27FC236}">
                <a16:creationId xmlns:a16="http://schemas.microsoft.com/office/drawing/2014/main" id="{DAC11387-9E58-4ABB-B1A2-25257F62276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5370" name="Line 9">
            <a:extLst>
              <a:ext uri="{FF2B5EF4-FFF2-40B4-BE49-F238E27FC236}">
                <a16:creationId xmlns:a16="http://schemas.microsoft.com/office/drawing/2014/main" id="{0E87DB18-2CA3-4786-9D72-C4F6F29876E0}"/>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5371" name="Line 10">
            <a:extLst>
              <a:ext uri="{FF2B5EF4-FFF2-40B4-BE49-F238E27FC236}">
                <a16:creationId xmlns:a16="http://schemas.microsoft.com/office/drawing/2014/main" id="{0F557D51-64F1-4BBF-952B-4440522B1948}"/>
              </a:ext>
            </a:extLst>
          </p:cNvPr>
          <p:cNvSpPr>
            <a:spLocks noChangeShapeType="1"/>
          </p:cNvSpPr>
          <p:nvPr/>
        </p:nvSpPr>
        <p:spPr bwMode="auto">
          <a:xfrm>
            <a:off x="458788" y="3886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5372" name="Rectangle 11">
            <a:extLst>
              <a:ext uri="{FF2B5EF4-FFF2-40B4-BE49-F238E27FC236}">
                <a16:creationId xmlns:a16="http://schemas.microsoft.com/office/drawing/2014/main" id="{91C20874-E406-4C82-B24F-00A356AA0516}"/>
              </a:ext>
            </a:extLst>
          </p:cNvPr>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The precedence subfield was part of version 4, but never used.</a:t>
            </a:r>
          </a:p>
        </p:txBody>
      </p:sp>
      <p:grpSp>
        <p:nvGrpSpPr>
          <p:cNvPr id="15373" name="Group 12">
            <a:extLst>
              <a:ext uri="{FF2B5EF4-FFF2-40B4-BE49-F238E27FC236}">
                <a16:creationId xmlns:a16="http://schemas.microsoft.com/office/drawing/2014/main" id="{324BC93B-B76B-4718-8AC5-744FCD096987}"/>
              </a:ext>
            </a:extLst>
          </p:cNvPr>
          <p:cNvGrpSpPr>
            <a:grpSpLocks/>
          </p:cNvGrpSpPr>
          <p:nvPr/>
        </p:nvGrpSpPr>
        <p:grpSpPr bwMode="auto">
          <a:xfrm>
            <a:off x="457200" y="1981200"/>
            <a:ext cx="1143000" cy="566738"/>
            <a:chOff x="1200" y="1248"/>
            <a:chExt cx="720" cy="357"/>
          </a:xfrm>
        </p:grpSpPr>
        <p:pic>
          <p:nvPicPr>
            <p:cNvPr id="15374" name="Picture 13">
              <a:extLst>
                <a:ext uri="{FF2B5EF4-FFF2-40B4-BE49-F238E27FC236}">
                  <a16:creationId xmlns:a16="http://schemas.microsoft.com/office/drawing/2014/main" id="{031B1B64-A06A-46D9-9C41-5F6B7558EF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5" name="Text Box 14">
              <a:extLst>
                <a:ext uri="{FF2B5EF4-FFF2-40B4-BE49-F238E27FC236}">
                  <a16:creationId xmlns:a16="http://schemas.microsoft.com/office/drawing/2014/main" id="{578163CE-42D4-414E-92C2-BFBFFC2DB8AB}"/>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1">
            <a:extLst>
              <a:ext uri="{FF2B5EF4-FFF2-40B4-BE49-F238E27FC236}">
                <a16:creationId xmlns:a16="http://schemas.microsoft.com/office/drawing/2014/main" id="{B9E7C46B-F48E-4C81-BD6C-D62079B4644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D5EC8402-7AEF-449F-B819-CA74B91D4519}" type="slidenum">
              <a:rPr lang="en-US" altLang="en-US" sz="2000">
                <a:solidFill>
                  <a:schemeClr val="bg2"/>
                </a:solidFill>
              </a:rPr>
              <a:pPr/>
              <a:t>16</a:t>
            </a:fld>
            <a:endParaRPr lang="en-US" altLang="en-US" sz="2000">
              <a:solidFill>
                <a:schemeClr val="bg2"/>
              </a:solidFill>
            </a:endParaRPr>
          </a:p>
        </p:txBody>
      </p:sp>
      <p:sp>
        <p:nvSpPr>
          <p:cNvPr id="16387" name="Text Box 2">
            <a:extLst>
              <a:ext uri="{FF2B5EF4-FFF2-40B4-BE49-F238E27FC236}">
                <a16:creationId xmlns:a16="http://schemas.microsoft.com/office/drawing/2014/main" id="{41B4EF4F-8DAC-4F5D-A2AE-FAD8CA9F6270}"/>
              </a:ext>
            </a:extLst>
          </p:cNvPr>
          <p:cNvSpPr txBox="1">
            <a:spLocks noChangeArrowheads="1"/>
          </p:cNvSpPr>
          <p:nvPr/>
        </p:nvSpPr>
        <p:spPr bwMode="auto">
          <a:xfrm>
            <a:off x="2362200" y="1295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20.1  </a:t>
            </a:r>
            <a:r>
              <a:rPr lang="en-US" altLang="en-US" sz="2000" i="1">
                <a:latin typeface="Times New Roman" panose="02020603050405020304" pitchFamily="18" charset="0"/>
              </a:rPr>
              <a:t>Types of service</a:t>
            </a:r>
          </a:p>
        </p:txBody>
      </p:sp>
      <p:pic>
        <p:nvPicPr>
          <p:cNvPr id="16388" name="Picture 4">
            <a:extLst>
              <a:ext uri="{FF2B5EF4-FFF2-40B4-BE49-F238E27FC236}">
                <a16:creationId xmlns:a16="http://schemas.microsoft.com/office/drawing/2014/main" id="{B3075279-C276-4F0D-A633-68F61D7F0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800225"/>
            <a:ext cx="5348288" cy="358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1">
            <a:extLst>
              <a:ext uri="{FF2B5EF4-FFF2-40B4-BE49-F238E27FC236}">
                <a16:creationId xmlns:a16="http://schemas.microsoft.com/office/drawing/2014/main" id="{0BF14611-49F8-4C34-96B6-B0B60373FE5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9B5C6471-900D-4659-8F44-E9B87590FF3C}" type="slidenum">
              <a:rPr lang="en-US" altLang="en-US" sz="2000">
                <a:solidFill>
                  <a:schemeClr val="bg2"/>
                </a:solidFill>
              </a:rPr>
              <a:pPr/>
              <a:t>17</a:t>
            </a:fld>
            <a:endParaRPr lang="en-US" altLang="en-US" sz="2000">
              <a:solidFill>
                <a:schemeClr val="bg2"/>
              </a:solidFill>
            </a:endParaRPr>
          </a:p>
        </p:txBody>
      </p:sp>
      <p:sp>
        <p:nvSpPr>
          <p:cNvPr id="17411" name="Text Box 2">
            <a:extLst>
              <a:ext uri="{FF2B5EF4-FFF2-40B4-BE49-F238E27FC236}">
                <a16:creationId xmlns:a16="http://schemas.microsoft.com/office/drawing/2014/main" id="{CC767449-9FDE-45E0-B495-1DDD3E9BF55C}"/>
              </a:ext>
            </a:extLst>
          </p:cNvPr>
          <p:cNvSpPr txBox="1">
            <a:spLocks noChangeArrowheads="1"/>
          </p:cNvSpPr>
          <p:nvPr/>
        </p:nvSpPr>
        <p:spPr bwMode="auto">
          <a:xfrm>
            <a:off x="1447800" y="152400"/>
            <a:ext cx="4119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20.2  </a:t>
            </a:r>
            <a:r>
              <a:rPr lang="en-US" altLang="en-US" sz="2000" i="1">
                <a:latin typeface="Times New Roman" panose="02020603050405020304" pitchFamily="18" charset="0"/>
              </a:rPr>
              <a:t>Default types of service</a:t>
            </a:r>
          </a:p>
        </p:txBody>
      </p:sp>
      <p:pic>
        <p:nvPicPr>
          <p:cNvPr id="17412" name="Picture 4">
            <a:extLst>
              <a:ext uri="{FF2B5EF4-FFF2-40B4-BE49-F238E27FC236}">
                <a16:creationId xmlns:a16="http://schemas.microsoft.com/office/drawing/2014/main" id="{1985FAE0-6C60-44E4-B2F3-1F2F565025A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39838" y="533400"/>
            <a:ext cx="6608762" cy="588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1">
            <a:extLst>
              <a:ext uri="{FF2B5EF4-FFF2-40B4-BE49-F238E27FC236}">
                <a16:creationId xmlns:a16="http://schemas.microsoft.com/office/drawing/2014/main" id="{F6C1C510-19B2-483E-A96E-F4A1F7F452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2134B605-1384-4D49-8D11-C6E145838DB7}" type="slidenum">
              <a:rPr lang="en-US" altLang="en-US" sz="2000">
                <a:solidFill>
                  <a:schemeClr val="bg2"/>
                </a:solidFill>
              </a:rPr>
              <a:pPr/>
              <a:t>18</a:t>
            </a:fld>
            <a:endParaRPr lang="en-US" altLang="en-US" sz="2000">
              <a:solidFill>
                <a:schemeClr val="bg2"/>
              </a:solidFill>
            </a:endParaRPr>
          </a:p>
        </p:txBody>
      </p:sp>
      <p:sp>
        <p:nvSpPr>
          <p:cNvPr id="18435" name="Text Box 2">
            <a:extLst>
              <a:ext uri="{FF2B5EF4-FFF2-40B4-BE49-F238E27FC236}">
                <a16:creationId xmlns:a16="http://schemas.microsoft.com/office/drawing/2014/main" id="{80B57BFC-6A60-42E3-B69E-E94789CCB34C}"/>
              </a:ext>
            </a:extLst>
          </p:cNvPr>
          <p:cNvSpPr txBox="1">
            <a:spLocks noChangeArrowheads="1"/>
          </p:cNvSpPr>
          <p:nvPr/>
        </p:nvSpPr>
        <p:spPr bwMode="auto">
          <a:xfrm>
            <a:off x="2743200" y="1371600"/>
            <a:ext cx="3959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20.3  </a:t>
            </a:r>
            <a:r>
              <a:rPr lang="en-US" altLang="en-US" sz="2000" i="1">
                <a:latin typeface="Times New Roman" panose="02020603050405020304" pitchFamily="18" charset="0"/>
              </a:rPr>
              <a:t>Values for codepoints</a:t>
            </a:r>
          </a:p>
        </p:txBody>
      </p:sp>
      <p:pic>
        <p:nvPicPr>
          <p:cNvPr id="18436" name="Picture 4">
            <a:extLst>
              <a:ext uri="{FF2B5EF4-FFF2-40B4-BE49-F238E27FC236}">
                <a16:creationId xmlns:a16="http://schemas.microsoft.com/office/drawing/2014/main" id="{52465FFB-9C5F-4C6A-A3B8-9032A285C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752600"/>
            <a:ext cx="5110163"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a:extLst>
              <a:ext uri="{FF2B5EF4-FFF2-40B4-BE49-F238E27FC236}">
                <a16:creationId xmlns:a16="http://schemas.microsoft.com/office/drawing/2014/main" id="{75BA9F82-8CAF-4BC4-BFC8-3A9F5CAC102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CC3AE25B-548A-4C2D-953A-B46D6D474EF9}" type="slidenum">
              <a:rPr lang="en-US" altLang="en-US" sz="2000">
                <a:solidFill>
                  <a:schemeClr val="bg2"/>
                </a:solidFill>
              </a:rPr>
              <a:pPr/>
              <a:t>19</a:t>
            </a:fld>
            <a:endParaRPr lang="en-US" altLang="en-US" sz="2000">
              <a:solidFill>
                <a:schemeClr val="bg2"/>
              </a:solidFill>
            </a:endParaRPr>
          </a:p>
        </p:txBody>
      </p:sp>
      <p:sp>
        <p:nvSpPr>
          <p:cNvPr id="19459" name="Rectangle 2">
            <a:extLst>
              <a:ext uri="{FF2B5EF4-FFF2-40B4-BE49-F238E27FC236}">
                <a16:creationId xmlns:a16="http://schemas.microsoft.com/office/drawing/2014/main" id="{7EBE9038-B9EE-466D-8ECE-C757D45C9FC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0" name="Rectangle 3">
            <a:extLst>
              <a:ext uri="{FF2B5EF4-FFF2-40B4-BE49-F238E27FC236}">
                <a16:creationId xmlns:a16="http://schemas.microsoft.com/office/drawing/2014/main" id="{3C234111-A8F7-47D0-B035-A0E66FEBB16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1" name="Rectangle 4">
            <a:extLst>
              <a:ext uri="{FF2B5EF4-FFF2-40B4-BE49-F238E27FC236}">
                <a16:creationId xmlns:a16="http://schemas.microsoft.com/office/drawing/2014/main" id="{7D7AE0A5-3007-45C7-B359-864C0724BBA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2" name="Rectangle 5">
            <a:extLst>
              <a:ext uri="{FF2B5EF4-FFF2-40B4-BE49-F238E27FC236}">
                <a16:creationId xmlns:a16="http://schemas.microsoft.com/office/drawing/2014/main" id="{92CFBA6F-CBF0-4A85-8869-4AE1AB9BA87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3" name="Rectangle 6">
            <a:extLst>
              <a:ext uri="{FF2B5EF4-FFF2-40B4-BE49-F238E27FC236}">
                <a16:creationId xmlns:a16="http://schemas.microsoft.com/office/drawing/2014/main" id="{BBCFDC95-7FCC-45E3-A6D8-E8D9EE5A1AA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4" name="Rectangle 7">
            <a:extLst>
              <a:ext uri="{FF2B5EF4-FFF2-40B4-BE49-F238E27FC236}">
                <a16:creationId xmlns:a16="http://schemas.microsoft.com/office/drawing/2014/main" id="{30A422A4-4461-4C62-B533-63B71653513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5" name="Rectangle 8">
            <a:extLst>
              <a:ext uri="{FF2B5EF4-FFF2-40B4-BE49-F238E27FC236}">
                <a16:creationId xmlns:a16="http://schemas.microsoft.com/office/drawing/2014/main" id="{5D197037-B620-4B39-AC3D-09FFA307F10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6" name="Line 9">
            <a:extLst>
              <a:ext uri="{FF2B5EF4-FFF2-40B4-BE49-F238E27FC236}">
                <a16:creationId xmlns:a16="http://schemas.microsoft.com/office/drawing/2014/main" id="{2D0C83D2-4B24-49EA-969B-1E12EB0FC7B2}"/>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467" name="Line 10">
            <a:extLst>
              <a:ext uri="{FF2B5EF4-FFF2-40B4-BE49-F238E27FC236}">
                <a16:creationId xmlns:a16="http://schemas.microsoft.com/office/drawing/2014/main" id="{9447A2BC-7192-40F5-9455-DC047210A9F7}"/>
              </a:ext>
            </a:extLst>
          </p:cNvPr>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468" name="Rectangle 11">
            <a:extLst>
              <a:ext uri="{FF2B5EF4-FFF2-40B4-BE49-F238E27FC236}">
                <a16:creationId xmlns:a16="http://schemas.microsoft.com/office/drawing/2014/main" id="{5220FDBF-B09A-4067-8742-0A751F90D102}"/>
              </a:ext>
            </a:extLst>
          </p:cNvPr>
          <p:cNvSpPr>
            <a:spLocks noChangeArrowheads="1"/>
          </p:cNvSpPr>
          <p:nvPr/>
        </p:nvSpPr>
        <p:spPr bwMode="auto">
          <a:xfrm>
            <a:off x="495300" y="2759075"/>
            <a:ext cx="8077200" cy="15541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The total length field defines the total length of the datagram including the header.</a:t>
            </a:r>
          </a:p>
        </p:txBody>
      </p:sp>
      <p:grpSp>
        <p:nvGrpSpPr>
          <p:cNvPr id="19469" name="Group 12">
            <a:extLst>
              <a:ext uri="{FF2B5EF4-FFF2-40B4-BE49-F238E27FC236}">
                <a16:creationId xmlns:a16="http://schemas.microsoft.com/office/drawing/2014/main" id="{D05D6793-8E16-45EA-AFFE-186ECFF2AF36}"/>
              </a:ext>
            </a:extLst>
          </p:cNvPr>
          <p:cNvGrpSpPr>
            <a:grpSpLocks/>
          </p:cNvGrpSpPr>
          <p:nvPr/>
        </p:nvGrpSpPr>
        <p:grpSpPr bwMode="auto">
          <a:xfrm>
            <a:off x="457200" y="1981200"/>
            <a:ext cx="1143000" cy="566738"/>
            <a:chOff x="1200" y="1248"/>
            <a:chExt cx="720" cy="357"/>
          </a:xfrm>
        </p:grpSpPr>
        <p:pic>
          <p:nvPicPr>
            <p:cNvPr id="19470" name="Picture 13">
              <a:extLst>
                <a:ext uri="{FF2B5EF4-FFF2-40B4-BE49-F238E27FC236}">
                  <a16:creationId xmlns:a16="http://schemas.microsoft.com/office/drawing/2014/main" id="{D99929D3-0C10-4216-AFC5-D4CFF2F96B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1" name="Text Box 14">
              <a:extLst>
                <a:ext uri="{FF2B5EF4-FFF2-40B4-BE49-F238E27FC236}">
                  <a16:creationId xmlns:a16="http://schemas.microsoft.com/office/drawing/2014/main" id="{2F01CA3D-78E3-431A-930D-68EB50F37E64}"/>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a:extLst>
              <a:ext uri="{FF2B5EF4-FFF2-40B4-BE49-F238E27FC236}">
                <a16:creationId xmlns:a16="http://schemas.microsoft.com/office/drawing/2014/main" id="{856E690F-1080-4C73-81F5-BDA928F67FA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5D83978F-178D-45D9-91A7-EDE6B338ED12}" type="slidenum">
              <a:rPr lang="en-US" altLang="en-US" sz="2000">
                <a:solidFill>
                  <a:schemeClr val="bg2"/>
                </a:solidFill>
              </a:rPr>
              <a:pPr/>
              <a:t>20</a:t>
            </a:fld>
            <a:endParaRPr lang="en-US" altLang="en-US" sz="2000">
              <a:solidFill>
                <a:schemeClr val="bg2"/>
              </a:solidFill>
            </a:endParaRPr>
          </a:p>
        </p:txBody>
      </p:sp>
      <p:sp>
        <p:nvSpPr>
          <p:cNvPr id="20483" name="Line 2">
            <a:extLst>
              <a:ext uri="{FF2B5EF4-FFF2-40B4-BE49-F238E27FC236}">
                <a16:creationId xmlns:a16="http://schemas.microsoft.com/office/drawing/2014/main" id="{9C0352E2-ACDF-4F81-94F8-14802AE916F6}"/>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0484" name="Line 3">
            <a:extLst>
              <a:ext uri="{FF2B5EF4-FFF2-40B4-BE49-F238E27FC236}">
                <a16:creationId xmlns:a16="http://schemas.microsoft.com/office/drawing/2014/main" id="{837ADA71-9E9E-4D5D-B4EA-3882E63B068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0485" name="Text Box 4">
            <a:extLst>
              <a:ext uri="{FF2B5EF4-FFF2-40B4-BE49-F238E27FC236}">
                <a16:creationId xmlns:a16="http://schemas.microsoft.com/office/drawing/2014/main" id="{9D028E77-1512-431A-B1CC-530EC76FCE8B}"/>
              </a:ext>
            </a:extLst>
          </p:cNvPr>
          <p:cNvSpPr txBox="1">
            <a:spLocks noChangeArrowheads="1"/>
          </p:cNvSpPr>
          <p:nvPr/>
        </p:nvSpPr>
        <p:spPr bwMode="auto">
          <a:xfrm>
            <a:off x="304800" y="762000"/>
            <a:ext cx="775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20.7  </a:t>
            </a:r>
            <a:r>
              <a:rPr lang="en-US" altLang="en-US" sz="2000" i="1">
                <a:latin typeface="Times New Roman" panose="02020603050405020304" pitchFamily="18" charset="0"/>
              </a:rPr>
              <a:t>Encapsulation of a small datagram in an Ethernet frame</a:t>
            </a:r>
          </a:p>
        </p:txBody>
      </p:sp>
      <p:sp>
        <p:nvSpPr>
          <p:cNvPr id="20486" name="Line 5">
            <a:extLst>
              <a:ext uri="{FF2B5EF4-FFF2-40B4-BE49-F238E27FC236}">
                <a16:creationId xmlns:a16="http://schemas.microsoft.com/office/drawing/2014/main" id="{8585E4DE-BCDE-47BB-B679-BBB06BA6026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20487" name="Picture 6">
            <a:extLst>
              <a:ext uri="{FF2B5EF4-FFF2-40B4-BE49-F238E27FC236}">
                <a16:creationId xmlns:a16="http://schemas.microsoft.com/office/drawing/2014/main" id="{0FE6F061-8D10-4FB9-AB04-069A9FF7D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 y="2590800"/>
            <a:ext cx="8693150"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a:extLst>
              <a:ext uri="{FF2B5EF4-FFF2-40B4-BE49-F238E27FC236}">
                <a16:creationId xmlns:a16="http://schemas.microsoft.com/office/drawing/2014/main" id="{6FDF3312-BA51-444C-8FEB-3EBE0DCED1D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3CE2F617-A53A-4BD1-9A11-9C4D0F88D9B7}" type="slidenum">
              <a:rPr lang="en-US" altLang="en-US" sz="2000">
                <a:solidFill>
                  <a:schemeClr val="bg2"/>
                </a:solidFill>
              </a:rPr>
              <a:pPr/>
              <a:t>21</a:t>
            </a:fld>
            <a:endParaRPr lang="en-US" altLang="en-US" sz="2000">
              <a:solidFill>
                <a:schemeClr val="bg2"/>
              </a:solidFill>
            </a:endParaRPr>
          </a:p>
        </p:txBody>
      </p:sp>
      <p:sp>
        <p:nvSpPr>
          <p:cNvPr id="21507" name="Line 2">
            <a:extLst>
              <a:ext uri="{FF2B5EF4-FFF2-40B4-BE49-F238E27FC236}">
                <a16:creationId xmlns:a16="http://schemas.microsoft.com/office/drawing/2014/main" id="{3D33DD47-6484-4FEA-90AE-C9CEB531353A}"/>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08" name="Line 3">
            <a:extLst>
              <a:ext uri="{FF2B5EF4-FFF2-40B4-BE49-F238E27FC236}">
                <a16:creationId xmlns:a16="http://schemas.microsoft.com/office/drawing/2014/main" id="{5685B2E6-2E13-4816-A7E5-6C7D13CB3D7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09" name="Text Box 4">
            <a:extLst>
              <a:ext uri="{FF2B5EF4-FFF2-40B4-BE49-F238E27FC236}">
                <a16:creationId xmlns:a16="http://schemas.microsoft.com/office/drawing/2014/main" id="{95D2FDD5-0E51-4BC6-B6F0-FC6EBD436184}"/>
              </a:ext>
            </a:extLst>
          </p:cNvPr>
          <p:cNvSpPr txBox="1">
            <a:spLocks noChangeArrowheads="1"/>
          </p:cNvSpPr>
          <p:nvPr/>
        </p:nvSpPr>
        <p:spPr bwMode="auto">
          <a:xfrm>
            <a:off x="304800" y="762000"/>
            <a:ext cx="562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20.8  </a:t>
            </a:r>
            <a:r>
              <a:rPr lang="en-US" altLang="en-US" sz="2000" i="1">
                <a:latin typeface="Times New Roman" panose="02020603050405020304" pitchFamily="18" charset="0"/>
              </a:rPr>
              <a:t>Protocol field and encapsulated data</a:t>
            </a:r>
          </a:p>
        </p:txBody>
      </p:sp>
      <p:sp>
        <p:nvSpPr>
          <p:cNvPr id="21510" name="Line 5">
            <a:extLst>
              <a:ext uri="{FF2B5EF4-FFF2-40B4-BE49-F238E27FC236}">
                <a16:creationId xmlns:a16="http://schemas.microsoft.com/office/drawing/2014/main" id="{7A450DFC-9D09-4AD1-8847-22879E733DE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21511" name="Picture 6">
            <a:extLst>
              <a:ext uri="{FF2B5EF4-FFF2-40B4-BE49-F238E27FC236}">
                <a16:creationId xmlns:a16="http://schemas.microsoft.com/office/drawing/2014/main" id="{55BE900B-3B86-486D-A227-962707CC4D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 y="2541588"/>
            <a:ext cx="7715250" cy="218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1">
            <a:extLst>
              <a:ext uri="{FF2B5EF4-FFF2-40B4-BE49-F238E27FC236}">
                <a16:creationId xmlns:a16="http://schemas.microsoft.com/office/drawing/2014/main" id="{9FAD0077-6441-4A8A-8349-02DE6165755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DDC45C45-E8BD-4601-858D-BBDF3D6B692C}" type="slidenum">
              <a:rPr lang="en-US" altLang="en-US" sz="2000">
                <a:solidFill>
                  <a:schemeClr val="bg2"/>
                </a:solidFill>
              </a:rPr>
              <a:pPr/>
              <a:t>22</a:t>
            </a:fld>
            <a:endParaRPr lang="en-US" altLang="en-US" sz="2000">
              <a:solidFill>
                <a:schemeClr val="bg2"/>
              </a:solidFill>
            </a:endParaRPr>
          </a:p>
        </p:txBody>
      </p:sp>
      <p:sp>
        <p:nvSpPr>
          <p:cNvPr id="22531" name="Text Box 2">
            <a:extLst>
              <a:ext uri="{FF2B5EF4-FFF2-40B4-BE49-F238E27FC236}">
                <a16:creationId xmlns:a16="http://schemas.microsoft.com/office/drawing/2014/main" id="{206B7B47-9695-4CB5-9B11-2050150CCBA7}"/>
              </a:ext>
            </a:extLst>
          </p:cNvPr>
          <p:cNvSpPr txBox="1">
            <a:spLocks noChangeArrowheads="1"/>
          </p:cNvSpPr>
          <p:nvPr/>
        </p:nvSpPr>
        <p:spPr bwMode="auto">
          <a:xfrm>
            <a:off x="2411413" y="1371600"/>
            <a:ext cx="3303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20.4  </a:t>
            </a:r>
            <a:r>
              <a:rPr lang="en-US" altLang="en-US" sz="2000" i="1">
                <a:latin typeface="Times New Roman" panose="02020603050405020304" pitchFamily="18" charset="0"/>
              </a:rPr>
              <a:t>Protocol values</a:t>
            </a:r>
          </a:p>
        </p:txBody>
      </p:sp>
      <p:pic>
        <p:nvPicPr>
          <p:cNvPr id="22532" name="Picture 4">
            <a:extLst>
              <a:ext uri="{FF2B5EF4-FFF2-40B4-BE49-F238E27FC236}">
                <a16:creationId xmlns:a16="http://schemas.microsoft.com/office/drawing/2014/main" id="{11A8F0CB-AA49-4C3D-B0BB-655BBFD166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1375" y="1843088"/>
            <a:ext cx="5127625" cy="394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1">
            <a:extLst>
              <a:ext uri="{FF2B5EF4-FFF2-40B4-BE49-F238E27FC236}">
                <a16:creationId xmlns:a16="http://schemas.microsoft.com/office/drawing/2014/main" id="{6DF74B10-50E8-454B-9048-E2F72B61F31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79F17644-D60A-49DF-9C19-0DF3F9684DC6}" type="slidenum">
              <a:rPr lang="en-US" altLang="en-US" sz="2000">
                <a:solidFill>
                  <a:schemeClr val="bg2"/>
                </a:solidFill>
              </a:rPr>
              <a:pPr/>
              <a:t>23</a:t>
            </a:fld>
            <a:endParaRPr lang="en-US" altLang="en-US" sz="2000">
              <a:solidFill>
                <a:schemeClr val="bg2"/>
              </a:solidFill>
            </a:endParaRPr>
          </a:p>
        </p:txBody>
      </p:sp>
      <p:sp>
        <p:nvSpPr>
          <p:cNvPr id="23555" name="Rectangle 2">
            <a:extLst>
              <a:ext uri="{FF2B5EF4-FFF2-40B4-BE49-F238E27FC236}">
                <a16:creationId xmlns:a16="http://schemas.microsoft.com/office/drawing/2014/main" id="{ADBB12DD-0750-402B-94B6-F0888EE3B843}"/>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56" name="Rectangle 3">
            <a:extLst>
              <a:ext uri="{FF2B5EF4-FFF2-40B4-BE49-F238E27FC236}">
                <a16:creationId xmlns:a16="http://schemas.microsoft.com/office/drawing/2014/main" id="{48BD2469-4F48-4C79-B822-4BD0231F8F5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57" name="Rectangle 4">
            <a:extLst>
              <a:ext uri="{FF2B5EF4-FFF2-40B4-BE49-F238E27FC236}">
                <a16:creationId xmlns:a16="http://schemas.microsoft.com/office/drawing/2014/main" id="{4662C53D-F14E-496A-BBB0-E275A65FE181}"/>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58" name="Rectangle 5">
            <a:extLst>
              <a:ext uri="{FF2B5EF4-FFF2-40B4-BE49-F238E27FC236}">
                <a16:creationId xmlns:a16="http://schemas.microsoft.com/office/drawing/2014/main" id="{6EABE08F-8EEE-4292-B80E-1ACB372B402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59" name="Rectangle 6">
            <a:extLst>
              <a:ext uri="{FF2B5EF4-FFF2-40B4-BE49-F238E27FC236}">
                <a16:creationId xmlns:a16="http://schemas.microsoft.com/office/drawing/2014/main" id="{75303499-624F-4286-B219-03BEC144954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60" name="Rectangle 7">
            <a:extLst>
              <a:ext uri="{FF2B5EF4-FFF2-40B4-BE49-F238E27FC236}">
                <a16:creationId xmlns:a16="http://schemas.microsoft.com/office/drawing/2014/main" id="{6CB4A17F-5024-49E1-B04D-FDFFAD8F39B7}"/>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61" name="Rectangle 8">
            <a:extLst>
              <a:ext uri="{FF2B5EF4-FFF2-40B4-BE49-F238E27FC236}">
                <a16:creationId xmlns:a16="http://schemas.microsoft.com/office/drawing/2014/main" id="{61FA5654-1AE0-4FDA-9F6D-EB6FDD217DE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62" name="Rectangle 9">
            <a:extLst>
              <a:ext uri="{FF2B5EF4-FFF2-40B4-BE49-F238E27FC236}">
                <a16:creationId xmlns:a16="http://schemas.microsoft.com/office/drawing/2014/main" id="{9092B682-ED00-48A4-8539-746422E964BF}"/>
              </a:ext>
            </a:extLst>
          </p:cNvPr>
          <p:cNvSpPr>
            <a:spLocks noChangeArrowheads="1"/>
          </p:cNvSpPr>
          <p:nvPr/>
        </p:nvSpPr>
        <p:spPr bwMode="auto">
          <a:xfrm>
            <a:off x="228600" y="1143000"/>
            <a:ext cx="8686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latin typeface="Times New Roman" panose="02020603050405020304" pitchFamily="18" charset="0"/>
              </a:rPr>
              <a:t>An IPv4 packet has arrived with the first 8 bits as shown:</a:t>
            </a:r>
          </a:p>
          <a:p>
            <a:pPr algn="ctr"/>
            <a:r>
              <a:rPr lang="en-US" altLang="en-US" sz="2800" i="1">
                <a:solidFill>
                  <a:schemeClr val="folHlink"/>
                </a:solidFill>
                <a:latin typeface="Times New Roman" panose="02020603050405020304" pitchFamily="18" charset="0"/>
              </a:rPr>
              <a:t>01000010</a:t>
            </a:r>
          </a:p>
          <a:p>
            <a:pPr algn="just"/>
            <a:r>
              <a:rPr lang="en-US" altLang="en-US" sz="2800" i="1">
                <a:latin typeface="Times New Roman" panose="02020603050405020304" pitchFamily="18" charset="0"/>
              </a:rPr>
              <a:t>The receiver discards the packet. Why?</a:t>
            </a:r>
          </a:p>
        </p:txBody>
      </p:sp>
      <p:sp>
        <p:nvSpPr>
          <p:cNvPr id="23563" name="Rectangle 10">
            <a:extLst>
              <a:ext uri="{FF2B5EF4-FFF2-40B4-BE49-F238E27FC236}">
                <a16:creationId xmlns:a16="http://schemas.microsoft.com/office/drawing/2014/main" id="{14F7CE2E-DF8B-46E9-AC8F-FD23E17D2245}"/>
              </a:ext>
            </a:extLst>
          </p:cNvPr>
          <p:cNvSpPr>
            <a:spLocks noChangeArrowheads="1"/>
          </p:cNvSpPr>
          <p:nvPr/>
        </p:nvSpPr>
        <p:spPr bwMode="auto">
          <a:xfrm>
            <a:off x="228600" y="3106738"/>
            <a:ext cx="86868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Solution</a:t>
            </a:r>
          </a:p>
          <a:p>
            <a:r>
              <a:rPr lang="en-US" altLang="en-US" sz="2800" i="1">
                <a:latin typeface="Times" panose="02020603050405020304" pitchFamily="18" charset="0"/>
              </a:rPr>
              <a:t>There is an error in this packet. The 4 leftmost bits (0100) show the version, which is correct. The next 4 bits (0010) show an invalid header length (2 × 4 = 8). The minimum number of bytes in the header must be </a:t>
            </a:r>
            <a:r>
              <a:rPr lang="en-US" altLang="en-US" sz="2800" i="1">
                <a:solidFill>
                  <a:schemeClr val="folHlink"/>
                </a:solidFill>
                <a:latin typeface="Times" panose="02020603050405020304" pitchFamily="18" charset="0"/>
              </a:rPr>
              <a:t>20</a:t>
            </a:r>
            <a:r>
              <a:rPr lang="en-US" altLang="en-US" sz="2800" i="1">
                <a:latin typeface="Times" panose="02020603050405020304" pitchFamily="18" charset="0"/>
              </a:rPr>
              <a:t>. The packet has been corrupted in transmission.</a:t>
            </a:r>
          </a:p>
        </p:txBody>
      </p:sp>
      <p:sp>
        <p:nvSpPr>
          <p:cNvPr id="23564" name="Text Box 11">
            <a:extLst>
              <a:ext uri="{FF2B5EF4-FFF2-40B4-BE49-F238E27FC236}">
                <a16:creationId xmlns:a16="http://schemas.microsoft.com/office/drawing/2014/main" id="{AECCF2CA-D7AD-4607-A88D-CD9C6CA3871F}"/>
              </a:ext>
            </a:extLst>
          </p:cNvPr>
          <p:cNvSpPr txBox="1">
            <a:spLocks noChangeArrowheads="1"/>
          </p:cNvSpPr>
          <p:nvPr/>
        </p:nvSpPr>
        <p:spPr bwMode="auto">
          <a:xfrm>
            <a:off x="1143000" y="-7620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solidFill>
                  <a:schemeClr val="hlink"/>
                </a:solidFill>
                <a:latin typeface="Times New Roman" panose="02020603050405020304" pitchFamily="18" charset="0"/>
              </a:rPr>
              <a:t>Example 20.1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1">
            <a:extLst>
              <a:ext uri="{FF2B5EF4-FFF2-40B4-BE49-F238E27FC236}">
                <a16:creationId xmlns:a16="http://schemas.microsoft.com/office/drawing/2014/main" id="{488350D8-BF0E-44D0-8391-FF4F9C5C269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C47628AB-D8B9-445A-9809-2448E76A0653}" type="slidenum">
              <a:rPr lang="en-US" altLang="en-US" sz="2000">
                <a:solidFill>
                  <a:schemeClr val="bg2"/>
                </a:solidFill>
              </a:rPr>
              <a:pPr/>
              <a:t>24</a:t>
            </a:fld>
            <a:endParaRPr lang="en-US" altLang="en-US" sz="2000">
              <a:solidFill>
                <a:schemeClr val="bg2"/>
              </a:solidFill>
            </a:endParaRPr>
          </a:p>
        </p:txBody>
      </p:sp>
      <p:sp>
        <p:nvSpPr>
          <p:cNvPr id="24579" name="Rectangle 2">
            <a:extLst>
              <a:ext uri="{FF2B5EF4-FFF2-40B4-BE49-F238E27FC236}">
                <a16:creationId xmlns:a16="http://schemas.microsoft.com/office/drawing/2014/main" id="{08A34AF8-3B11-4BA7-9547-526824689831}"/>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4580" name="Rectangle 3">
            <a:extLst>
              <a:ext uri="{FF2B5EF4-FFF2-40B4-BE49-F238E27FC236}">
                <a16:creationId xmlns:a16="http://schemas.microsoft.com/office/drawing/2014/main" id="{57DB7013-AFC5-4C63-AB52-C5AC0BDBE5D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4581" name="Rectangle 4">
            <a:extLst>
              <a:ext uri="{FF2B5EF4-FFF2-40B4-BE49-F238E27FC236}">
                <a16:creationId xmlns:a16="http://schemas.microsoft.com/office/drawing/2014/main" id="{B29CBB44-570E-486A-9579-B1AF577C681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4582" name="Rectangle 5">
            <a:extLst>
              <a:ext uri="{FF2B5EF4-FFF2-40B4-BE49-F238E27FC236}">
                <a16:creationId xmlns:a16="http://schemas.microsoft.com/office/drawing/2014/main" id="{6D41DF58-B2DF-4045-A310-9183FD53928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4583" name="Rectangle 6">
            <a:extLst>
              <a:ext uri="{FF2B5EF4-FFF2-40B4-BE49-F238E27FC236}">
                <a16:creationId xmlns:a16="http://schemas.microsoft.com/office/drawing/2014/main" id="{8BD9F2E7-D7DF-4AFB-9B40-45C5AF47D54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4584" name="Rectangle 7">
            <a:extLst>
              <a:ext uri="{FF2B5EF4-FFF2-40B4-BE49-F238E27FC236}">
                <a16:creationId xmlns:a16="http://schemas.microsoft.com/office/drawing/2014/main" id="{683627B0-564E-47ED-9674-D3CDF551374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4585" name="Rectangle 8">
            <a:extLst>
              <a:ext uri="{FF2B5EF4-FFF2-40B4-BE49-F238E27FC236}">
                <a16:creationId xmlns:a16="http://schemas.microsoft.com/office/drawing/2014/main" id="{E152F73C-C745-49DE-ABC4-564443D95CC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4586" name="Rectangle 9">
            <a:extLst>
              <a:ext uri="{FF2B5EF4-FFF2-40B4-BE49-F238E27FC236}">
                <a16:creationId xmlns:a16="http://schemas.microsoft.com/office/drawing/2014/main" id="{1E3B6F2A-7393-4EB0-BC53-85979223B9E9}"/>
              </a:ext>
            </a:extLst>
          </p:cNvPr>
          <p:cNvSpPr>
            <a:spLocks noChangeArrowheads="1"/>
          </p:cNvSpPr>
          <p:nvPr/>
        </p:nvSpPr>
        <p:spPr bwMode="auto">
          <a:xfrm>
            <a:off x="228600" y="1143000"/>
            <a:ext cx="8686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a:latin typeface="Times New Roman" panose="02020603050405020304" pitchFamily="18" charset="0"/>
              </a:rPr>
              <a:t>In an IPv4 packet, the value of HLEN is 1000 in binary. How many bytes of options are being carried by this packet?</a:t>
            </a:r>
          </a:p>
        </p:txBody>
      </p:sp>
      <p:sp>
        <p:nvSpPr>
          <p:cNvPr id="24587" name="Rectangle 10">
            <a:extLst>
              <a:ext uri="{FF2B5EF4-FFF2-40B4-BE49-F238E27FC236}">
                <a16:creationId xmlns:a16="http://schemas.microsoft.com/office/drawing/2014/main" id="{90CD77C2-0FE1-4A1A-BE57-965933708B54}"/>
              </a:ext>
            </a:extLst>
          </p:cNvPr>
          <p:cNvSpPr>
            <a:spLocks noChangeArrowheads="1"/>
          </p:cNvSpPr>
          <p:nvPr/>
        </p:nvSpPr>
        <p:spPr bwMode="auto">
          <a:xfrm>
            <a:off x="228600" y="3106738"/>
            <a:ext cx="86868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a:solidFill>
                  <a:schemeClr val="hlink"/>
                </a:solidFill>
                <a:latin typeface="Times New Roman" panose="02020603050405020304" pitchFamily="18" charset="0"/>
              </a:rPr>
              <a:t>Solution</a:t>
            </a:r>
          </a:p>
          <a:p>
            <a:pPr algn="just"/>
            <a:r>
              <a:rPr lang="en-US" altLang="en-US" sz="2800" i="1">
                <a:latin typeface="Times" panose="02020603050405020304" pitchFamily="18" charset="0"/>
              </a:rPr>
              <a:t>The HLEN value is 8, which means the total number of bytes in the header is 8 × 4, or 32 bytes. The first 20 bytes are the base header, the next </a:t>
            </a:r>
            <a:r>
              <a:rPr lang="en-US" altLang="en-US" sz="2800" i="1">
                <a:solidFill>
                  <a:schemeClr val="folHlink"/>
                </a:solidFill>
                <a:latin typeface="Times" panose="02020603050405020304" pitchFamily="18" charset="0"/>
              </a:rPr>
              <a:t>12</a:t>
            </a:r>
            <a:r>
              <a:rPr lang="en-US" altLang="en-US" sz="2800" i="1">
                <a:latin typeface="Times" panose="02020603050405020304" pitchFamily="18" charset="0"/>
              </a:rPr>
              <a:t> bytes are the options.</a:t>
            </a:r>
          </a:p>
        </p:txBody>
      </p:sp>
      <p:sp>
        <p:nvSpPr>
          <p:cNvPr id="24588" name="Text Box 11">
            <a:extLst>
              <a:ext uri="{FF2B5EF4-FFF2-40B4-BE49-F238E27FC236}">
                <a16:creationId xmlns:a16="http://schemas.microsoft.com/office/drawing/2014/main" id="{5D92790C-7330-4ACD-9693-F61135656492}"/>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solidFill>
                  <a:schemeClr val="hlink"/>
                </a:solidFill>
                <a:latin typeface="Times New Roman" panose="02020603050405020304" pitchFamily="18" charset="0"/>
              </a:rPr>
              <a:t>Example 20.2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a:extLst>
              <a:ext uri="{FF2B5EF4-FFF2-40B4-BE49-F238E27FC236}">
                <a16:creationId xmlns:a16="http://schemas.microsoft.com/office/drawing/2014/main" id="{5E785AF8-1EAA-477B-8783-13C25684AFB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96EABC5B-8356-4E61-94DA-6EA2E3F9BDC6}" type="slidenum">
              <a:rPr lang="en-US" altLang="en-US" sz="2000">
                <a:solidFill>
                  <a:schemeClr val="bg2"/>
                </a:solidFill>
              </a:rPr>
              <a:pPr/>
              <a:t>25</a:t>
            </a:fld>
            <a:endParaRPr lang="en-US" altLang="en-US" sz="2000">
              <a:solidFill>
                <a:schemeClr val="bg2"/>
              </a:solidFill>
            </a:endParaRPr>
          </a:p>
        </p:txBody>
      </p:sp>
      <p:sp>
        <p:nvSpPr>
          <p:cNvPr id="25603" name="Rectangle 2">
            <a:extLst>
              <a:ext uri="{FF2B5EF4-FFF2-40B4-BE49-F238E27FC236}">
                <a16:creationId xmlns:a16="http://schemas.microsoft.com/office/drawing/2014/main" id="{4CEA1140-DE89-49DF-9C5B-25B1EEE6B352}"/>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5604" name="Rectangle 3">
            <a:extLst>
              <a:ext uri="{FF2B5EF4-FFF2-40B4-BE49-F238E27FC236}">
                <a16:creationId xmlns:a16="http://schemas.microsoft.com/office/drawing/2014/main" id="{A6A56218-139C-4656-822B-3DA9DCB13B5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5605" name="Rectangle 4">
            <a:extLst>
              <a:ext uri="{FF2B5EF4-FFF2-40B4-BE49-F238E27FC236}">
                <a16:creationId xmlns:a16="http://schemas.microsoft.com/office/drawing/2014/main" id="{9AA034B9-B108-4E69-9445-58B9E278C2E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5606" name="Rectangle 5">
            <a:extLst>
              <a:ext uri="{FF2B5EF4-FFF2-40B4-BE49-F238E27FC236}">
                <a16:creationId xmlns:a16="http://schemas.microsoft.com/office/drawing/2014/main" id="{01A1539E-EC04-4E99-AFCD-AD4C9DD09EA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5607" name="Rectangle 6">
            <a:extLst>
              <a:ext uri="{FF2B5EF4-FFF2-40B4-BE49-F238E27FC236}">
                <a16:creationId xmlns:a16="http://schemas.microsoft.com/office/drawing/2014/main" id="{24107344-862D-4FEA-86BD-CE2F2F133AC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5608" name="Rectangle 7">
            <a:extLst>
              <a:ext uri="{FF2B5EF4-FFF2-40B4-BE49-F238E27FC236}">
                <a16:creationId xmlns:a16="http://schemas.microsoft.com/office/drawing/2014/main" id="{0ACAFA3D-A04F-4689-8A4D-F99BA46EAE58}"/>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5609" name="Rectangle 8">
            <a:extLst>
              <a:ext uri="{FF2B5EF4-FFF2-40B4-BE49-F238E27FC236}">
                <a16:creationId xmlns:a16="http://schemas.microsoft.com/office/drawing/2014/main" id="{556ECDAB-DDD5-46D8-8CF3-D85CADE84B3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5610" name="Rectangle 9">
            <a:extLst>
              <a:ext uri="{FF2B5EF4-FFF2-40B4-BE49-F238E27FC236}">
                <a16:creationId xmlns:a16="http://schemas.microsoft.com/office/drawing/2014/main" id="{559CACEB-79C0-41ED-B54B-97649929A302}"/>
              </a:ext>
            </a:extLst>
          </p:cNvPr>
          <p:cNvSpPr>
            <a:spLocks noChangeArrowheads="1"/>
          </p:cNvSpPr>
          <p:nvPr/>
        </p:nvSpPr>
        <p:spPr bwMode="auto">
          <a:xfrm>
            <a:off x="228600" y="1143000"/>
            <a:ext cx="8686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a:latin typeface="Times New Roman" panose="02020603050405020304" pitchFamily="18" charset="0"/>
              </a:rPr>
              <a:t>In an IPv4 packet, the value of HLEN is 5, and the value of the total length field is 0x0028. How many bytes of data are being carried by this packet?</a:t>
            </a:r>
          </a:p>
        </p:txBody>
      </p:sp>
      <p:sp>
        <p:nvSpPr>
          <p:cNvPr id="25611" name="Rectangle 10">
            <a:extLst>
              <a:ext uri="{FF2B5EF4-FFF2-40B4-BE49-F238E27FC236}">
                <a16:creationId xmlns:a16="http://schemas.microsoft.com/office/drawing/2014/main" id="{437FFE8A-A214-49B1-823F-311C71C0318D}"/>
              </a:ext>
            </a:extLst>
          </p:cNvPr>
          <p:cNvSpPr>
            <a:spLocks noChangeArrowheads="1"/>
          </p:cNvSpPr>
          <p:nvPr/>
        </p:nvSpPr>
        <p:spPr bwMode="auto">
          <a:xfrm>
            <a:off x="228600" y="3106738"/>
            <a:ext cx="86868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a:solidFill>
                  <a:schemeClr val="hlink"/>
                </a:solidFill>
                <a:latin typeface="Times New Roman" panose="02020603050405020304" pitchFamily="18" charset="0"/>
              </a:rPr>
              <a:t>Solution</a:t>
            </a:r>
          </a:p>
          <a:p>
            <a:pPr algn="just"/>
            <a:r>
              <a:rPr lang="en-US" altLang="en-US" sz="2800" i="1">
                <a:latin typeface="Times" panose="02020603050405020304" pitchFamily="18" charset="0"/>
              </a:rPr>
              <a:t>The HLEN value is 5, which means the total number of bytes in the header is 5 × 4, or 20 bytes (no options). The total length is 40 bytes, which means the packet is carrying </a:t>
            </a:r>
            <a:r>
              <a:rPr lang="en-US" altLang="en-US" sz="2800" i="1">
                <a:solidFill>
                  <a:schemeClr val="folHlink"/>
                </a:solidFill>
                <a:latin typeface="Times" panose="02020603050405020304" pitchFamily="18" charset="0"/>
              </a:rPr>
              <a:t>20</a:t>
            </a:r>
            <a:r>
              <a:rPr lang="en-US" altLang="en-US" sz="2800" i="1">
                <a:latin typeface="Times" panose="02020603050405020304" pitchFamily="18" charset="0"/>
              </a:rPr>
              <a:t> bytes of data (40 − 20).</a:t>
            </a:r>
          </a:p>
        </p:txBody>
      </p:sp>
      <p:sp>
        <p:nvSpPr>
          <p:cNvPr id="25612" name="Text Box 11">
            <a:extLst>
              <a:ext uri="{FF2B5EF4-FFF2-40B4-BE49-F238E27FC236}">
                <a16:creationId xmlns:a16="http://schemas.microsoft.com/office/drawing/2014/main" id="{AF9464B0-252A-4BB1-83CB-839C0FF47C8C}"/>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solidFill>
                  <a:schemeClr val="hlink"/>
                </a:solidFill>
                <a:latin typeface="Times New Roman" panose="02020603050405020304" pitchFamily="18" charset="0"/>
              </a:rPr>
              <a:t>Example 20.3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1">
            <a:extLst>
              <a:ext uri="{FF2B5EF4-FFF2-40B4-BE49-F238E27FC236}">
                <a16:creationId xmlns:a16="http://schemas.microsoft.com/office/drawing/2014/main" id="{BEF9C61E-44C9-4DF0-BFD6-A5B166C76D4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BFA39032-437F-44D4-A07E-BFBC6D0C2070}" type="slidenum">
              <a:rPr lang="en-US" altLang="en-US" sz="2000">
                <a:solidFill>
                  <a:schemeClr val="bg2"/>
                </a:solidFill>
              </a:rPr>
              <a:pPr/>
              <a:t>26</a:t>
            </a:fld>
            <a:endParaRPr lang="en-US" altLang="en-US" sz="2000">
              <a:solidFill>
                <a:schemeClr val="bg2"/>
              </a:solidFill>
            </a:endParaRPr>
          </a:p>
        </p:txBody>
      </p:sp>
      <p:sp>
        <p:nvSpPr>
          <p:cNvPr id="26627" name="Rectangle 2">
            <a:extLst>
              <a:ext uri="{FF2B5EF4-FFF2-40B4-BE49-F238E27FC236}">
                <a16:creationId xmlns:a16="http://schemas.microsoft.com/office/drawing/2014/main" id="{BD4F0A69-008B-4DA3-997B-63FDB1E11B2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6628" name="Rectangle 3">
            <a:extLst>
              <a:ext uri="{FF2B5EF4-FFF2-40B4-BE49-F238E27FC236}">
                <a16:creationId xmlns:a16="http://schemas.microsoft.com/office/drawing/2014/main" id="{18E5C6AC-B2C8-43A0-8ECB-1E0CEBC8499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6629" name="Rectangle 4">
            <a:extLst>
              <a:ext uri="{FF2B5EF4-FFF2-40B4-BE49-F238E27FC236}">
                <a16:creationId xmlns:a16="http://schemas.microsoft.com/office/drawing/2014/main" id="{B99549D4-534A-4151-B248-D4D7DBC5309B}"/>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6630" name="Rectangle 5">
            <a:extLst>
              <a:ext uri="{FF2B5EF4-FFF2-40B4-BE49-F238E27FC236}">
                <a16:creationId xmlns:a16="http://schemas.microsoft.com/office/drawing/2014/main" id="{F972B4A9-8408-49D5-8578-DAD4A4CC8D8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6631" name="Rectangle 6">
            <a:extLst>
              <a:ext uri="{FF2B5EF4-FFF2-40B4-BE49-F238E27FC236}">
                <a16:creationId xmlns:a16="http://schemas.microsoft.com/office/drawing/2014/main" id="{2B1DF489-D011-40A5-8806-589F5B6C594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6632" name="Rectangle 7">
            <a:extLst>
              <a:ext uri="{FF2B5EF4-FFF2-40B4-BE49-F238E27FC236}">
                <a16:creationId xmlns:a16="http://schemas.microsoft.com/office/drawing/2014/main" id="{784AC8C7-AD11-4B54-B8DB-0608526721BA}"/>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6633" name="Rectangle 8">
            <a:extLst>
              <a:ext uri="{FF2B5EF4-FFF2-40B4-BE49-F238E27FC236}">
                <a16:creationId xmlns:a16="http://schemas.microsoft.com/office/drawing/2014/main" id="{53D60225-2A4C-49EB-8DCC-8A9C8F03DC8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6634" name="Rectangle 9">
            <a:extLst>
              <a:ext uri="{FF2B5EF4-FFF2-40B4-BE49-F238E27FC236}">
                <a16:creationId xmlns:a16="http://schemas.microsoft.com/office/drawing/2014/main" id="{03C2ACA7-A9E1-4475-BF9E-6C72B41A04F3}"/>
              </a:ext>
            </a:extLst>
          </p:cNvPr>
          <p:cNvSpPr>
            <a:spLocks noChangeArrowheads="1"/>
          </p:cNvSpPr>
          <p:nvPr/>
        </p:nvSpPr>
        <p:spPr bwMode="auto">
          <a:xfrm>
            <a:off x="228600" y="1143000"/>
            <a:ext cx="8686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latin typeface="Times New Roman" panose="02020603050405020304" pitchFamily="18" charset="0"/>
              </a:rPr>
              <a:t>An IPv4 packet has arrived with the first few hexadecimal digits as shown.</a:t>
            </a:r>
          </a:p>
          <a:p>
            <a:pPr algn="ctr"/>
            <a:r>
              <a:rPr lang="en-US" altLang="en-US" sz="2800" i="1">
                <a:solidFill>
                  <a:schemeClr val="folHlink"/>
                </a:solidFill>
                <a:latin typeface="Times New Roman" panose="02020603050405020304" pitchFamily="18" charset="0"/>
              </a:rPr>
              <a:t>0x45000028000100000102</a:t>
            </a:r>
            <a:r>
              <a:rPr lang="en-US" altLang="en-US" sz="2800" i="1">
                <a:solidFill>
                  <a:schemeClr val="hlink"/>
                </a:solidFill>
                <a:latin typeface="Times New Roman" panose="02020603050405020304" pitchFamily="18" charset="0"/>
              </a:rPr>
              <a:t> </a:t>
            </a:r>
            <a:r>
              <a:rPr lang="en-US" altLang="en-US" sz="2800" i="1">
                <a:solidFill>
                  <a:schemeClr val="folHlink"/>
                </a:solidFill>
                <a:latin typeface="Times New Roman" panose="02020603050405020304" pitchFamily="18" charset="0"/>
              </a:rPr>
              <a:t>. . .</a:t>
            </a:r>
          </a:p>
          <a:p>
            <a:pPr algn="just"/>
            <a:r>
              <a:rPr lang="en-US" altLang="en-US" sz="2800" i="1">
                <a:latin typeface="Times New Roman" panose="02020603050405020304" pitchFamily="18" charset="0"/>
              </a:rPr>
              <a:t>How many hops can this packet travel before being dropped? The data belong to what upper-layer protocol?</a:t>
            </a:r>
          </a:p>
        </p:txBody>
      </p:sp>
      <p:sp>
        <p:nvSpPr>
          <p:cNvPr id="26635" name="Rectangle 10">
            <a:extLst>
              <a:ext uri="{FF2B5EF4-FFF2-40B4-BE49-F238E27FC236}">
                <a16:creationId xmlns:a16="http://schemas.microsoft.com/office/drawing/2014/main" id="{9FC45372-50F6-4BAC-A1CC-6747AE8A9DC3}"/>
              </a:ext>
            </a:extLst>
          </p:cNvPr>
          <p:cNvSpPr>
            <a:spLocks noChangeArrowheads="1"/>
          </p:cNvSpPr>
          <p:nvPr/>
        </p:nvSpPr>
        <p:spPr bwMode="auto">
          <a:xfrm>
            <a:off x="228600" y="3657600"/>
            <a:ext cx="86868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a:solidFill>
                  <a:schemeClr val="hlink"/>
                </a:solidFill>
                <a:latin typeface="Times New Roman" panose="02020603050405020304" pitchFamily="18" charset="0"/>
              </a:rPr>
              <a:t>Solution</a:t>
            </a:r>
          </a:p>
          <a:p>
            <a:pPr algn="just"/>
            <a:r>
              <a:rPr lang="en-US" altLang="en-US" sz="2800" i="1">
                <a:latin typeface="Times" panose="02020603050405020304" pitchFamily="18" charset="0"/>
              </a:rPr>
              <a:t>To find the time-to-live field, we skip 8 bytes. The time-to-live field is the ninth byte, which is 01. This means the packet can travel only one hop. The protocol field is the next byte (02), which means that the upper-layer protocol is IGMP.</a:t>
            </a:r>
          </a:p>
        </p:txBody>
      </p:sp>
      <p:sp>
        <p:nvSpPr>
          <p:cNvPr id="26636" name="Text Box 11">
            <a:extLst>
              <a:ext uri="{FF2B5EF4-FFF2-40B4-BE49-F238E27FC236}">
                <a16:creationId xmlns:a16="http://schemas.microsoft.com/office/drawing/2014/main" id="{027C6607-F082-49AD-834A-DFCE29524E99}"/>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solidFill>
                  <a:schemeClr val="hlink"/>
                </a:solidFill>
                <a:latin typeface="Times New Roman" panose="02020603050405020304" pitchFamily="18" charset="0"/>
              </a:rPr>
              <a:t>Example 20.4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a:extLst>
              <a:ext uri="{FF2B5EF4-FFF2-40B4-BE49-F238E27FC236}">
                <a16:creationId xmlns:a16="http://schemas.microsoft.com/office/drawing/2014/main" id="{C9972C70-D68E-40ED-A6DD-34C38F5C6CB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7DE141F7-2F9E-4548-8296-DDA8F68DB3AE}" type="slidenum">
              <a:rPr lang="en-US" altLang="en-US" sz="2000">
                <a:solidFill>
                  <a:schemeClr val="bg2"/>
                </a:solidFill>
              </a:rPr>
              <a:pPr/>
              <a:t>27</a:t>
            </a:fld>
            <a:endParaRPr lang="en-US" altLang="en-US" sz="2000">
              <a:solidFill>
                <a:schemeClr val="bg2"/>
              </a:solidFill>
            </a:endParaRPr>
          </a:p>
        </p:txBody>
      </p:sp>
      <p:sp>
        <p:nvSpPr>
          <p:cNvPr id="27651" name="Line 2">
            <a:extLst>
              <a:ext uri="{FF2B5EF4-FFF2-40B4-BE49-F238E27FC236}">
                <a16:creationId xmlns:a16="http://schemas.microsoft.com/office/drawing/2014/main" id="{2D6B2697-1CC2-43A5-964A-C4B5C59D22F0}"/>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7652" name="Line 3">
            <a:extLst>
              <a:ext uri="{FF2B5EF4-FFF2-40B4-BE49-F238E27FC236}">
                <a16:creationId xmlns:a16="http://schemas.microsoft.com/office/drawing/2014/main" id="{E18293EE-F8D8-4321-8420-BB7FC143088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7653" name="Text Box 4">
            <a:extLst>
              <a:ext uri="{FF2B5EF4-FFF2-40B4-BE49-F238E27FC236}">
                <a16:creationId xmlns:a16="http://schemas.microsoft.com/office/drawing/2014/main" id="{2FFFABCC-40E2-4CD4-B38B-70206C6E03F9}"/>
              </a:ext>
            </a:extLst>
          </p:cNvPr>
          <p:cNvSpPr txBox="1">
            <a:spLocks noChangeArrowheads="1"/>
          </p:cNvSpPr>
          <p:nvPr/>
        </p:nvSpPr>
        <p:spPr bwMode="auto">
          <a:xfrm>
            <a:off x="304800" y="762000"/>
            <a:ext cx="5068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20.9  </a:t>
            </a:r>
            <a:r>
              <a:rPr lang="en-US" altLang="en-US" sz="2000" i="1">
                <a:latin typeface="Times New Roman" panose="02020603050405020304" pitchFamily="18" charset="0"/>
              </a:rPr>
              <a:t>Maximum transfer unit (MTU)</a:t>
            </a:r>
          </a:p>
        </p:txBody>
      </p:sp>
      <p:sp>
        <p:nvSpPr>
          <p:cNvPr id="27654" name="Line 5">
            <a:extLst>
              <a:ext uri="{FF2B5EF4-FFF2-40B4-BE49-F238E27FC236}">
                <a16:creationId xmlns:a16="http://schemas.microsoft.com/office/drawing/2014/main" id="{5F635FC4-2033-4728-B39E-8320CA0EB83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27655" name="Picture 6">
            <a:extLst>
              <a:ext uri="{FF2B5EF4-FFF2-40B4-BE49-F238E27FC236}">
                <a16:creationId xmlns:a16="http://schemas.microsoft.com/office/drawing/2014/main" id="{490F5835-10D8-435B-985D-4B0E43CB88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563" y="2613025"/>
            <a:ext cx="7056437"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1">
            <a:extLst>
              <a:ext uri="{FF2B5EF4-FFF2-40B4-BE49-F238E27FC236}">
                <a16:creationId xmlns:a16="http://schemas.microsoft.com/office/drawing/2014/main" id="{1C7489B1-11BD-487A-A403-8C14790FF49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20.</a:t>
            </a:r>
            <a:fld id="{32AC7E14-C064-4BBE-89E3-88CBEFE6C6CA}" type="slidenum">
              <a:rPr lang="en-US" altLang="en-US" sz="2000">
                <a:solidFill>
                  <a:schemeClr val="bg2"/>
                </a:solidFill>
              </a:rPr>
              <a:pPr/>
              <a:t>28</a:t>
            </a:fld>
            <a:endParaRPr lang="en-US" altLang="en-US" sz="2000">
              <a:solidFill>
                <a:schemeClr val="bg2"/>
              </a:solidFill>
            </a:endParaRPr>
          </a:p>
        </p:txBody>
      </p:sp>
      <p:sp>
        <p:nvSpPr>
          <p:cNvPr id="28675" name="Text Box 2">
            <a:extLst>
              <a:ext uri="{FF2B5EF4-FFF2-40B4-BE49-F238E27FC236}">
                <a16:creationId xmlns:a16="http://schemas.microsoft.com/office/drawing/2014/main" id="{3B2D9163-8596-4DEA-9526-F4A028CACF27}"/>
              </a:ext>
            </a:extLst>
          </p:cNvPr>
          <p:cNvSpPr txBox="1">
            <a:spLocks noChangeArrowheads="1"/>
          </p:cNvSpPr>
          <p:nvPr/>
        </p:nvSpPr>
        <p:spPr bwMode="auto">
          <a:xfrm>
            <a:off x="1838325" y="762000"/>
            <a:ext cx="433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20.5  </a:t>
            </a:r>
            <a:r>
              <a:rPr lang="en-US" altLang="en-US" sz="2000" i="1">
                <a:latin typeface="Times New Roman" panose="02020603050405020304" pitchFamily="18" charset="0"/>
              </a:rPr>
              <a:t>MTUs for some networks</a:t>
            </a:r>
          </a:p>
        </p:txBody>
      </p:sp>
      <p:pic>
        <p:nvPicPr>
          <p:cNvPr id="28676" name="Picture 4">
            <a:extLst>
              <a:ext uri="{FF2B5EF4-FFF2-40B4-BE49-F238E27FC236}">
                <a16:creationId xmlns:a16="http://schemas.microsoft.com/office/drawing/2014/main" id="{9C3D4528-6AAB-4263-AD9B-877ACD41A0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7963" y="1217613"/>
            <a:ext cx="6370637"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TotalTime>
  <Words>809</Words>
  <Application>Microsoft Office PowerPoint</Application>
  <PresentationFormat>On-screen Show (4:3)</PresentationFormat>
  <Paragraphs>119</Paragraphs>
  <Slides>28</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Tahoma</vt:lpstr>
      <vt:lpstr>Times</vt:lpstr>
      <vt:lpstr>Times New Roman</vt:lpstr>
      <vt:lpstr>Wingdings</vt:lpstr>
      <vt:lpstr>Office Theme</vt:lpstr>
      <vt:lpstr>COMPUTER NETWORKS (BCSC 0008)</vt:lpstr>
      <vt:lpstr> Text and Reference Books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(BCSC 0008)</dc:title>
  <dc:creator>Windows User</dc:creator>
  <cp:lastModifiedBy>shabir ali</cp:lastModifiedBy>
  <cp:revision>9</cp:revision>
  <dcterms:created xsi:type="dcterms:W3CDTF">2020-06-29T04:13:42Z</dcterms:created>
  <dcterms:modified xsi:type="dcterms:W3CDTF">2020-11-04T05:25:01Z</dcterms:modified>
</cp:coreProperties>
</file>