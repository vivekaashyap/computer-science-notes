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A9560-52B0-7BC2-09FB-F14F95DD5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D80601-A4E4-46CC-DD8C-83EE20FBA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C5586-B353-92DA-CAEE-F0E9BD5B1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A0ECD-CFF2-4CAF-A351-7790DA496B27}" type="datetimeFigureOut">
              <a:rPr lang="en-IN" smtClean="0"/>
              <a:t>08-09-2022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2FF38-E5EA-2429-B8BD-27F01845E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2B3D1-950E-D665-D5A5-BECE11E44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6F41-6302-4AB8-8E94-90EE44A25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955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D2D69-7270-65D0-0B00-6586D7416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71F9E-D3AD-65CF-E365-5EFB62D11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3F6F8-3365-9875-A48B-52ED0790A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A0ECD-CFF2-4CAF-A351-7790DA496B27}" type="datetimeFigureOut">
              <a:rPr lang="en-IN" smtClean="0"/>
              <a:t>08-09-2022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00FA6-D955-0EE3-7633-205A18EA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3E39E-9F6F-FA2D-CA79-95F41734D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6F41-6302-4AB8-8E94-90EE44A25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791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30C0D-2933-CFDF-F282-C9836E8C2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34BE3-83D0-1BF8-E207-CF58753F3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72887-E691-ED27-B69D-C5096ECA0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A0ECD-CFF2-4CAF-A351-7790DA496B27}" type="datetimeFigureOut">
              <a:rPr lang="en-IN" smtClean="0"/>
              <a:t>08-09-2022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A5450-4351-B207-3D6D-68E2F3884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6E8CA-7FEB-987D-40B1-630C48956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6F41-6302-4AB8-8E94-90EE44A25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40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8387E-270C-401A-F376-BB96332EB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D56A4-5F5E-72F6-7F73-50B2CC4621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153EE4-BD29-815A-5C69-8D29DE60E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76A80E-E590-0107-1FB8-9247D84B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A0ECD-CFF2-4CAF-A351-7790DA496B27}" type="datetimeFigureOut">
              <a:rPr lang="en-IN" smtClean="0"/>
              <a:t>08-09-2022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AAEA9-F8E7-C983-05D0-3D36008F7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2CB0F-1943-3A84-FE33-73FDA151A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6F41-6302-4AB8-8E94-90EE44A25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332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13BAE-8906-E161-59B2-17221BD4C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96A84-795F-6956-B400-9C6998129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88736-6BE4-AD44-4E94-733B8E5C2B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EE53F-BF9C-E09D-F058-A6D762414F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E91AB0-E9E4-416A-F0DE-B6CB83C457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5CC2A1-68F9-E86A-DBD5-81CE0AB51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A0ECD-CFF2-4CAF-A351-7790DA496B27}" type="datetimeFigureOut">
              <a:rPr lang="en-IN" smtClean="0"/>
              <a:t>08-09-2022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E95BEF-9839-1C0C-725C-4219D1B76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42526D-6BE7-BF44-8CA5-22CB6C524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6F41-6302-4AB8-8E94-90EE44A25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741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9002-6F7D-AC85-AFD5-59203E853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5A9174-B117-9AEB-03DC-057219012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A0ECD-CFF2-4CAF-A351-7790DA496B27}" type="datetimeFigureOut">
              <a:rPr lang="en-IN" smtClean="0"/>
              <a:t>08-09-2022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AFAB5-19EA-799D-86A2-E3886512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D1D72-32F5-BF77-5096-2074850F5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6F41-6302-4AB8-8E94-90EE44A25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990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22F979-406E-8AF6-2EEB-DD6AD343C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A0ECD-CFF2-4CAF-A351-7790DA496B27}" type="datetimeFigureOut">
              <a:rPr lang="en-IN" smtClean="0"/>
              <a:t>08-09-2022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3786FE-3EA7-49C2-1EBB-54A0EE437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ED434-2EA1-DE9E-7B29-3259F366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6F41-6302-4AB8-8E94-90EE44A25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027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58AB8-EB60-F5E5-4DDF-41EFC78F5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C2A89-D585-8174-C097-8CED5FAFF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4B65A-40DF-BE90-4AA7-02FFBBFA4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25EAC-B470-B376-EEE3-B232FAAFC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A0ECD-CFF2-4CAF-A351-7790DA496B27}" type="datetimeFigureOut">
              <a:rPr lang="en-IN" smtClean="0"/>
              <a:t>08-09-2022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DDBEE-99DE-57AA-80EA-AAF6E9E58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711-A3C1-4A8E-F09E-308C7016C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6F41-6302-4AB8-8E94-90EE44A25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992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B64DC-B568-4A8F-BCCF-3F89ED0AE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0727EE-914E-1038-453D-29AE92D5CF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F392B6-7F3C-55B4-0687-A35ABF5C4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F64A9-6902-70BF-949D-FDC5FE44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A0ECD-CFF2-4CAF-A351-7790DA496B27}" type="datetimeFigureOut">
              <a:rPr lang="en-IN" smtClean="0"/>
              <a:t>08-09-2022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AF7E8D-7904-0B0F-47B9-9B464E81B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9F1BD-DAA1-CE4D-3A1B-5DAB36A00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6F41-6302-4AB8-8E94-90EE44A25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216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790FE-3BDE-F553-9C74-600895E3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1812A-BAD2-6840-56C4-2D3334FA50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75BC9-6069-AB17-FDA3-BD76BB72A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A0ECD-CFF2-4CAF-A351-7790DA496B27}" type="datetimeFigureOut">
              <a:rPr lang="en-IN" smtClean="0"/>
              <a:t>08-09-2022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EDA7F-739D-1A0F-2D4E-7AB8C8ED6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C345A-D846-DFF5-48BC-6BE25ED78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6F41-6302-4AB8-8E94-90EE44A25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10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162D13-C9C1-F5C9-C93A-C4284540AA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0F1437-CD0A-5B06-1021-B29CDFEB8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712C2-4BAE-AD4B-395B-93BCEE224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A0ECD-CFF2-4CAF-A351-7790DA496B27}" type="datetimeFigureOut">
              <a:rPr lang="en-IN" smtClean="0"/>
              <a:t>08-09-2022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BBB09-4B7A-CAB6-808F-4374C468F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5F519-C555-F860-6BCC-F9D239C7D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6F41-6302-4AB8-8E94-90EE44A25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223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75CEA6-8A90-86DF-6445-44019DD44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4D812-6DCA-7A48-F3DB-9D8E61DAA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CC863-7771-1A01-2B62-C6CCAA80A7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A0ECD-CFF2-4CAF-A351-7790DA496B27}" type="datetimeFigureOut">
              <a:rPr lang="en-IN" smtClean="0"/>
              <a:t>08-09-2022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16AFD-97D2-741C-120E-524AC0AEC9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F6A74-E9A6-E17D-95E6-7AB762FB6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36F41-6302-4AB8-8E94-90EE44A259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192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C72D3-B6D6-7044-E46A-1B279B9914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Digital Data Transmission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7394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B06D25-6588-E832-A9B4-262DB7349E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767" y="905071"/>
            <a:ext cx="9609254" cy="4254758"/>
          </a:xfrm>
        </p:spPr>
      </p:pic>
    </p:spTree>
    <p:extLst>
      <p:ext uri="{BB962C8B-B14F-4D97-AF65-F5344CB8AC3E}">
        <p14:creationId xmlns:p14="http://schemas.microsoft.com/office/powerpoint/2010/main" val="1842250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CEF66-C512-ADCF-A786-1201134EB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Transmission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918AAD-DC36-85CC-2995-4AFB9A8B64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6" y="1420100"/>
            <a:ext cx="7296538" cy="371370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D726C1-ADF7-871D-EB56-FCACB2ECF1AE}"/>
              </a:ext>
            </a:extLst>
          </p:cNvPr>
          <p:cNvSpPr txBox="1"/>
          <p:nvPr/>
        </p:nvSpPr>
        <p:spPr>
          <a:xfrm>
            <a:off x="7296537" y="2707223"/>
            <a:ext cx="501676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bit can be sent at one clock tick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send 8 bits, 8 separate lines are required</a:t>
            </a:r>
          </a:p>
          <a:p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Speed</a:t>
            </a:r>
          </a:p>
          <a:p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</a:p>
          <a:p>
            <a:pPr marL="457200" indent="-4572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shorted distance</a:t>
            </a:r>
          </a:p>
          <a:p>
            <a:pPr marL="342900" indent="-3429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814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7CD42-7C13-BBE6-4552-39CEDAA30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 Transmission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0FDC79-6FAE-CF05-D8B0-63AC3B5574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302" y="1625004"/>
            <a:ext cx="9582539" cy="4807187"/>
          </a:xfrm>
        </p:spPr>
      </p:pic>
    </p:spTree>
    <p:extLst>
      <p:ext uri="{BB962C8B-B14F-4D97-AF65-F5344CB8AC3E}">
        <p14:creationId xmlns:p14="http://schemas.microsoft.com/office/powerpoint/2010/main" val="2181710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8E7CD-DF17-CC5B-0BFA-08129C882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 Serial Transmission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C81070-B136-F447-F51C-E6F237C6A3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004" y="1539552"/>
            <a:ext cx="7645216" cy="299512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C25CFF-6C60-5334-8800-152BF4BEAE47}"/>
              </a:ext>
            </a:extLst>
          </p:cNvPr>
          <p:cNvSpPr txBox="1"/>
          <p:nvPr/>
        </p:nvSpPr>
        <p:spPr>
          <a:xfrm>
            <a:off x="373223" y="4655976"/>
            <a:ext cx="90600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is not important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every byte with start and stop bit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start bit. Alerting receiver that data is coming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1 stop bit, indicating end of byte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Gap is variable. Variable interval between data units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440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73A5-B468-D5A4-E65D-9FB643574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B4481-F7AE-81AF-2DB5-D2AD2C361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Low speed transmission of narrow band</a:t>
            </a:r>
          </a:p>
          <a:p>
            <a:pPr marL="514350" indent="-514350">
              <a:buAutoNum type="arabicPeriod"/>
            </a:pPr>
            <a:r>
              <a:rPr lang="en-US" dirty="0"/>
              <a:t>Slow speed voice channel</a:t>
            </a:r>
          </a:p>
          <a:p>
            <a:pPr marL="514350" indent="-514350">
              <a:buAutoNum type="arabicPeriod"/>
            </a:pPr>
            <a:r>
              <a:rPr lang="en-US" dirty="0"/>
              <a:t>Manual operated devices</a:t>
            </a:r>
          </a:p>
          <a:p>
            <a:pPr marL="514350" indent="-514350">
              <a:buAutoNum type="arabicPeriod"/>
            </a:pPr>
            <a:r>
              <a:rPr lang="en-US" dirty="0"/>
              <a:t>Low speed communication where gap occur like keyboard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9060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C175B-A347-6B47-C26C-652AC442E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Disadvantages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EE332-26AF-9B3B-8F68-DD6C7B227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Advantages</a:t>
            </a:r>
          </a:p>
          <a:p>
            <a:r>
              <a:rPr lang="en-US" dirty="0"/>
              <a:t>Very cheap (less costly)</a:t>
            </a:r>
          </a:p>
          <a:p>
            <a:r>
              <a:rPr lang="en-IN" dirty="0"/>
              <a:t>Effective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>
                <a:highlight>
                  <a:srgbClr val="FFFF00"/>
                </a:highlight>
              </a:rPr>
              <a:t>Disadvantages</a:t>
            </a:r>
          </a:p>
          <a:p>
            <a:r>
              <a:rPr lang="en-IN" dirty="0"/>
              <a:t>Slow </a:t>
            </a:r>
          </a:p>
          <a:p>
            <a:r>
              <a:rPr lang="en-IN" dirty="0"/>
              <a:t>Additional overhead of start and stop bit</a:t>
            </a:r>
          </a:p>
        </p:txBody>
      </p:sp>
    </p:spTree>
    <p:extLst>
      <p:ext uri="{BB962C8B-B14F-4D97-AF65-F5344CB8AC3E}">
        <p14:creationId xmlns:p14="http://schemas.microsoft.com/office/powerpoint/2010/main" val="3142875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820B4-AD9A-30BB-4CDE-AA2E9A9BC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Serial Transmission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BE3985-8ACC-EAAA-97D9-5370633CED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96" y="1299013"/>
            <a:ext cx="9153525" cy="284797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F68EFE-0BB8-966A-86A6-97F367464F50}"/>
              </a:ext>
            </a:extLst>
          </p:cNvPr>
          <p:cNvSpPr txBox="1"/>
          <p:nvPr/>
        </p:nvSpPr>
        <p:spPr>
          <a:xfrm>
            <a:off x="401215" y="4111380"/>
            <a:ext cx="90600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is important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speed data transmission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bytes send together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Receiver receive data continuously until detect special ending character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gaps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error detection using CRC</a:t>
            </a:r>
          </a:p>
        </p:txBody>
      </p:sp>
    </p:spTree>
    <p:extLst>
      <p:ext uri="{BB962C8B-B14F-4D97-AF65-F5344CB8AC3E}">
        <p14:creationId xmlns:p14="http://schemas.microsoft.com/office/powerpoint/2010/main" val="1675683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D79D8-8C81-6785-9B43-637EE929A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9878"/>
            <a:ext cx="10515600" cy="57570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Advantages:</a:t>
            </a:r>
          </a:p>
          <a:p>
            <a:pPr marL="514350" indent="-514350">
              <a:buAutoNum type="arabicPeriod"/>
            </a:pPr>
            <a:r>
              <a:rPr lang="en-US" dirty="0"/>
              <a:t>High speed</a:t>
            </a:r>
          </a:p>
          <a:p>
            <a:pPr marL="514350" indent="-514350">
              <a:buAutoNum type="arabicPeriod"/>
            </a:pPr>
            <a:r>
              <a:rPr lang="en-US" dirty="0"/>
              <a:t>No gap</a:t>
            </a:r>
          </a:p>
          <a:p>
            <a:pPr marL="514350" indent="-514350">
              <a:buAutoNum type="arabicPeriod"/>
            </a:pPr>
            <a:r>
              <a:rPr lang="en-US" dirty="0"/>
              <a:t>No overhead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Disadvantage:</a:t>
            </a:r>
          </a:p>
          <a:p>
            <a:pPr marL="514350" indent="-514350">
              <a:buAutoNum type="arabicPeriod"/>
            </a:pPr>
            <a:r>
              <a:rPr lang="en-US" dirty="0"/>
              <a:t>Real time transmission cannot be possible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Applications:</a:t>
            </a:r>
          </a:p>
          <a:p>
            <a:pPr marL="514350" indent="-514350">
              <a:buAutoNum type="arabicPeriod"/>
            </a:pPr>
            <a:r>
              <a:rPr lang="en-US" dirty="0"/>
              <a:t>Fast voice and broadband channel</a:t>
            </a:r>
          </a:p>
          <a:p>
            <a:pPr marL="514350" indent="-514350">
              <a:buAutoNum type="arabicPeriod"/>
            </a:pPr>
            <a:r>
              <a:rPr lang="en-US" dirty="0"/>
              <a:t>Computer to computer communication</a:t>
            </a:r>
          </a:p>
          <a:p>
            <a:pPr marL="514350" indent="-51435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4350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58B8B-768C-4739-6B5B-12AB4FD7C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Isochronous Serial Transmission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E5B791-B8F1-1A9F-72D6-0D76D06847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526" y="1959429"/>
            <a:ext cx="10217439" cy="4002832"/>
          </a:xfrm>
        </p:spPr>
      </p:pic>
    </p:spTree>
    <p:extLst>
      <p:ext uri="{BB962C8B-B14F-4D97-AF65-F5344CB8AC3E}">
        <p14:creationId xmlns:p14="http://schemas.microsoft.com/office/powerpoint/2010/main" val="1166501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81F2A-CBFA-F1D8-95FD-543FCCCF6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Application:</a:t>
            </a:r>
          </a:p>
          <a:p>
            <a:pPr marL="514350" indent="-514350">
              <a:buAutoNum type="arabicPeriod"/>
            </a:pPr>
            <a:r>
              <a:rPr lang="en-US" dirty="0"/>
              <a:t>High rate of transmission than asynchronous</a:t>
            </a:r>
          </a:p>
          <a:p>
            <a:pPr marL="514350" indent="-514350">
              <a:buAutoNum type="arabicPeriod"/>
            </a:pPr>
            <a:r>
              <a:rPr lang="en-US" dirty="0"/>
              <a:t>Real time audio and video and TV</a:t>
            </a:r>
          </a:p>
          <a:p>
            <a:pPr marL="514350" indent="-51435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5068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199</Words>
  <Application>Microsoft Office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Digital Data Transmission</vt:lpstr>
      <vt:lpstr>PowerPoint Presentation</vt:lpstr>
      <vt:lpstr>Parallel Transmission</vt:lpstr>
      <vt:lpstr>Serial Transmission</vt:lpstr>
      <vt:lpstr>Asynchronous Serial Transmission</vt:lpstr>
      <vt:lpstr>Applications:</vt:lpstr>
      <vt:lpstr>Advantages and Disadvantages</vt:lpstr>
      <vt:lpstr>Synchronous Serial Transmission</vt:lpstr>
      <vt:lpstr>PowerPoint Presentation</vt:lpstr>
      <vt:lpstr>Isochronous Serial Transmission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Data Transmission</dc:title>
  <dc:creator>Mili Dhar</dc:creator>
  <cp:lastModifiedBy>Mili Dhar</cp:lastModifiedBy>
  <cp:revision>11</cp:revision>
  <dcterms:created xsi:type="dcterms:W3CDTF">2022-09-07T07:21:42Z</dcterms:created>
  <dcterms:modified xsi:type="dcterms:W3CDTF">2022-09-08T06:51:36Z</dcterms:modified>
</cp:coreProperties>
</file>