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theme/theme2.xml" ContentType="application/vnd.openxmlformats-officedocument.theme+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1" r:id="rId2"/>
    <p:sldMasterId id="2147483674" r:id="rId3"/>
  </p:sldMasterIdLst>
  <p:notesMasterIdLst>
    <p:notesMasterId r:id="rId38"/>
  </p:notesMasterIdLst>
  <p:handoutMasterIdLst>
    <p:handoutMasterId r:id="rId39"/>
  </p:handoutMasterIdLst>
  <p:sldIdLst>
    <p:sldId id="288" r:id="rId4"/>
    <p:sldId id="256" r:id="rId5"/>
    <p:sldId id="257" r:id="rId6"/>
    <p:sldId id="258" r:id="rId7"/>
    <p:sldId id="259" r:id="rId8"/>
    <p:sldId id="260" r:id="rId9"/>
    <p:sldId id="778" r:id="rId10"/>
    <p:sldId id="261" r:id="rId11"/>
    <p:sldId id="772" r:id="rId12"/>
    <p:sldId id="263" r:id="rId13"/>
    <p:sldId id="264" r:id="rId14"/>
    <p:sldId id="779" r:id="rId15"/>
    <p:sldId id="265" r:id="rId16"/>
    <p:sldId id="266" r:id="rId17"/>
    <p:sldId id="267" r:id="rId18"/>
    <p:sldId id="268" r:id="rId19"/>
    <p:sldId id="780" r:id="rId20"/>
    <p:sldId id="269" r:id="rId21"/>
    <p:sldId id="271" r:id="rId22"/>
    <p:sldId id="774" r:id="rId23"/>
    <p:sldId id="273" r:id="rId24"/>
    <p:sldId id="274" r:id="rId25"/>
    <p:sldId id="275" r:id="rId26"/>
    <p:sldId id="276" r:id="rId27"/>
    <p:sldId id="277" r:id="rId28"/>
    <p:sldId id="278" r:id="rId29"/>
    <p:sldId id="775" r:id="rId30"/>
    <p:sldId id="280" r:id="rId31"/>
    <p:sldId id="281" r:id="rId32"/>
    <p:sldId id="282" r:id="rId33"/>
    <p:sldId id="283" r:id="rId34"/>
    <p:sldId id="284" r:id="rId35"/>
    <p:sldId id="285" r:id="rId36"/>
    <p:sldId id="286" r:id="rId3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1594"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handoutMaster" Target="handoutMasters/handout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0" Type="http://schemas.openxmlformats.org/officeDocument/2006/relationships/slide" Target="slides/slide17.xml"/><Relationship Id="rId29" Type="http://schemas.openxmlformats.org/officeDocument/2006/relationships/slide" Target="slides/slide26.xml"/><Relationship Id="rId41"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notesMaster" Target="notesMasters/notes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642E4DA-6CCF-4227-80B1-F9717BF4829D}"/>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CA184997-1440-4535-8ACB-52C54EB1A1A8}"/>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B4905DE3-C5E7-4CED-B654-CB6C6D10B8D3}" type="datetimeFigureOut">
              <a:rPr lang="en-IN" smtClean="0"/>
              <a:t>10-09-2022</a:t>
            </a:fld>
            <a:endParaRPr lang="en-IN"/>
          </a:p>
        </p:txBody>
      </p:sp>
      <p:sp>
        <p:nvSpPr>
          <p:cNvPr id="4" name="Footer Placeholder 3">
            <a:extLst>
              <a:ext uri="{FF2B5EF4-FFF2-40B4-BE49-F238E27FC236}">
                <a16:creationId xmlns:a16="http://schemas.microsoft.com/office/drawing/2014/main" id="{DE09477D-DE16-44B9-84F3-DE7A780484C0}"/>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A3B62EF3-5B3B-427C-82E7-33965B80890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96BACAA2-FB71-4A45-8A97-FFABF7A9F65A}" type="slidenum">
              <a:rPr lang="en-IN" smtClean="0"/>
              <a:t>‹#›</a:t>
            </a:fld>
            <a:endParaRPr lang="en-IN"/>
          </a:p>
        </p:txBody>
      </p:sp>
    </p:spTree>
    <p:extLst>
      <p:ext uri="{BB962C8B-B14F-4D97-AF65-F5344CB8AC3E}">
        <p14:creationId xmlns:p14="http://schemas.microsoft.com/office/powerpoint/2010/main" val="856069584"/>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E9014EE-067D-404E-AA1E-C33FEE70CD0A}" type="datetimeFigureOut">
              <a:rPr lang="en-IN" smtClean="0"/>
              <a:t>10-09-2022</a:t>
            </a:fld>
            <a:endParaRPr lang="en-IN"/>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998D259-575E-462C-AFA5-7A14D8027EE8}" type="slidenum">
              <a:rPr lang="en-IN" smtClean="0"/>
              <a:t>‹#›</a:t>
            </a:fld>
            <a:endParaRPr lang="en-IN"/>
          </a:p>
        </p:txBody>
      </p:sp>
    </p:spTree>
    <p:extLst>
      <p:ext uri="{BB962C8B-B14F-4D97-AF65-F5344CB8AC3E}">
        <p14:creationId xmlns:p14="http://schemas.microsoft.com/office/powerpoint/2010/main" val="3331589856"/>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70C5DA2A-3D8B-44D1-BAEC-E90222259534}"/>
              </a:ext>
            </a:extLst>
          </p:cNvPr>
          <p:cNvSpPr>
            <a:spLocks noGrp="1" noChangeArrowheads="1"/>
          </p:cNvSpPr>
          <p:nvPr>
            <p:ph type="sldNum" sz="quarter" idx="5"/>
          </p:nvPr>
        </p:nvSpPr>
        <p:spPr>
          <a:ln/>
        </p:spPr>
        <p:txBody>
          <a:bodyPr/>
          <a:lstStyle/>
          <a:p>
            <a:fld id="{514F7F6C-0143-46FB-9A2F-7BBE60AF4453}" type="slidenum">
              <a:rPr lang="en-US" altLang="en-US"/>
              <a:pPr/>
              <a:t>9</a:t>
            </a:fld>
            <a:endParaRPr lang="en-US" altLang="en-US"/>
          </a:p>
        </p:txBody>
      </p:sp>
      <p:sp>
        <p:nvSpPr>
          <p:cNvPr id="896002" name="Rectangle 2">
            <a:extLst>
              <a:ext uri="{FF2B5EF4-FFF2-40B4-BE49-F238E27FC236}">
                <a16:creationId xmlns:a16="http://schemas.microsoft.com/office/drawing/2014/main" id="{0768D8FD-AE86-4DCF-BE9B-53369C529364}"/>
              </a:ext>
            </a:extLst>
          </p:cNvPr>
          <p:cNvSpPr>
            <a:spLocks noGrp="1" noRot="1" noChangeAspect="1" noChangeArrowheads="1" noTextEdit="1"/>
          </p:cNvSpPr>
          <p:nvPr>
            <p:ph type="sldImg"/>
          </p:nvPr>
        </p:nvSpPr>
        <p:spPr>
          <a:ln/>
        </p:spPr>
      </p:sp>
      <p:sp>
        <p:nvSpPr>
          <p:cNvPr id="896003" name="Rectangle 3">
            <a:extLst>
              <a:ext uri="{FF2B5EF4-FFF2-40B4-BE49-F238E27FC236}">
                <a16:creationId xmlns:a16="http://schemas.microsoft.com/office/drawing/2014/main" id="{29B86DDE-CFAF-41F5-B8FD-528374CA060D}"/>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B2F85262-D9A7-4E7B-B4B2-64F5D711E599}"/>
              </a:ext>
            </a:extLst>
          </p:cNvPr>
          <p:cNvSpPr>
            <a:spLocks noGrp="1" noChangeArrowheads="1"/>
          </p:cNvSpPr>
          <p:nvPr>
            <p:ph type="sldNum" sz="quarter" idx="5"/>
          </p:nvPr>
        </p:nvSpPr>
        <p:spPr>
          <a:ln/>
        </p:spPr>
        <p:txBody>
          <a:bodyPr/>
          <a:lstStyle/>
          <a:p>
            <a:fld id="{1F41A3A6-4557-4F36-B96B-3B5E9BC55E84}" type="slidenum">
              <a:rPr lang="en-US" altLang="en-US"/>
              <a:pPr/>
              <a:t>20</a:t>
            </a:fld>
            <a:endParaRPr lang="en-US" altLang="en-US"/>
          </a:p>
        </p:txBody>
      </p:sp>
      <p:sp>
        <p:nvSpPr>
          <p:cNvPr id="907266" name="Rectangle 2">
            <a:extLst>
              <a:ext uri="{FF2B5EF4-FFF2-40B4-BE49-F238E27FC236}">
                <a16:creationId xmlns:a16="http://schemas.microsoft.com/office/drawing/2014/main" id="{DF7CC7C5-90F3-456A-B9DB-FD8B4E9EC800}"/>
              </a:ext>
            </a:extLst>
          </p:cNvPr>
          <p:cNvSpPr>
            <a:spLocks noGrp="1" noRot="1" noChangeAspect="1" noChangeArrowheads="1" noTextEdit="1"/>
          </p:cNvSpPr>
          <p:nvPr>
            <p:ph type="sldImg"/>
          </p:nvPr>
        </p:nvSpPr>
        <p:spPr>
          <a:ln/>
        </p:spPr>
      </p:sp>
      <p:sp>
        <p:nvSpPr>
          <p:cNvPr id="907267" name="Rectangle 3">
            <a:extLst>
              <a:ext uri="{FF2B5EF4-FFF2-40B4-BE49-F238E27FC236}">
                <a16:creationId xmlns:a16="http://schemas.microsoft.com/office/drawing/2014/main" id="{B9B92785-20EC-4399-955C-A232FE9A8315}"/>
              </a:ext>
            </a:extLst>
          </p:cNvPr>
          <p:cNvSpPr>
            <a:spLocks noGrp="1" noChangeArrowheads="1"/>
          </p:cNvSpPr>
          <p:nvPr>
            <p:ph type="body" idx="1"/>
          </p:nvPr>
        </p:nvSpPr>
        <p:spPr/>
        <p:txBody>
          <a:bodyPr/>
          <a:lstStyle/>
          <a:p>
            <a:endParaRPr lang="en-US"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a:extLst>
              <a:ext uri="{FF2B5EF4-FFF2-40B4-BE49-F238E27FC236}">
                <a16:creationId xmlns:a16="http://schemas.microsoft.com/office/drawing/2014/main" id="{2037B5D5-C3A3-48C4-AD11-6279072B6515}"/>
              </a:ext>
            </a:extLst>
          </p:cNvPr>
          <p:cNvSpPr>
            <a:spLocks noGrp="1" noChangeArrowheads="1"/>
          </p:cNvSpPr>
          <p:nvPr>
            <p:ph type="sldNum" sz="quarter" idx="5"/>
          </p:nvPr>
        </p:nvSpPr>
        <p:spPr>
          <a:ln/>
        </p:spPr>
        <p:txBody>
          <a:bodyPr/>
          <a:lstStyle/>
          <a:p>
            <a:fld id="{71F6F2DA-0BBB-4450-AFAE-DE094CC0CFBB}" type="slidenum">
              <a:rPr lang="en-US" altLang="en-US"/>
              <a:pPr/>
              <a:t>27</a:t>
            </a:fld>
            <a:endParaRPr lang="en-US" altLang="en-US"/>
          </a:p>
        </p:txBody>
      </p:sp>
      <p:sp>
        <p:nvSpPr>
          <p:cNvPr id="914434" name="Rectangle 2">
            <a:extLst>
              <a:ext uri="{FF2B5EF4-FFF2-40B4-BE49-F238E27FC236}">
                <a16:creationId xmlns:a16="http://schemas.microsoft.com/office/drawing/2014/main" id="{227342E0-69BB-4869-AA39-BD8912E9CF8E}"/>
              </a:ext>
            </a:extLst>
          </p:cNvPr>
          <p:cNvSpPr>
            <a:spLocks noGrp="1" noRot="1" noChangeAspect="1" noChangeArrowheads="1" noTextEdit="1"/>
          </p:cNvSpPr>
          <p:nvPr>
            <p:ph type="sldImg"/>
          </p:nvPr>
        </p:nvSpPr>
        <p:spPr>
          <a:ln/>
        </p:spPr>
      </p:sp>
      <p:sp>
        <p:nvSpPr>
          <p:cNvPr id="914435" name="Rectangle 3">
            <a:extLst>
              <a:ext uri="{FF2B5EF4-FFF2-40B4-BE49-F238E27FC236}">
                <a16:creationId xmlns:a16="http://schemas.microsoft.com/office/drawing/2014/main" id="{23C129E3-572A-4A23-8BBD-3B87A00BAA8C}"/>
              </a:ext>
            </a:extLst>
          </p:cNvPr>
          <p:cNvSpPr>
            <a:spLocks noGrp="1" noChangeArrowheads="1"/>
          </p:cNvSpPr>
          <p:nvPr>
            <p:ph type="body" idx="1"/>
          </p:nvPr>
        </p:nvSpPr>
        <p:spPr/>
        <p:txBody>
          <a:bodyPr/>
          <a:lstStyle/>
          <a:p>
            <a:endParaRPr lang="en-US"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3"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4"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spcBef>
                <a:spcPts val="799"/>
              </a:spcBef>
            </a:pPr>
            <a:endParaRPr lang="en-IN" sz="3200" b="0" strike="noStrike" spc="-1">
              <a:solidFill>
                <a:srgbClr val="000000"/>
              </a:solidFill>
              <a:latin typeface="Tahoma"/>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6"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8"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9"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1"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spcBef>
                <a:spcPts val="799"/>
              </a:spcBef>
            </a:pPr>
            <a:endParaRPr lang="en-IN" sz="3200" b="0" strike="noStrike" spc="-1">
              <a:solidFill>
                <a:srgbClr val="000000"/>
              </a:solidFill>
              <a:latin typeface="Tahoma"/>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2"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4"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5"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6"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7"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9"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20"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21"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22"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23"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24"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25"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26"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27"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28"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29"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0"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1"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32"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33"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4"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5"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6"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7"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38"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cSld name="1_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D1ED6966-035F-45EC-8FD4-DB35697972EC}" type="datetime1">
              <a:rPr lang="en-US" smtClean="0"/>
              <a:t>9/10/2022</a:t>
            </a:fld>
            <a:endParaRPr lang="en-US"/>
          </a:p>
        </p:txBody>
      </p:sp>
      <p:sp>
        <p:nvSpPr>
          <p:cNvPr id="5" name="Footer Placeholder 4"/>
          <p:cNvSpPr>
            <a:spLocks noGrp="1"/>
          </p:cNvSpPr>
          <p:nvPr>
            <p:ph type="ftr" sz="quarter" idx="11"/>
          </p:nvPr>
        </p:nvSpPr>
        <p:spPr/>
        <p:txBody>
          <a:bodyPr/>
          <a:lstStyle/>
          <a:p>
            <a:r>
              <a:rPr lang="en-US"/>
              <a:t>Lecture Presented by: Shabir Ali</a:t>
            </a:r>
          </a:p>
        </p:txBody>
      </p:sp>
      <p:sp>
        <p:nvSpPr>
          <p:cNvPr id="6" name="Slide Number Placeholder 5"/>
          <p:cNvSpPr>
            <a:spLocks noGrp="1"/>
          </p:cNvSpPr>
          <p:nvPr>
            <p:ph type="sldNum" sz="quarter" idx="12"/>
          </p:nvPr>
        </p:nvSpPr>
        <p:spPr/>
        <p:txBody>
          <a:bodyPr/>
          <a:lstStyle/>
          <a:p>
            <a:fld id="{E3BC63BD-94D7-48AF-A1CD-1F2179B0D9F2}" type="slidenum">
              <a:rPr lang="en-US" smtClean="0"/>
              <a:pPr/>
              <a:t>‹#›</a:t>
            </a:fld>
            <a:endParaRPr lang="en-US"/>
          </a:p>
        </p:txBody>
      </p:sp>
    </p:spTree>
    <p:extLst>
      <p:ext uri="{BB962C8B-B14F-4D97-AF65-F5344CB8AC3E}">
        <p14:creationId xmlns:p14="http://schemas.microsoft.com/office/powerpoint/2010/main" val="217393181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55"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56"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spcBef>
                <a:spcPts val="799"/>
              </a:spcBef>
            </a:pPr>
            <a:endParaRPr lang="en-IN" sz="3200" b="0" strike="noStrike" spc="-1">
              <a:solidFill>
                <a:srgbClr val="000000"/>
              </a:solidFill>
              <a:latin typeface="Tahoma"/>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57"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58"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60"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61"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62"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63"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spcBef>
                <a:spcPts val="799"/>
              </a:spcBef>
            </a:pPr>
            <a:endParaRPr lang="en-IN" sz="3200" b="0" strike="noStrike" spc="-1">
              <a:solidFill>
                <a:srgbClr val="000000"/>
              </a:solidFill>
              <a:latin typeface="Tahoma"/>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65"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66"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67"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68"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69"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70"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71"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73"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7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75"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76"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77"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78"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79"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80"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1"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2"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3"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84"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85"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6"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7"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8"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89"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90"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blank" preserve="1">
  <p:cSld name="Blank Slide">
    <p:spTree>
      <p:nvGrpSpPr>
        <p:cNvPr id="1" name=""/>
        <p:cNvGrpSpPr/>
        <p:nvPr/>
      </p:nvGrpSpPr>
      <p:grpSpPr>
        <a:xfrm>
          <a:off x="0" y="0"/>
          <a:ext cx="0" cy="0"/>
          <a:chOff x="0" y="0"/>
          <a:chExt cx="0" cy="0"/>
        </a:xfrm>
      </p:grpSpPr>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tx" preserve="1">
  <p:cSld name="Title Slide">
    <p:spTree>
      <p:nvGrpSpPr>
        <p:cNvPr id="1" name=""/>
        <p:cNvGrpSpPr/>
        <p:nvPr/>
      </p:nvGrpSpPr>
      <p:grpSpPr>
        <a:xfrm>
          <a:off x="0" y="0"/>
          <a:ext cx="0" cy="0"/>
          <a:chOff x="0" y="0"/>
          <a:chExt cx="0" cy="0"/>
        </a:xfrm>
      </p:grpSpPr>
      <p:sp>
        <p:nvSpPr>
          <p:cNvPr id="99"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00" name="PlaceHolder 2"/>
          <p:cNvSpPr>
            <a:spLocks noGrp="1"/>
          </p:cNvSpPr>
          <p:nvPr>
            <p:ph type="subTitle"/>
          </p:nvPr>
        </p:nvSpPr>
        <p:spPr>
          <a:xfrm>
            <a:off x="457200" y="1604520"/>
            <a:ext cx="8229240" cy="3977280"/>
          </a:xfrm>
          <a:prstGeom prst="rect">
            <a:avLst/>
          </a:prstGeom>
        </p:spPr>
        <p:txBody>
          <a:bodyPr lIns="0" tIns="0" rIns="0" bIns="0" anchor="ctr">
            <a:noAutofit/>
          </a:bodyPr>
          <a:lstStyle/>
          <a:p>
            <a:pPr algn="ctr">
              <a:spcBef>
                <a:spcPts val="799"/>
              </a:spcBef>
            </a:pPr>
            <a:endParaRPr lang="en-IN" sz="3200" b="0" strike="noStrike" spc="-1">
              <a:solidFill>
                <a:srgbClr val="000000"/>
              </a:solidFill>
              <a:latin typeface="Tahoma"/>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obj" preserve="1">
  <p:cSld name="Title, Content">
    <p:spTree>
      <p:nvGrpSpPr>
        <p:cNvPr id="1" name=""/>
        <p:cNvGrpSpPr/>
        <p:nvPr/>
      </p:nvGrpSpPr>
      <p:grpSpPr>
        <a:xfrm>
          <a:off x="0" y="0"/>
          <a:ext cx="0" cy="0"/>
          <a:chOff x="0" y="0"/>
          <a:chExt cx="0" cy="0"/>
        </a:xfrm>
      </p:grpSpPr>
      <p:sp>
        <p:nvSpPr>
          <p:cNvPr id="101"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02" name="PlaceHolder 2"/>
          <p:cNvSpPr>
            <a:spLocks noGrp="1"/>
          </p:cNvSpPr>
          <p:nvPr>
            <p:ph type="body"/>
          </p:nvPr>
        </p:nvSpPr>
        <p:spPr>
          <a:xfrm>
            <a:off x="457200" y="1604520"/>
            <a:ext cx="8229240" cy="397728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type="twoObj" preserve="1">
  <p:cSld name="Title, 2 Content">
    <p:spTree>
      <p:nvGrpSpPr>
        <p:cNvPr id="1" name=""/>
        <p:cNvGrpSpPr/>
        <p:nvPr/>
      </p:nvGrpSpPr>
      <p:grpSpPr>
        <a:xfrm>
          <a:off x="0" y="0"/>
          <a:ext cx="0" cy="0"/>
          <a:chOff x="0" y="0"/>
          <a:chExt cx="0" cy="0"/>
        </a:xfrm>
      </p:grpSpPr>
      <p:sp>
        <p:nvSpPr>
          <p:cNvPr id="103"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04"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05"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106"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objOnly" preserve="1">
  <p:cSld name="Centered Text">
    <p:spTree>
      <p:nvGrpSpPr>
        <p:cNvPr id="1" name=""/>
        <p:cNvGrpSpPr/>
        <p:nvPr/>
      </p:nvGrpSpPr>
      <p:grpSpPr>
        <a:xfrm>
          <a:off x="0" y="0"/>
          <a:ext cx="0" cy="0"/>
          <a:chOff x="0" y="0"/>
          <a:chExt cx="0" cy="0"/>
        </a:xfrm>
      </p:grpSpPr>
      <p:sp>
        <p:nvSpPr>
          <p:cNvPr id="107" name="PlaceHolder 1"/>
          <p:cNvSpPr>
            <a:spLocks noGrp="1"/>
          </p:cNvSpPr>
          <p:nvPr>
            <p:ph type="subTitle"/>
          </p:nvPr>
        </p:nvSpPr>
        <p:spPr>
          <a:xfrm>
            <a:off x="457200" y="273600"/>
            <a:ext cx="8229240" cy="5307840"/>
          </a:xfrm>
          <a:prstGeom prst="rect">
            <a:avLst/>
          </a:prstGeom>
        </p:spPr>
        <p:txBody>
          <a:bodyPr lIns="0" tIns="0" rIns="0" bIns="0" anchor="ctr">
            <a:noAutofit/>
          </a:bodyPr>
          <a:lstStyle/>
          <a:p>
            <a:pPr algn="ctr">
              <a:spcBef>
                <a:spcPts val="799"/>
              </a:spcBef>
            </a:pPr>
            <a:endParaRPr lang="en-IN" sz="3200" b="0" strike="noStrike" spc="-1">
              <a:solidFill>
                <a:srgbClr val="000000"/>
              </a:solidFill>
              <a:latin typeface="Tahoma"/>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AndObj" preserve="1">
  <p:cSld name="Title, 2 Content and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09"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10" name="PlaceHolder 3"/>
          <p:cNvSpPr>
            <a:spLocks noGrp="1"/>
          </p:cNvSpPr>
          <p:nvPr>
            <p:ph type="body"/>
          </p:nvPr>
        </p:nvSpPr>
        <p:spPr>
          <a:xfrm>
            <a:off x="467424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11"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objAndTwoObj" preserve="1">
  <p:cSld name="Title Content and 2 Content">
    <p:spTree>
      <p:nvGrpSpPr>
        <p:cNvPr id="1" name=""/>
        <p:cNvGrpSpPr/>
        <p:nvPr/>
      </p:nvGrpSpPr>
      <p:grpSpPr>
        <a:xfrm>
          <a:off x="0" y="0"/>
          <a:ext cx="0" cy="0"/>
          <a:chOff x="0" y="0"/>
          <a:chExt cx="0" cy="0"/>
        </a:xfrm>
      </p:grpSpPr>
      <p:sp>
        <p:nvSpPr>
          <p:cNvPr id="112"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13" name="PlaceHolder 2"/>
          <p:cNvSpPr>
            <a:spLocks noGrp="1"/>
          </p:cNvSpPr>
          <p:nvPr>
            <p:ph type="body"/>
          </p:nvPr>
        </p:nvSpPr>
        <p:spPr>
          <a:xfrm>
            <a:off x="457200" y="1604520"/>
            <a:ext cx="4015800" cy="397728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14"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15" name="PlaceHolder 4"/>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OverTx" preserve="1">
  <p:cSld name="Title, 2 Content over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17"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18"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19" name="PlaceHolder 4"/>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objOverTx" preserve="1">
  <p:cSld name="Title, Content over Content">
    <p:spTree>
      <p:nvGrpSpPr>
        <p:cNvPr id="1" name=""/>
        <p:cNvGrpSpPr/>
        <p:nvPr/>
      </p:nvGrpSpPr>
      <p:grpSpPr>
        <a:xfrm>
          <a:off x="0" y="0"/>
          <a:ext cx="0" cy="0"/>
          <a:chOff x="0" y="0"/>
          <a:chExt cx="0" cy="0"/>
        </a:xfrm>
      </p:grpSpPr>
      <p:sp>
        <p:nvSpPr>
          <p:cNvPr id="120"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21" name="PlaceHolder 2"/>
          <p:cNvSpPr>
            <a:spLocks noGrp="1"/>
          </p:cNvSpPr>
          <p:nvPr>
            <p:ph type="body"/>
          </p:nvPr>
        </p:nvSpPr>
        <p:spPr>
          <a:xfrm>
            <a:off x="457200" y="160452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22" name="PlaceHolder 3"/>
          <p:cNvSpPr>
            <a:spLocks noGrp="1"/>
          </p:cNvSpPr>
          <p:nvPr>
            <p:ph type="body"/>
          </p:nvPr>
        </p:nvSpPr>
        <p:spPr>
          <a:xfrm>
            <a:off x="457200" y="3682080"/>
            <a:ext cx="822924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fourObj" preserve="1">
  <p:cSld name="Title, 4 Content">
    <p:spTree>
      <p:nvGrpSpPr>
        <p:cNvPr id="1" name=""/>
        <p:cNvGrpSpPr/>
        <p:nvPr/>
      </p:nvGrpSpPr>
      <p:grpSpPr>
        <a:xfrm>
          <a:off x="0" y="0"/>
          <a:ext cx="0" cy="0"/>
          <a:chOff x="0" y="0"/>
          <a:chExt cx="0" cy="0"/>
        </a:xfrm>
      </p:grpSpPr>
      <p:sp>
        <p:nvSpPr>
          <p:cNvPr id="123"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24" name="PlaceHolder 2"/>
          <p:cNvSpPr>
            <a:spLocks noGrp="1"/>
          </p:cNvSpPr>
          <p:nvPr>
            <p:ph type="body"/>
          </p:nvPr>
        </p:nvSpPr>
        <p:spPr>
          <a:xfrm>
            <a:off x="45720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25" name="PlaceHolder 3"/>
          <p:cNvSpPr>
            <a:spLocks noGrp="1"/>
          </p:cNvSpPr>
          <p:nvPr>
            <p:ph type="body"/>
          </p:nvPr>
        </p:nvSpPr>
        <p:spPr>
          <a:xfrm>
            <a:off x="4674240" y="160452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26" name="PlaceHolder 4"/>
          <p:cNvSpPr>
            <a:spLocks noGrp="1"/>
          </p:cNvSpPr>
          <p:nvPr>
            <p:ph type="body"/>
          </p:nvPr>
        </p:nvSpPr>
        <p:spPr>
          <a:xfrm>
            <a:off x="45720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27" name="PlaceHolder 5"/>
          <p:cNvSpPr>
            <a:spLocks noGrp="1"/>
          </p:cNvSpPr>
          <p:nvPr>
            <p:ph type="body"/>
          </p:nvPr>
        </p:nvSpPr>
        <p:spPr>
          <a:xfrm>
            <a:off x="4674240" y="3682080"/>
            <a:ext cx="40158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Title, 6 Content">
    <p:spTree>
      <p:nvGrpSpPr>
        <p:cNvPr id="1" name=""/>
        <p:cNvGrpSpPr/>
        <p:nvPr/>
      </p:nvGrpSpPr>
      <p:grpSpPr>
        <a:xfrm>
          <a:off x="0" y="0"/>
          <a:ext cx="0" cy="0"/>
          <a:chOff x="0" y="0"/>
          <a:chExt cx="0" cy="0"/>
        </a:xfrm>
      </p:grpSpPr>
      <p:sp>
        <p:nvSpPr>
          <p:cNvPr id="128" name="PlaceHolder 1"/>
          <p:cNvSpPr>
            <a:spLocks noGrp="1"/>
          </p:cNvSpPr>
          <p:nvPr>
            <p:ph type="title"/>
          </p:nvPr>
        </p:nvSpPr>
        <p:spPr>
          <a:xfrm>
            <a:off x="457200" y="273600"/>
            <a:ext cx="8229240" cy="1144800"/>
          </a:xfrm>
          <a:prstGeom prst="rect">
            <a:avLst/>
          </a:prstGeom>
        </p:spPr>
        <p:txBody>
          <a:bodyPr lIns="0" tIns="0" rIns="0" bIns="0" anchor="ctr">
            <a:noAutofit/>
          </a:bodyPr>
          <a:lstStyle/>
          <a:p>
            <a:endParaRPr lang="en-IN" sz="4400" b="0" strike="noStrike" spc="-1">
              <a:solidFill>
                <a:srgbClr val="333399"/>
              </a:solidFill>
              <a:latin typeface="Tahoma"/>
            </a:endParaRPr>
          </a:p>
        </p:txBody>
      </p:sp>
      <p:sp>
        <p:nvSpPr>
          <p:cNvPr id="129" name="PlaceHolder 2"/>
          <p:cNvSpPr>
            <a:spLocks noGrp="1"/>
          </p:cNvSpPr>
          <p:nvPr>
            <p:ph type="body"/>
          </p:nvPr>
        </p:nvSpPr>
        <p:spPr>
          <a:xfrm>
            <a:off x="45720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30" name="PlaceHolder 3"/>
          <p:cNvSpPr>
            <a:spLocks noGrp="1"/>
          </p:cNvSpPr>
          <p:nvPr>
            <p:ph type="body"/>
          </p:nvPr>
        </p:nvSpPr>
        <p:spPr>
          <a:xfrm>
            <a:off x="323964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31" name="PlaceHolder 4"/>
          <p:cNvSpPr>
            <a:spLocks noGrp="1"/>
          </p:cNvSpPr>
          <p:nvPr>
            <p:ph type="body"/>
          </p:nvPr>
        </p:nvSpPr>
        <p:spPr>
          <a:xfrm>
            <a:off x="6022080" y="160452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32" name="PlaceHolder 5"/>
          <p:cNvSpPr>
            <a:spLocks noGrp="1"/>
          </p:cNvSpPr>
          <p:nvPr>
            <p:ph type="body"/>
          </p:nvPr>
        </p:nvSpPr>
        <p:spPr>
          <a:xfrm>
            <a:off x="45720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33" name="PlaceHolder 6"/>
          <p:cNvSpPr>
            <a:spLocks noGrp="1"/>
          </p:cNvSpPr>
          <p:nvPr>
            <p:ph type="body"/>
          </p:nvPr>
        </p:nvSpPr>
        <p:spPr>
          <a:xfrm>
            <a:off x="323964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
        <p:nvSpPr>
          <p:cNvPr id="134" name="PlaceHolder 7"/>
          <p:cNvSpPr>
            <a:spLocks noGrp="1"/>
          </p:cNvSpPr>
          <p:nvPr>
            <p:ph type="body"/>
          </p:nvPr>
        </p:nvSpPr>
        <p:spPr>
          <a:xfrm>
            <a:off x="6022080" y="3682080"/>
            <a:ext cx="2649600" cy="1896840"/>
          </a:xfrm>
          <a:prstGeom prst="rect">
            <a:avLst/>
          </a:prstGeom>
        </p:spPr>
        <p:txBody>
          <a:bodyPr lIns="0" tIns="0" rIns="0" bIns="0">
            <a:normAutofit/>
          </a:bodyPr>
          <a:lstStyle/>
          <a:p>
            <a:endParaRPr lang="en-IN" sz="3200" b="0" strike="noStrike" spc="-1">
              <a:solidFill>
                <a:srgbClr val="000000"/>
              </a:solidFill>
              <a:latin typeface="Tahoma"/>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1.xml"/><Relationship Id="rId13" Type="http://schemas.openxmlformats.org/officeDocument/2006/relationships/theme" Target="../theme/theme2.xml"/><Relationship Id="rId3" Type="http://schemas.openxmlformats.org/officeDocument/2006/relationships/slideLayout" Target="../slideLayouts/slideLayout16.xml"/><Relationship Id="rId7" Type="http://schemas.openxmlformats.org/officeDocument/2006/relationships/slideLayout" Target="../slideLayouts/slideLayout20.xml"/><Relationship Id="rId12" Type="http://schemas.openxmlformats.org/officeDocument/2006/relationships/slideLayout" Target="../slideLayouts/slideLayout25.xml"/><Relationship Id="rId2" Type="http://schemas.openxmlformats.org/officeDocument/2006/relationships/slideLayout" Target="../slideLayouts/slideLayout15.xml"/><Relationship Id="rId1" Type="http://schemas.openxmlformats.org/officeDocument/2006/relationships/slideLayout" Target="../slideLayouts/slideLayout14.xml"/><Relationship Id="rId6" Type="http://schemas.openxmlformats.org/officeDocument/2006/relationships/slideLayout" Target="../slideLayouts/slideLayout19.xml"/><Relationship Id="rId11" Type="http://schemas.openxmlformats.org/officeDocument/2006/relationships/slideLayout" Target="../slideLayouts/slideLayout24.xml"/><Relationship Id="rId5" Type="http://schemas.openxmlformats.org/officeDocument/2006/relationships/slideLayout" Target="../slideLayouts/slideLayout18.xml"/><Relationship Id="rId10" Type="http://schemas.openxmlformats.org/officeDocument/2006/relationships/slideLayout" Target="../slideLayouts/slideLayout23.xml"/><Relationship Id="rId4" Type="http://schemas.openxmlformats.org/officeDocument/2006/relationships/slideLayout" Target="../slideLayouts/slideLayout17.xml"/><Relationship Id="rId9" Type="http://schemas.openxmlformats.org/officeDocument/2006/relationships/slideLayout" Target="../slideLayouts/slideLayout2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3.xml"/><Relationship Id="rId13" Type="http://schemas.openxmlformats.org/officeDocument/2006/relationships/theme" Target="../theme/theme3.xml"/><Relationship Id="rId3" Type="http://schemas.openxmlformats.org/officeDocument/2006/relationships/slideLayout" Target="../slideLayouts/slideLayout28.xml"/><Relationship Id="rId7" Type="http://schemas.openxmlformats.org/officeDocument/2006/relationships/slideLayout" Target="../slideLayouts/slideLayout32.xml"/><Relationship Id="rId12" Type="http://schemas.openxmlformats.org/officeDocument/2006/relationships/slideLayout" Target="../slideLayouts/slideLayout37.xml"/><Relationship Id="rId2" Type="http://schemas.openxmlformats.org/officeDocument/2006/relationships/slideLayout" Target="../slideLayouts/slideLayout27.xml"/><Relationship Id="rId1" Type="http://schemas.openxmlformats.org/officeDocument/2006/relationships/slideLayout" Target="../slideLayouts/slideLayout26.xml"/><Relationship Id="rId6" Type="http://schemas.openxmlformats.org/officeDocument/2006/relationships/slideLayout" Target="../slideLayouts/slideLayout31.xml"/><Relationship Id="rId11" Type="http://schemas.openxmlformats.org/officeDocument/2006/relationships/slideLayout" Target="../slideLayouts/slideLayout36.xml"/><Relationship Id="rId5" Type="http://schemas.openxmlformats.org/officeDocument/2006/relationships/slideLayout" Target="../slideLayouts/slideLayout30.xml"/><Relationship Id="rId10" Type="http://schemas.openxmlformats.org/officeDocument/2006/relationships/slideLayout" Target="../slideLayouts/slideLayout35.xml"/><Relationship Id="rId4" Type="http://schemas.openxmlformats.org/officeDocument/2006/relationships/slideLayout" Target="../slideLayouts/slideLayout29.xml"/><Relationship Id="rId9" Type="http://schemas.openxmlformats.org/officeDocument/2006/relationships/slideLayout" Target="../slideLayouts/slideLayout3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PlaceHolder 1"/>
          <p:cNvSpPr>
            <a:spLocks noGrp="1"/>
          </p:cNvSpPr>
          <p:nvPr>
            <p:ph type="sldNum"/>
          </p:nvPr>
        </p:nvSpPr>
        <p:spPr>
          <a:xfrm>
            <a:off x="0" y="6400800"/>
            <a:ext cx="1905120" cy="457200"/>
          </a:xfrm>
          <a:prstGeom prst="rect">
            <a:avLst/>
          </a:prstGeom>
        </p:spPr>
        <p:txBody>
          <a:bodyPr lIns="90000" tIns="46800" rIns="90000" bIns="46800" anchor="b">
            <a:noAutofit/>
          </a:bodyPr>
          <a:lstStyle/>
          <a:p>
            <a:pPr>
              <a:lnSpc>
                <a:spcPct val="100000"/>
              </a:lnSpc>
            </a:pPr>
            <a:r>
              <a:rPr lang="en-IN" sz="2000" b="1" strike="noStrike" spc="-1">
                <a:solidFill>
                  <a:srgbClr val="1C1C1C"/>
                </a:solidFill>
                <a:latin typeface="Arial"/>
              </a:rPr>
              <a:t>7.</a:t>
            </a:r>
            <a:fld id="{32621CB2-06E1-48B2-A00B-ED6F90267C9E}" type="slidenum">
              <a:rPr lang="en-IN" sz="2000" b="1" strike="noStrike" spc="-1">
                <a:solidFill>
                  <a:srgbClr val="1C1C1C"/>
                </a:solidFill>
                <a:latin typeface="Arial"/>
              </a:rPr>
              <a:t>‹#›</a:t>
            </a:fld>
            <a:endParaRPr lang="en-IN" sz="2000" b="0" strike="noStrike" spc="-1">
              <a:solidFill>
                <a:srgbClr val="000000"/>
              </a:solidFill>
              <a:latin typeface="Times New Roman"/>
            </a:endParaRPr>
          </a:p>
        </p:txBody>
      </p:sp>
      <p:sp>
        <p:nvSpPr>
          <p:cNvPr id="4" name="PlaceHolder 2"/>
          <p:cNvSpPr>
            <a:spLocks noGrp="1"/>
          </p:cNvSpPr>
          <p:nvPr>
            <p:ph type="title"/>
          </p:nvPr>
        </p:nvSpPr>
        <p:spPr>
          <a:xfrm>
            <a:off x="457200" y="273600"/>
            <a:ext cx="8229240" cy="1144800"/>
          </a:xfrm>
          <a:prstGeom prst="rect">
            <a:avLst/>
          </a:prstGeom>
        </p:spPr>
        <p:txBody>
          <a:bodyPr lIns="0" tIns="0" rIns="0" bIns="0" anchor="ctr">
            <a:noAutofit/>
          </a:bodyPr>
          <a:lstStyle/>
          <a:p>
            <a:r>
              <a:rPr lang="en-IN" sz="4400" b="0" strike="noStrike" spc="-1">
                <a:solidFill>
                  <a:srgbClr val="333399"/>
                </a:solidFill>
                <a:latin typeface="Tahoma"/>
              </a:rPr>
              <a:t>Click to edit the title text format</a:t>
            </a:r>
          </a:p>
        </p:txBody>
      </p:sp>
      <p:sp>
        <p:nvSpPr>
          <p:cNvPr id="2" name="PlaceHolder 3"/>
          <p:cNvSpPr>
            <a:spLocks noGrp="1"/>
          </p:cNvSpPr>
          <p:nvPr>
            <p:ph type="body"/>
          </p:nvPr>
        </p:nvSpPr>
        <p:spPr>
          <a:xfrm>
            <a:off x="457200" y="1604520"/>
            <a:ext cx="8229240" cy="3977280"/>
          </a:xfrm>
          <a:prstGeom prst="rect">
            <a:avLst/>
          </a:prstGeom>
        </p:spPr>
        <p:txBody>
          <a:bodyPr lIns="0" tIns="0" rIns="0" bIns="0">
            <a:normAutofit/>
          </a:bodyPr>
          <a:lstStyle/>
          <a:p>
            <a:pPr marL="342720" indent="-342720">
              <a:spcBef>
                <a:spcPts val="799"/>
              </a:spcBef>
              <a:buClr>
                <a:srgbClr val="3333CC"/>
              </a:buClr>
              <a:buSzPct val="60000"/>
              <a:buFont typeface="Wingdings" charset="2"/>
              <a:buChar char=""/>
            </a:pPr>
            <a:r>
              <a:rPr lang="en-IN" sz="3200" b="0" strike="noStrike" spc="-1">
                <a:solidFill>
                  <a:srgbClr val="000000"/>
                </a:solidFill>
                <a:latin typeface="Tahoma"/>
              </a:rPr>
              <a:t>Click to edit the outline text format</a:t>
            </a:r>
          </a:p>
          <a:p>
            <a:pPr marL="742680" lvl="1" indent="-285480">
              <a:spcBef>
                <a:spcPts val="697"/>
              </a:spcBef>
              <a:buClr>
                <a:srgbClr val="FF0000"/>
              </a:buClr>
              <a:buSzPct val="55000"/>
              <a:buFont typeface="Wingdings" charset="2"/>
              <a:buChar char=""/>
            </a:pPr>
            <a:r>
              <a:rPr lang="en-IN" sz="2800" b="0" strike="noStrike" spc="-1">
                <a:solidFill>
                  <a:srgbClr val="000000"/>
                </a:solidFill>
                <a:latin typeface="Tahoma"/>
              </a:rPr>
              <a:t>Second Outline Level</a:t>
            </a:r>
          </a:p>
          <a:p>
            <a:pPr marL="1143000" lvl="2" indent="-228600">
              <a:spcBef>
                <a:spcPts val="598"/>
              </a:spcBef>
              <a:buClr>
                <a:srgbClr val="3333CC"/>
              </a:buClr>
              <a:buSzPct val="50000"/>
              <a:buFont typeface="Wingdings" charset="2"/>
              <a:buChar char=""/>
            </a:pPr>
            <a:r>
              <a:rPr lang="en-IN" sz="2400" b="0" strike="noStrike" spc="-1">
                <a:solidFill>
                  <a:srgbClr val="000000"/>
                </a:solidFill>
                <a:latin typeface="Tahoma"/>
              </a:rPr>
              <a:t>Third Outline Level</a:t>
            </a:r>
          </a:p>
          <a:p>
            <a:pPr marL="1600200" lvl="3" indent="-228600">
              <a:spcBef>
                <a:spcPts val="499"/>
              </a:spcBef>
              <a:buClr>
                <a:srgbClr val="FFCF01"/>
              </a:buClr>
              <a:buSzPct val="55000"/>
              <a:buFont typeface="Wingdings" charset="2"/>
              <a:buChar char=""/>
            </a:pPr>
            <a:r>
              <a:rPr lang="en-IN" sz="2000" b="0" strike="noStrike" spc="-1">
                <a:solidFill>
                  <a:srgbClr val="000000"/>
                </a:solidFill>
                <a:latin typeface="Tahoma"/>
              </a:rPr>
              <a:t>Fourth Outline Level</a:t>
            </a:r>
          </a:p>
          <a:p>
            <a:pPr marL="2057400" lvl="4" indent="-228600">
              <a:spcBef>
                <a:spcPts val="499"/>
              </a:spcBef>
              <a:buClr>
                <a:srgbClr val="00E4A8"/>
              </a:buClr>
              <a:buSzPct val="50000"/>
              <a:buFont typeface="Wingdings" charset="2"/>
              <a:buChar char=""/>
            </a:pPr>
            <a:r>
              <a:rPr lang="en-IN" sz="2000" b="0" strike="noStrike" spc="-1">
                <a:solidFill>
                  <a:srgbClr val="000000"/>
                </a:solidFill>
                <a:latin typeface="Tahoma"/>
              </a:rPr>
              <a:t>Fifth Outline Level</a:t>
            </a:r>
          </a:p>
          <a:p>
            <a:pPr marL="2057400" lvl="5" indent="-228600">
              <a:spcBef>
                <a:spcPts val="499"/>
              </a:spcBef>
              <a:buClr>
                <a:srgbClr val="00E4A8"/>
              </a:buClr>
              <a:buSzPct val="50000"/>
              <a:buFont typeface="Wingdings" charset="2"/>
              <a:buChar char=""/>
            </a:pPr>
            <a:r>
              <a:rPr lang="en-IN" sz="2000" b="0" strike="noStrike" spc="-1">
                <a:solidFill>
                  <a:srgbClr val="000000"/>
                </a:solidFill>
                <a:latin typeface="Tahoma"/>
              </a:rPr>
              <a:t>Sixth Outline Level</a:t>
            </a:r>
          </a:p>
          <a:p>
            <a:pPr marL="2057400" lvl="6" indent="-228600">
              <a:spcBef>
                <a:spcPts val="499"/>
              </a:spcBef>
              <a:buClr>
                <a:srgbClr val="00E4A8"/>
              </a:buClr>
              <a:buSzPct val="50000"/>
              <a:buFont typeface="Wingdings" charset="2"/>
              <a:buChar char=""/>
            </a:pPr>
            <a:r>
              <a:rPr lang="en-IN" sz="2000" b="0" strike="noStrike" spc="-1">
                <a:solidFill>
                  <a:srgbClr val="000000"/>
                </a:solidFill>
                <a:latin typeface="Tahoma"/>
              </a:rPr>
              <a:t>Seventh Outline Level</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87" r:id="rId13"/>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grpSp>
        <p:nvGrpSpPr>
          <p:cNvPr id="39" name="Group 1"/>
          <p:cNvGrpSpPr/>
          <p:nvPr/>
        </p:nvGrpSpPr>
        <p:grpSpPr>
          <a:xfrm>
            <a:off x="0" y="2438280"/>
            <a:ext cx="9009000" cy="1052640"/>
            <a:chOff x="0" y="2438280"/>
            <a:chExt cx="9009000" cy="1052640"/>
          </a:xfrm>
        </p:grpSpPr>
        <p:grpSp>
          <p:nvGrpSpPr>
            <p:cNvPr id="40" name="Group 2"/>
            <p:cNvGrpSpPr/>
            <p:nvPr/>
          </p:nvGrpSpPr>
          <p:grpSpPr>
            <a:xfrm>
              <a:off x="290520" y="2546280"/>
              <a:ext cx="711360" cy="474840"/>
              <a:chOff x="290520" y="2546280"/>
              <a:chExt cx="711360" cy="474840"/>
            </a:xfrm>
          </p:grpSpPr>
          <p:sp>
            <p:nvSpPr>
              <p:cNvPr id="41" name="CustomShape 3"/>
              <p:cNvSpPr/>
              <p:nvPr/>
            </p:nvSpPr>
            <p:spPr>
              <a:xfrm>
                <a:off x="290520" y="2546280"/>
                <a:ext cx="437400" cy="474840"/>
              </a:xfrm>
              <a:prstGeom prst="rect">
                <a:avLst/>
              </a:prstGeom>
              <a:solidFill>
                <a:srgbClr val="3333CC"/>
              </a:solidFill>
              <a:ln>
                <a:noFill/>
              </a:ln>
            </p:spPr>
            <p:style>
              <a:lnRef idx="0">
                <a:scrgbClr r="0" g="0" b="0"/>
              </a:lnRef>
              <a:fillRef idx="0">
                <a:scrgbClr r="0" g="0" b="0"/>
              </a:fillRef>
              <a:effectRef idx="0">
                <a:scrgbClr r="0" g="0" b="0"/>
              </a:effectRef>
              <a:fontRef idx="minor"/>
            </p:style>
          </p:sp>
          <p:sp>
            <p:nvSpPr>
              <p:cNvPr id="42" name="CustomShape 4"/>
              <p:cNvSpPr/>
              <p:nvPr/>
            </p:nvSpPr>
            <p:spPr>
              <a:xfrm>
                <a:off x="673560" y="2546280"/>
                <a:ext cx="328320" cy="474840"/>
              </a:xfrm>
              <a:prstGeom prst="rect">
                <a:avLst/>
              </a:prstGeom>
              <a:gradFill rotWithShape="0">
                <a:gsLst>
                  <a:gs pos="0">
                    <a:srgbClr val="FFFFFF"/>
                  </a:gs>
                  <a:gs pos="100000">
                    <a:srgbClr val="3333CC"/>
                  </a:gs>
                </a:gsLst>
                <a:lin ang="10800000"/>
              </a:gradFill>
              <a:ln>
                <a:noFill/>
              </a:ln>
            </p:spPr>
            <p:style>
              <a:lnRef idx="0">
                <a:scrgbClr r="0" g="0" b="0"/>
              </a:lnRef>
              <a:fillRef idx="0">
                <a:scrgbClr r="0" g="0" b="0"/>
              </a:fillRef>
              <a:effectRef idx="0">
                <a:scrgbClr r="0" g="0" b="0"/>
              </a:effectRef>
              <a:fontRef idx="minor"/>
            </p:style>
          </p:sp>
        </p:grpSp>
        <p:grpSp>
          <p:nvGrpSpPr>
            <p:cNvPr id="43" name="Group 5"/>
            <p:cNvGrpSpPr/>
            <p:nvPr/>
          </p:nvGrpSpPr>
          <p:grpSpPr>
            <a:xfrm>
              <a:off x="414360" y="2968560"/>
              <a:ext cx="737640" cy="474840"/>
              <a:chOff x="414360" y="2968560"/>
              <a:chExt cx="737640" cy="474840"/>
            </a:xfrm>
          </p:grpSpPr>
          <p:sp>
            <p:nvSpPr>
              <p:cNvPr id="44" name="CustomShape 6"/>
              <p:cNvSpPr/>
              <p:nvPr/>
            </p:nvSpPr>
            <p:spPr>
              <a:xfrm>
                <a:off x="414360" y="2968560"/>
                <a:ext cx="421560" cy="474840"/>
              </a:xfrm>
              <a:prstGeom prst="rect">
                <a:avLst/>
              </a:prstGeom>
              <a:solidFill>
                <a:srgbClr val="FFCF01"/>
              </a:solidFill>
              <a:ln>
                <a:noFill/>
              </a:ln>
            </p:spPr>
            <p:style>
              <a:lnRef idx="0">
                <a:scrgbClr r="0" g="0" b="0"/>
              </a:lnRef>
              <a:fillRef idx="0">
                <a:scrgbClr r="0" g="0" b="0"/>
              </a:fillRef>
              <a:effectRef idx="0">
                <a:scrgbClr r="0" g="0" b="0"/>
              </a:effectRef>
              <a:fontRef idx="minor"/>
            </p:style>
          </p:sp>
          <p:sp>
            <p:nvSpPr>
              <p:cNvPr id="45" name="CustomShape 7"/>
              <p:cNvSpPr/>
              <p:nvPr/>
            </p:nvSpPr>
            <p:spPr>
              <a:xfrm>
                <a:off x="783000" y="2968560"/>
                <a:ext cx="369000" cy="474840"/>
              </a:xfrm>
              <a:prstGeom prst="rect">
                <a:avLst/>
              </a:prstGeom>
              <a:gradFill rotWithShape="0">
                <a:gsLst>
                  <a:gs pos="0">
                    <a:srgbClr val="FFFFFF"/>
                  </a:gs>
                  <a:gs pos="100000">
                    <a:srgbClr val="FFCF01"/>
                  </a:gs>
                </a:gsLst>
                <a:lin ang="10800000"/>
              </a:gradFill>
              <a:ln>
                <a:noFill/>
              </a:ln>
            </p:spPr>
            <p:style>
              <a:lnRef idx="0">
                <a:scrgbClr r="0" g="0" b="0"/>
              </a:lnRef>
              <a:fillRef idx="0">
                <a:scrgbClr r="0" g="0" b="0"/>
              </a:fillRef>
              <a:effectRef idx="0">
                <a:scrgbClr r="0" g="0" b="0"/>
              </a:effectRef>
              <a:fontRef idx="minor"/>
            </p:style>
          </p:sp>
        </p:grpSp>
        <p:sp>
          <p:nvSpPr>
            <p:cNvPr id="46" name="CustomShape 8"/>
            <p:cNvSpPr/>
            <p:nvPr/>
          </p:nvSpPr>
          <p:spPr>
            <a:xfrm>
              <a:off x="0" y="2895480"/>
              <a:ext cx="560520" cy="422280"/>
            </a:xfrm>
            <a:prstGeom prst="rect">
              <a:avLst/>
            </a:prstGeom>
            <a:gradFill rotWithShape="0">
              <a:gsLst>
                <a:gs pos="0">
                  <a:srgbClr val="FF0000"/>
                </a:gs>
                <a:gs pos="100000">
                  <a:srgbClr val="FFFFFF"/>
                </a:gs>
              </a:gsLst>
              <a:lin ang="8100000"/>
            </a:gradFill>
            <a:ln>
              <a:noFill/>
            </a:ln>
          </p:spPr>
          <p:style>
            <a:lnRef idx="0">
              <a:scrgbClr r="0" g="0" b="0"/>
            </a:lnRef>
            <a:fillRef idx="0">
              <a:scrgbClr r="0" g="0" b="0"/>
            </a:fillRef>
            <a:effectRef idx="0">
              <a:scrgbClr r="0" g="0" b="0"/>
            </a:effectRef>
            <a:fontRef idx="minor"/>
          </p:style>
        </p:sp>
        <p:sp>
          <p:nvSpPr>
            <p:cNvPr id="47" name="CustomShape 9"/>
            <p:cNvSpPr/>
            <p:nvPr/>
          </p:nvSpPr>
          <p:spPr>
            <a:xfrm>
              <a:off x="635040" y="2438280"/>
              <a:ext cx="31680" cy="1052640"/>
            </a:xfrm>
            <a:prstGeom prst="rect">
              <a:avLst/>
            </a:prstGeom>
            <a:solidFill>
              <a:srgbClr val="1C1C1C"/>
            </a:solidFill>
            <a:ln>
              <a:noFill/>
            </a:ln>
          </p:spPr>
          <p:style>
            <a:lnRef idx="0">
              <a:scrgbClr r="0" g="0" b="0"/>
            </a:lnRef>
            <a:fillRef idx="0">
              <a:scrgbClr r="0" g="0" b="0"/>
            </a:fillRef>
            <a:effectRef idx="0">
              <a:scrgbClr r="0" g="0" b="0"/>
            </a:effectRef>
            <a:fontRef idx="minor"/>
          </p:style>
        </p:sp>
        <p:sp>
          <p:nvSpPr>
            <p:cNvPr id="48" name="CustomShape 10"/>
            <p:cNvSpPr/>
            <p:nvPr/>
          </p:nvSpPr>
          <p:spPr>
            <a:xfrm flipV="1">
              <a:off x="316080" y="3260520"/>
              <a:ext cx="8692920" cy="55440"/>
            </a:xfrm>
            <a:prstGeom prst="rect">
              <a:avLst/>
            </a:prstGeom>
            <a:gradFill rotWithShape="0">
              <a:gsLst>
                <a:gs pos="0">
                  <a:srgbClr val="FFFFFF"/>
                </a:gs>
                <a:gs pos="100000">
                  <a:srgbClr val="1C1C1C"/>
                </a:gs>
              </a:gsLst>
              <a:lin ang="10800000"/>
            </a:gradFill>
            <a:ln>
              <a:noFill/>
            </a:ln>
          </p:spPr>
          <p:style>
            <a:lnRef idx="0">
              <a:scrgbClr r="0" g="0" b="0"/>
            </a:lnRef>
            <a:fillRef idx="0">
              <a:scrgbClr r="0" g="0" b="0"/>
            </a:fillRef>
            <a:effectRef idx="0">
              <a:scrgbClr r="0" g="0" b="0"/>
            </a:effectRef>
            <a:fontRef idx="minor"/>
          </p:style>
        </p:sp>
      </p:grpSp>
      <p:sp>
        <p:nvSpPr>
          <p:cNvPr id="49" name="PlaceHolder 11"/>
          <p:cNvSpPr>
            <a:spLocks noGrp="1"/>
          </p:cNvSpPr>
          <p:nvPr>
            <p:ph type="title"/>
          </p:nvPr>
        </p:nvSpPr>
        <p:spPr>
          <a:xfrm>
            <a:off x="990720" y="1676160"/>
            <a:ext cx="7772400" cy="1461960"/>
          </a:xfrm>
          <a:prstGeom prst="rect">
            <a:avLst/>
          </a:prstGeom>
        </p:spPr>
        <p:txBody>
          <a:bodyPr lIns="90000" tIns="46800" rIns="90000" bIns="46800" anchor="b">
            <a:noAutofit/>
          </a:bodyPr>
          <a:lstStyle/>
          <a:p>
            <a:r>
              <a:rPr lang="en-IN" sz="4400" b="0" strike="noStrike" spc="-1">
                <a:solidFill>
                  <a:srgbClr val="333399"/>
                </a:solidFill>
                <a:latin typeface="Tahoma"/>
              </a:rPr>
              <a:t>Click to edit the title text format</a:t>
            </a:r>
          </a:p>
        </p:txBody>
      </p:sp>
      <p:sp>
        <p:nvSpPr>
          <p:cNvPr id="50" name="PlaceHolder 12"/>
          <p:cNvSpPr>
            <a:spLocks noGrp="1"/>
          </p:cNvSpPr>
          <p:nvPr>
            <p:ph type="dt"/>
          </p:nvPr>
        </p:nvSpPr>
        <p:spPr>
          <a:xfrm>
            <a:off x="990360" y="6248520"/>
            <a:ext cx="1904760" cy="457200"/>
          </a:xfrm>
          <a:prstGeom prst="rect">
            <a:avLst/>
          </a:prstGeom>
        </p:spPr>
        <p:txBody>
          <a:bodyPr lIns="90000" tIns="46800" rIns="90000" bIns="46800" anchor="b">
            <a:noAutofit/>
          </a:bodyPr>
          <a:lstStyle/>
          <a:p>
            <a:pPr>
              <a:lnSpc>
                <a:spcPct val="100000"/>
              </a:lnSpc>
            </a:pPr>
            <a:r>
              <a:rPr lang="en-IN" sz="1400" b="0" strike="noStrike" spc="-1">
                <a:solidFill>
                  <a:srgbClr val="1C1C1C"/>
                </a:solidFill>
                <a:latin typeface="Tahoma"/>
              </a:rPr>
              <a:t>&lt;date/time&gt;</a:t>
            </a:r>
            <a:endParaRPr lang="en-IN" sz="1400" b="0" strike="noStrike" spc="-1">
              <a:solidFill>
                <a:srgbClr val="000000"/>
              </a:solidFill>
              <a:latin typeface="Times New Roman"/>
            </a:endParaRPr>
          </a:p>
        </p:txBody>
      </p:sp>
      <p:sp>
        <p:nvSpPr>
          <p:cNvPr id="51" name="PlaceHolder 13"/>
          <p:cNvSpPr>
            <a:spLocks noGrp="1"/>
          </p:cNvSpPr>
          <p:nvPr>
            <p:ph type="ftr"/>
          </p:nvPr>
        </p:nvSpPr>
        <p:spPr>
          <a:xfrm>
            <a:off x="3428640" y="6248520"/>
            <a:ext cx="2895480" cy="457200"/>
          </a:xfrm>
          <a:prstGeom prst="rect">
            <a:avLst/>
          </a:prstGeom>
        </p:spPr>
        <p:txBody>
          <a:bodyPr lIns="90000" tIns="46800" rIns="90000" bIns="46800" anchor="b">
            <a:noAutofit/>
          </a:bodyPr>
          <a:lstStyle/>
          <a:p>
            <a:pPr algn="ctr">
              <a:lnSpc>
                <a:spcPct val="100000"/>
              </a:lnSpc>
            </a:pPr>
            <a:r>
              <a:rPr lang="en-IN" sz="1400" b="0" strike="noStrike" spc="-1">
                <a:solidFill>
                  <a:srgbClr val="1C1C1C"/>
                </a:solidFill>
                <a:latin typeface="Tahoma"/>
              </a:rPr>
              <a:t>&lt;footer&gt;</a:t>
            </a:r>
            <a:endParaRPr lang="en-IN" sz="1400" b="0" strike="noStrike" spc="-1">
              <a:solidFill>
                <a:srgbClr val="000000"/>
              </a:solidFill>
              <a:latin typeface="Times New Roman"/>
            </a:endParaRPr>
          </a:p>
        </p:txBody>
      </p:sp>
      <p:sp>
        <p:nvSpPr>
          <p:cNvPr id="52" name="PlaceHolder 14"/>
          <p:cNvSpPr>
            <a:spLocks noGrp="1"/>
          </p:cNvSpPr>
          <p:nvPr>
            <p:ph type="sldNum"/>
          </p:nvPr>
        </p:nvSpPr>
        <p:spPr>
          <a:xfrm>
            <a:off x="6858000" y="6248520"/>
            <a:ext cx="1905120" cy="457200"/>
          </a:xfrm>
          <a:prstGeom prst="rect">
            <a:avLst/>
          </a:prstGeom>
        </p:spPr>
        <p:txBody>
          <a:bodyPr lIns="90000" tIns="46800" rIns="90000" bIns="46800" anchor="b">
            <a:noAutofit/>
          </a:bodyPr>
          <a:lstStyle/>
          <a:p>
            <a:pPr algn="r">
              <a:lnSpc>
                <a:spcPct val="100000"/>
              </a:lnSpc>
            </a:pPr>
            <a:fld id="{E117376D-7F31-4207-B03B-0BBBE2C56DB5}" type="slidenum">
              <a:rPr lang="en-IN" sz="1400" b="0" strike="noStrike" spc="-1">
                <a:solidFill>
                  <a:srgbClr val="1C1C1C"/>
                </a:solidFill>
                <a:latin typeface="Tahoma"/>
              </a:rPr>
              <a:t>‹#›</a:t>
            </a:fld>
            <a:endParaRPr lang="en-IN" sz="1400" b="0" strike="noStrike" spc="-1">
              <a:solidFill>
                <a:srgbClr val="000000"/>
              </a:solidFill>
              <a:latin typeface="Times New Roman"/>
            </a:endParaRPr>
          </a:p>
        </p:txBody>
      </p:sp>
      <p:sp>
        <p:nvSpPr>
          <p:cNvPr id="53" name="CustomShape 15"/>
          <p:cNvSpPr/>
          <p:nvPr/>
        </p:nvSpPr>
        <p:spPr>
          <a:xfrm>
            <a:off x="0" y="6553080"/>
            <a:ext cx="2209680" cy="30708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lIns="90000" tIns="46800" rIns="90000" bIns="46800">
            <a:spAutoFit/>
          </a:bodyPr>
          <a:lstStyle/>
          <a:p>
            <a:pPr>
              <a:lnSpc>
                <a:spcPct val="100000"/>
              </a:lnSpc>
              <a:spcBef>
                <a:spcPts val="873"/>
              </a:spcBef>
            </a:pPr>
            <a:r>
              <a:rPr lang="en-IN" sz="1400" b="0" strike="noStrike" spc="-1">
                <a:solidFill>
                  <a:srgbClr val="000000"/>
                </a:solidFill>
                <a:latin typeface="McGrawHill-Italic"/>
              </a:rPr>
              <a:t>McGraw-Hill</a:t>
            </a:r>
            <a:endParaRPr lang="en-IN" sz="1400" b="0" strike="noStrike" spc="-1">
              <a:solidFill>
                <a:srgbClr val="000000"/>
              </a:solidFill>
              <a:latin typeface="Times New Roman"/>
            </a:endParaRPr>
          </a:p>
        </p:txBody>
      </p:sp>
      <p:sp>
        <p:nvSpPr>
          <p:cNvPr id="54" name="CustomShape 16"/>
          <p:cNvSpPr/>
          <p:nvPr/>
        </p:nvSpPr>
        <p:spPr>
          <a:xfrm>
            <a:off x="4572000" y="6553080"/>
            <a:ext cx="4572000" cy="30708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lIns="90000" tIns="46800" rIns="90000" bIns="46800">
            <a:spAutoFit/>
          </a:bodyPr>
          <a:lstStyle/>
          <a:p>
            <a:pPr algn="r">
              <a:lnSpc>
                <a:spcPct val="100000"/>
              </a:lnSpc>
              <a:spcBef>
                <a:spcPts val="873"/>
              </a:spcBef>
              <a:buClr>
                <a:srgbClr val="000000"/>
              </a:buClr>
              <a:buFont typeface="McGrawHill-Italic"/>
              <a:buChar char="©"/>
            </a:pPr>
            <a:r>
              <a:rPr lang="en-IN" sz="1400" b="0" strike="noStrike" spc="-1">
                <a:solidFill>
                  <a:srgbClr val="000000"/>
                </a:solidFill>
                <a:latin typeface="McGrawHill-Italic"/>
              </a:rPr>
              <a:t>The McGraw-Hill Companies, Inc., 2000</a:t>
            </a:r>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67" r:id="rId6"/>
    <p:sldLayoutId id="2147483668" r:id="rId7"/>
    <p:sldLayoutId id="2147483669" r:id="rId8"/>
    <p:sldLayoutId id="2147483670" r:id="rId9"/>
    <p:sldLayoutId id="2147483671" r:id="rId10"/>
    <p:sldLayoutId id="2147483672" r:id="rId11"/>
    <p:sldLayoutId id="2147483673"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1" name="PlaceHolder 1"/>
          <p:cNvSpPr>
            <a:spLocks noGrp="1"/>
          </p:cNvSpPr>
          <p:nvPr>
            <p:ph type="title"/>
          </p:nvPr>
        </p:nvSpPr>
        <p:spPr>
          <a:xfrm>
            <a:off x="609120" y="228600"/>
            <a:ext cx="8153640" cy="990720"/>
          </a:xfrm>
          <a:prstGeom prst="rect">
            <a:avLst/>
          </a:prstGeom>
        </p:spPr>
        <p:txBody>
          <a:bodyPr lIns="90000" tIns="46800" rIns="90000" bIns="46800" anchor="ctr">
            <a:noAutofit/>
          </a:bodyPr>
          <a:lstStyle/>
          <a:p>
            <a:r>
              <a:rPr lang="en-IN" sz="4400" b="0" strike="noStrike" spc="-1">
                <a:solidFill>
                  <a:srgbClr val="775F55"/>
                </a:solidFill>
                <a:latin typeface="Tw Cen MT"/>
              </a:rPr>
              <a:t>Click to edit the title text format</a:t>
            </a:r>
          </a:p>
        </p:txBody>
      </p:sp>
      <p:sp>
        <p:nvSpPr>
          <p:cNvPr id="92" name="PlaceHolder 2"/>
          <p:cNvSpPr>
            <a:spLocks noGrp="1"/>
          </p:cNvSpPr>
          <p:nvPr>
            <p:ph type="body"/>
          </p:nvPr>
        </p:nvSpPr>
        <p:spPr>
          <a:xfrm>
            <a:off x="612720" y="1600200"/>
            <a:ext cx="8153280" cy="4525920"/>
          </a:xfrm>
          <a:prstGeom prst="rect">
            <a:avLst/>
          </a:prstGeom>
        </p:spPr>
        <p:txBody>
          <a:bodyPr lIns="90000" tIns="46800" rIns="90000" bIns="46800">
            <a:normAutofit/>
          </a:bodyPr>
          <a:lstStyle/>
          <a:p>
            <a:pPr marL="318960" indent="-318960">
              <a:spcBef>
                <a:spcPts val="697"/>
              </a:spcBef>
              <a:buClr>
                <a:srgbClr val="DD8047"/>
              </a:buClr>
              <a:buSzPct val="60000"/>
              <a:buFont typeface="Wingdings" charset="2"/>
              <a:buChar char=""/>
            </a:pPr>
            <a:r>
              <a:rPr lang="en-IN" sz="2900" b="0" strike="noStrike" spc="-1">
                <a:solidFill>
                  <a:srgbClr val="000000"/>
                </a:solidFill>
                <a:latin typeface="Tw Cen MT"/>
              </a:rPr>
              <a:t>Click to edit the outline text format</a:t>
            </a:r>
          </a:p>
          <a:p>
            <a:pPr marL="639720" lvl="1" indent="-273240">
              <a:spcBef>
                <a:spcPts val="697"/>
              </a:spcBef>
              <a:buClr>
                <a:srgbClr val="94B6D2"/>
              </a:buClr>
              <a:buSzPct val="70000"/>
              <a:buFont typeface="Wingdings 2" charset="2"/>
              <a:buChar char=""/>
            </a:pPr>
            <a:r>
              <a:rPr lang="en-IN" sz="2900" b="0" strike="noStrike" spc="-1">
                <a:solidFill>
                  <a:srgbClr val="000000"/>
                </a:solidFill>
                <a:latin typeface="Tw Cen MT"/>
              </a:rPr>
              <a:t>Second Outline Level</a:t>
            </a:r>
          </a:p>
          <a:p>
            <a:pPr marL="914400" lvl="2" indent="-228600">
              <a:spcBef>
                <a:spcPts val="697"/>
              </a:spcBef>
              <a:buClr>
                <a:srgbClr val="DD8047"/>
              </a:buClr>
              <a:buSzPct val="75000"/>
              <a:buFont typeface="Wingdings" charset="2"/>
              <a:buChar char=""/>
            </a:pPr>
            <a:r>
              <a:rPr lang="en-IN" sz="2900" b="0" strike="noStrike" spc="-1">
                <a:solidFill>
                  <a:srgbClr val="000000"/>
                </a:solidFill>
                <a:latin typeface="Tw Cen MT"/>
              </a:rPr>
              <a:t>Third Outline Level</a:t>
            </a:r>
          </a:p>
          <a:p>
            <a:pPr marL="1371600" lvl="3" indent="-228600">
              <a:spcBef>
                <a:spcPts val="697"/>
              </a:spcBef>
              <a:buClr>
                <a:srgbClr val="A5AB81"/>
              </a:buClr>
              <a:buSzPct val="75000"/>
              <a:buFont typeface="Wingdings" charset="2"/>
              <a:buChar char=""/>
            </a:pPr>
            <a:r>
              <a:rPr lang="en-IN" sz="2900" b="0" strike="noStrike" spc="-1">
                <a:solidFill>
                  <a:srgbClr val="000000"/>
                </a:solidFill>
                <a:latin typeface="Tw Cen MT"/>
              </a:rPr>
              <a:t>Fourth Outline Level</a:t>
            </a:r>
          </a:p>
          <a:p>
            <a:pPr marL="1828800" lvl="4" indent="-228600">
              <a:spcBef>
                <a:spcPts val="697"/>
              </a:spcBef>
              <a:buClr>
                <a:srgbClr val="D8B25C"/>
              </a:buClr>
              <a:buSzPct val="65000"/>
              <a:buFont typeface="Wingdings" charset="2"/>
              <a:buChar char=""/>
            </a:pPr>
            <a:r>
              <a:rPr lang="en-IN" sz="2900" b="0" strike="noStrike" spc="-1">
                <a:solidFill>
                  <a:srgbClr val="000000"/>
                </a:solidFill>
                <a:latin typeface="Tw Cen MT"/>
              </a:rPr>
              <a:t>Fifth Outline Level</a:t>
            </a:r>
          </a:p>
          <a:p>
            <a:pPr marL="1828800" lvl="5" indent="-228600">
              <a:spcBef>
                <a:spcPts val="697"/>
              </a:spcBef>
              <a:buClr>
                <a:srgbClr val="D8B25C"/>
              </a:buClr>
              <a:buSzPct val="65000"/>
              <a:buFont typeface="Wingdings" charset="2"/>
              <a:buChar char=""/>
            </a:pPr>
            <a:r>
              <a:rPr lang="en-IN" sz="2900" b="0" strike="noStrike" spc="-1">
                <a:solidFill>
                  <a:srgbClr val="000000"/>
                </a:solidFill>
                <a:latin typeface="Tw Cen MT"/>
              </a:rPr>
              <a:t>Sixth Outline Level</a:t>
            </a:r>
          </a:p>
          <a:p>
            <a:pPr marL="1828800" lvl="6" indent="-228600">
              <a:spcBef>
                <a:spcPts val="697"/>
              </a:spcBef>
              <a:buClr>
                <a:srgbClr val="D8B25C"/>
              </a:buClr>
              <a:buSzPct val="65000"/>
              <a:buFont typeface="Wingdings" charset="2"/>
              <a:buChar char=""/>
            </a:pPr>
            <a:r>
              <a:rPr lang="en-IN" sz="2900" b="0" strike="noStrike" spc="-1">
                <a:solidFill>
                  <a:srgbClr val="000000"/>
                </a:solidFill>
                <a:latin typeface="Tw Cen MT"/>
              </a:rPr>
              <a:t>Seventh Outline Level</a:t>
            </a:r>
          </a:p>
        </p:txBody>
      </p:sp>
      <p:sp>
        <p:nvSpPr>
          <p:cNvPr id="93" name="PlaceHolder 3"/>
          <p:cNvSpPr>
            <a:spLocks noGrp="1"/>
          </p:cNvSpPr>
          <p:nvPr>
            <p:ph type="dt"/>
          </p:nvPr>
        </p:nvSpPr>
        <p:spPr>
          <a:xfrm>
            <a:off x="6095520" y="6248520"/>
            <a:ext cx="2667240" cy="365040"/>
          </a:xfrm>
          <a:prstGeom prst="rect">
            <a:avLst/>
          </a:prstGeom>
        </p:spPr>
        <p:txBody>
          <a:bodyPr lIns="90000" tIns="46800" rIns="90000" bIns="46800" anchor="ctr">
            <a:noAutofit/>
          </a:bodyPr>
          <a:lstStyle/>
          <a:p>
            <a:fld id="{7E38FAC0-02D3-44F0-881A-A471A4F45B73}" type="datetime">
              <a:rPr lang="en-US" sz="1400" b="0" strike="noStrike" spc="-1">
                <a:solidFill>
                  <a:srgbClr val="775F55"/>
                </a:solidFill>
                <a:latin typeface="Times New Roman"/>
              </a:rPr>
              <a:t>9/10/2022</a:t>
            </a:fld>
            <a:endParaRPr lang="en-IN" sz="1400" b="0" strike="noStrike" spc="-1">
              <a:solidFill>
                <a:srgbClr val="000000"/>
              </a:solidFill>
              <a:latin typeface="Times New Roman"/>
            </a:endParaRPr>
          </a:p>
        </p:txBody>
      </p:sp>
      <p:sp>
        <p:nvSpPr>
          <p:cNvPr id="94" name="PlaceHolder 4"/>
          <p:cNvSpPr>
            <a:spLocks noGrp="1"/>
          </p:cNvSpPr>
          <p:nvPr>
            <p:ph type="ftr"/>
          </p:nvPr>
        </p:nvSpPr>
        <p:spPr>
          <a:xfrm>
            <a:off x="609480" y="6248520"/>
            <a:ext cx="5421600" cy="365040"/>
          </a:xfrm>
          <a:prstGeom prst="rect">
            <a:avLst/>
          </a:prstGeom>
        </p:spPr>
        <p:txBody>
          <a:bodyPr lIns="90000" tIns="46800" rIns="90000" bIns="46800" anchor="ctr">
            <a:noAutofit/>
          </a:bodyPr>
          <a:lstStyle/>
          <a:p>
            <a:pPr algn="r"/>
            <a:r>
              <a:rPr lang="en-US" sz="1400" b="0" strike="noStrike" spc="-1">
                <a:solidFill>
                  <a:srgbClr val="775F55"/>
                </a:solidFill>
                <a:latin typeface="Times New Roman"/>
              </a:rPr>
              <a:t>Computer Networks, Fifth Edition by Andrew Tanenbaum and David Wetherall, © Pearson Education-Prentice Hall, 2011</a:t>
            </a:r>
            <a:endParaRPr lang="en-IN" sz="1400" b="0" strike="noStrike" spc="-1">
              <a:solidFill>
                <a:srgbClr val="000000"/>
              </a:solidFill>
              <a:latin typeface="Times New Roman"/>
            </a:endParaRPr>
          </a:p>
        </p:txBody>
      </p:sp>
      <p:sp>
        <p:nvSpPr>
          <p:cNvPr id="95" name="CustomShape 5"/>
          <p:cNvSpPr/>
          <p:nvPr/>
        </p:nvSpPr>
        <p:spPr>
          <a:xfrm>
            <a:off x="0" y="1235160"/>
            <a:ext cx="9144000" cy="318960"/>
          </a:xfrm>
          <a:prstGeom prst="rect">
            <a:avLst/>
          </a:prstGeom>
          <a:solidFill>
            <a:srgbClr val="FFFFFF"/>
          </a:solidFill>
          <a:ln>
            <a:noFill/>
          </a:ln>
        </p:spPr>
        <p:style>
          <a:lnRef idx="0">
            <a:scrgbClr r="0" g="0" b="0"/>
          </a:lnRef>
          <a:fillRef idx="0">
            <a:scrgbClr r="0" g="0" b="0"/>
          </a:fillRef>
          <a:effectRef idx="0">
            <a:scrgbClr r="0" g="0" b="0"/>
          </a:effectRef>
          <a:fontRef idx="minor"/>
        </p:style>
      </p:sp>
      <p:sp>
        <p:nvSpPr>
          <p:cNvPr id="96" name="CustomShape 6"/>
          <p:cNvSpPr/>
          <p:nvPr/>
        </p:nvSpPr>
        <p:spPr>
          <a:xfrm>
            <a:off x="0" y="1279440"/>
            <a:ext cx="533520" cy="228600"/>
          </a:xfrm>
          <a:prstGeom prst="rect">
            <a:avLst/>
          </a:prstGeom>
          <a:solidFill>
            <a:srgbClr val="DD8047"/>
          </a:solidFill>
          <a:ln>
            <a:noFill/>
          </a:ln>
        </p:spPr>
        <p:style>
          <a:lnRef idx="0">
            <a:scrgbClr r="0" g="0" b="0"/>
          </a:lnRef>
          <a:fillRef idx="0">
            <a:scrgbClr r="0" g="0" b="0"/>
          </a:fillRef>
          <a:effectRef idx="0">
            <a:scrgbClr r="0" g="0" b="0"/>
          </a:effectRef>
          <a:fontRef idx="minor"/>
        </p:style>
      </p:sp>
      <p:sp>
        <p:nvSpPr>
          <p:cNvPr id="97" name="CustomShape 7"/>
          <p:cNvSpPr/>
          <p:nvPr/>
        </p:nvSpPr>
        <p:spPr>
          <a:xfrm>
            <a:off x="590400" y="1279440"/>
            <a:ext cx="8553600" cy="228600"/>
          </a:xfrm>
          <a:prstGeom prst="rect">
            <a:avLst/>
          </a:prstGeom>
          <a:solidFill>
            <a:srgbClr val="94B6D2"/>
          </a:solidFill>
          <a:ln>
            <a:noFill/>
          </a:ln>
        </p:spPr>
        <p:style>
          <a:lnRef idx="0">
            <a:scrgbClr r="0" g="0" b="0"/>
          </a:lnRef>
          <a:fillRef idx="0">
            <a:scrgbClr r="0" g="0" b="0"/>
          </a:fillRef>
          <a:effectRef idx="0">
            <a:scrgbClr r="0" g="0" b="0"/>
          </a:effectRef>
          <a:fontRef idx="minor"/>
        </p:style>
      </p:sp>
      <p:sp>
        <p:nvSpPr>
          <p:cNvPr id="98" name="PlaceHolder 8"/>
          <p:cNvSpPr>
            <a:spLocks noGrp="1"/>
          </p:cNvSpPr>
          <p:nvPr>
            <p:ph type="sldNum"/>
          </p:nvPr>
        </p:nvSpPr>
        <p:spPr>
          <a:xfrm>
            <a:off x="0" y="1271160"/>
            <a:ext cx="533520" cy="244440"/>
          </a:xfrm>
          <a:prstGeom prst="rect">
            <a:avLst/>
          </a:prstGeom>
        </p:spPr>
        <p:txBody>
          <a:bodyPr lIns="90000" tIns="46800" rIns="90000" bIns="46800" anchor="ctr">
            <a:noAutofit/>
          </a:bodyPr>
          <a:lstStyle/>
          <a:p>
            <a:pPr algn="ctr"/>
            <a:fld id="{B213A076-52B1-4382-9379-86BACF80FC14}" type="slidenum">
              <a:rPr lang="en-US" sz="1400" b="1" strike="noStrike" spc="-1">
                <a:solidFill>
                  <a:srgbClr val="FFFFFF"/>
                </a:solidFill>
                <a:latin typeface="Times New Roman"/>
              </a:rPr>
              <a:t>‹#›</a:t>
            </a:fld>
            <a:endParaRPr lang="en-IN" sz="1400" b="0" strike="noStrike" spc="-1">
              <a:solidFill>
                <a:srgbClr val="000000"/>
              </a:solidFill>
              <a:latin typeface="Times New Roman"/>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 id="2147483677" r:id="rId3"/>
    <p:sldLayoutId id="2147483678" r:id="rId4"/>
    <p:sldLayoutId id="2147483679" r:id="rId5"/>
    <p:sldLayoutId id="2147483680" r:id="rId6"/>
    <p:sldLayoutId id="2147483681" r:id="rId7"/>
    <p:sldLayoutId id="2147483682" r:id="rId8"/>
    <p:sldLayoutId id="2147483683" r:id="rId9"/>
    <p:sldLayoutId id="2147483684" r:id="rId10"/>
    <p:sldLayoutId id="2147483685" r:id="rId11"/>
    <p:sldLayoutId id="2147483686"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6.png"/><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8.wmf"/><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jpg"/><Relationship Id="rId2" Type="http://schemas.openxmlformats.org/officeDocument/2006/relationships/image" Target="../media/image10.png"/><Relationship Id="rId1" Type="http://schemas.openxmlformats.org/officeDocument/2006/relationships/slideLayout" Target="../slideLayouts/slideLayout1.xml"/><Relationship Id="rId4" Type="http://schemas.openxmlformats.org/officeDocument/2006/relationships/image" Target="../media/image12.jp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7.jpg"/><Relationship Id="rId2" Type="http://schemas.openxmlformats.org/officeDocument/2006/relationships/image" Target="../media/image16.png"/><Relationship Id="rId1" Type="http://schemas.openxmlformats.org/officeDocument/2006/relationships/slideLayout" Target="../slideLayouts/slideLayout1.xml"/><Relationship Id="rId4" Type="http://schemas.openxmlformats.org/officeDocument/2006/relationships/image" Target="../media/image18.jp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21.wmf"/><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6.xml"/></Relationships>
</file>

<file path=ppt/slides/_rels/slide26.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3" Type="http://schemas.openxmlformats.org/officeDocument/2006/relationships/image" Target="../media/image27.wmf"/><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7" name="Footer Placeholder 5"/>
          <p:cNvSpPr>
            <a:spLocks noGrp="1"/>
          </p:cNvSpPr>
          <p:nvPr>
            <p:ph type="ftr" sz="quarter" idx="11"/>
          </p:nvPr>
        </p:nvSpPr>
        <p:spPr>
          <a:xfrm>
            <a:off x="1066800" y="6356350"/>
            <a:ext cx="6781800" cy="365125"/>
          </a:xfrm>
        </p:spPr>
        <p:txBody>
          <a:bodyPr/>
          <a:lstStyle/>
          <a:p>
            <a:r>
              <a:rPr lang="en-US" b="1">
                <a:solidFill>
                  <a:schemeClr val="tx1"/>
                </a:solidFill>
                <a:latin typeface="Times New Roman"/>
                <a:ea typeface="Calibri"/>
                <a:cs typeface="Times New Roman"/>
              </a:rPr>
              <a:t>Lecture Presented by: Shabir Ali</a:t>
            </a:r>
            <a:endParaRPr lang="en-US" altLang="zh-TW" dirty="0">
              <a:solidFill>
                <a:schemeClr val="tx1"/>
              </a:solidFill>
              <a:latin typeface="Times New Roman" pitchFamily="18" charset="0"/>
            </a:endParaRPr>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9" name="Footer Placeholder 5"/>
          <p:cNvSpPr txBox="1">
            <a:spLocks/>
          </p:cNvSpPr>
          <p:nvPr/>
        </p:nvSpPr>
        <p:spPr>
          <a:xfrm>
            <a:off x="3352800" y="5410200"/>
            <a:ext cx="24384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b="1" i="0" u="none" strike="noStrike" kern="1200" cap="none" spc="0" normalizeH="0" baseline="0" noProof="0" dirty="0">
                <a:ln>
                  <a:noFill/>
                </a:ln>
                <a:solidFill>
                  <a:schemeClr val="tx1"/>
                </a:solidFill>
                <a:effectLst/>
                <a:uLnTx/>
                <a:uFillTx/>
                <a:latin typeface="Times New Roman"/>
                <a:ea typeface="Calibri"/>
                <a:cs typeface="Times New Roman"/>
              </a:rPr>
              <a:t>Lecture 5</a:t>
            </a:r>
            <a:endParaRPr kumimoji="0" lang="en-US" altLang="zh-TW"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5" name="CustomShape 1"/>
          <p:cNvSpPr/>
          <p:nvPr/>
        </p:nvSpPr>
        <p:spPr>
          <a:xfrm>
            <a:off x="1143000" y="2514600"/>
            <a:ext cx="6858000" cy="76428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spAutoFit/>
          </a:bodyPr>
          <a:lstStyle/>
          <a:p>
            <a:pPr algn="ctr">
              <a:lnSpc>
                <a:spcPct val="100000"/>
              </a:lnSpc>
            </a:pPr>
            <a:r>
              <a:rPr lang="en-IN" sz="4400" b="1" strike="noStrike" spc="-1">
                <a:solidFill>
                  <a:srgbClr val="000000"/>
                </a:solidFill>
                <a:latin typeface="Arial"/>
              </a:rPr>
              <a:t>Transmission Media</a:t>
            </a:r>
            <a:endParaRPr lang="en-IN" sz="4400" b="0" strike="noStrike" spc="-1">
              <a:solidFill>
                <a:srgbClr val="000000"/>
              </a:solidFill>
              <a:latin typeface="Times New Roman"/>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6"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37"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38" name="CustomShape 3"/>
          <p:cNvSpPr/>
          <p:nvPr/>
        </p:nvSpPr>
        <p:spPr>
          <a:xfrm>
            <a:off x="413640" y="762120"/>
            <a:ext cx="57434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1  </a:t>
            </a:r>
            <a:r>
              <a:rPr lang="en-IN" sz="2000" b="1" i="1" strike="noStrike" spc="-1">
                <a:solidFill>
                  <a:srgbClr val="000000"/>
                </a:solidFill>
                <a:latin typeface="Times New Roman"/>
              </a:rPr>
              <a:t>Transmission medium and physical layer</a:t>
            </a:r>
            <a:endParaRPr lang="en-IN" sz="2000" b="0" strike="noStrike" spc="-1">
              <a:solidFill>
                <a:srgbClr val="000000"/>
              </a:solidFill>
              <a:latin typeface="Times New Roman"/>
            </a:endParaRPr>
          </a:p>
        </p:txBody>
      </p:sp>
      <p:sp>
        <p:nvSpPr>
          <p:cNvPr id="139"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140" name="Picture 139"/>
          <p:cNvPicPr/>
          <p:nvPr/>
        </p:nvPicPr>
        <p:blipFill>
          <a:blip r:embed="rId2"/>
          <a:stretch/>
        </p:blipFill>
        <p:spPr>
          <a:xfrm>
            <a:off x="185760" y="2584440"/>
            <a:ext cx="8729640" cy="2521080"/>
          </a:xfrm>
          <a:prstGeom prst="rect">
            <a:avLst/>
          </a:prstGeom>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1"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42"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43" name="CustomShape 3"/>
          <p:cNvSpPr/>
          <p:nvPr/>
        </p:nvSpPr>
        <p:spPr>
          <a:xfrm>
            <a:off x="415800" y="762120"/>
            <a:ext cx="45896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2  </a:t>
            </a:r>
            <a:r>
              <a:rPr lang="en-IN" sz="2000" b="1" i="1" strike="noStrike" spc="-1">
                <a:solidFill>
                  <a:srgbClr val="000000"/>
                </a:solidFill>
                <a:latin typeface="Times New Roman"/>
              </a:rPr>
              <a:t>Classes of transmission media</a:t>
            </a:r>
            <a:endParaRPr lang="en-IN" sz="2000" b="0" strike="noStrike" spc="-1">
              <a:solidFill>
                <a:srgbClr val="000000"/>
              </a:solidFill>
              <a:latin typeface="Times New Roman"/>
            </a:endParaRPr>
          </a:p>
        </p:txBody>
      </p:sp>
      <p:sp>
        <p:nvSpPr>
          <p:cNvPr id="144"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145" name="Picture 144"/>
          <p:cNvPicPr/>
          <p:nvPr/>
        </p:nvPicPr>
        <p:blipFill>
          <a:blip r:embed="rId2"/>
          <a:stretch/>
        </p:blipFill>
        <p:spPr>
          <a:xfrm>
            <a:off x="457200" y="2100240"/>
            <a:ext cx="7715160" cy="3157560"/>
          </a:xfrm>
          <a:prstGeom prst="rect">
            <a:avLst/>
          </a:prstGeom>
          <a:ln>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6" name="CustomShape 1"/>
          <p:cNvSpPr/>
          <p:nvPr/>
        </p:nvSpPr>
        <p:spPr>
          <a:xfrm>
            <a:off x="0" y="0"/>
            <a:ext cx="9144000" cy="1371600"/>
          </a:xfrm>
          <a:prstGeom prst="rect">
            <a:avLst/>
          </a:prstGeom>
          <a:solidFill>
            <a:srgbClr val="33CCFF"/>
          </a:solidFill>
          <a:ln w="9360">
            <a:solidFill>
              <a:srgbClr val="000000"/>
            </a:solidFill>
            <a:miter/>
          </a:ln>
        </p:spPr>
        <p:style>
          <a:lnRef idx="0">
            <a:scrgbClr r="0" g="0" b="0"/>
          </a:lnRef>
          <a:fillRef idx="0">
            <a:scrgbClr r="0" g="0" b="0"/>
          </a:fillRef>
          <a:effectRef idx="0">
            <a:scrgbClr r="0" g="0" b="0"/>
          </a:effectRef>
          <a:fontRef idx="minor"/>
        </p:style>
      </p:sp>
      <p:sp>
        <p:nvSpPr>
          <p:cNvPr id="147" name="CustomShape 2"/>
          <p:cNvSpPr/>
          <p:nvPr/>
        </p:nvSpPr>
        <p:spPr>
          <a:xfrm>
            <a:off x="649800" y="406440"/>
            <a:ext cx="3314160" cy="58140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pPr>
              <a:lnSpc>
                <a:spcPct val="100000"/>
              </a:lnSpc>
            </a:pPr>
            <a:r>
              <a:rPr lang="en-IN" sz="3200" b="1" strike="noStrike" spc="-1">
                <a:solidFill>
                  <a:srgbClr val="000000"/>
                </a:solidFill>
                <a:latin typeface="Times New Roman"/>
              </a:rPr>
              <a:t>GUIDED MEDIA</a:t>
            </a:r>
            <a:endParaRPr lang="en-IN" sz="3200" b="0" strike="noStrike" spc="-1">
              <a:solidFill>
                <a:srgbClr val="000000"/>
              </a:solidFill>
              <a:latin typeface="Times New Roman"/>
            </a:endParaRPr>
          </a:p>
        </p:txBody>
      </p:sp>
      <p:sp>
        <p:nvSpPr>
          <p:cNvPr id="148" name="CustomShape 3"/>
          <p:cNvSpPr/>
          <p:nvPr/>
        </p:nvSpPr>
        <p:spPr>
          <a:xfrm>
            <a:off x="8229600" y="6400800"/>
            <a:ext cx="184320" cy="3668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sp>
      <p:sp>
        <p:nvSpPr>
          <p:cNvPr id="149" name="CustomShape 4"/>
          <p:cNvSpPr/>
          <p:nvPr/>
        </p:nvSpPr>
        <p:spPr>
          <a:xfrm>
            <a:off x="158580" y="1556266"/>
            <a:ext cx="8826840" cy="2679837"/>
          </a:xfrm>
          <a:prstGeom prst="rect">
            <a:avLst/>
          </a:prstGeom>
          <a:noFill/>
          <a:ln>
            <a:noFill/>
          </a:ln>
        </p:spPr>
        <p:style>
          <a:lnRef idx="0">
            <a:scrgbClr r="0" g="0" b="0"/>
          </a:lnRef>
          <a:fillRef idx="0">
            <a:scrgbClr r="0" g="0" b="0"/>
          </a:fillRef>
          <a:effectRef idx="0">
            <a:scrgbClr r="0" g="0" b="0"/>
          </a:effectRef>
          <a:fontRef idx="minor"/>
        </p:style>
        <p:txBody>
          <a:bodyPr wrap="square" lIns="90000" tIns="46800" rIns="90000" bIns="46800" anchor="ctr">
            <a:spAutoFit/>
          </a:bodyPr>
          <a:lstStyle/>
          <a:p>
            <a:pPr algn="just"/>
            <a:r>
              <a:rPr lang="en-IN" sz="2400" b="1" i="1" strike="noStrike" spc="-1" dirty="0">
                <a:solidFill>
                  <a:srgbClr val="000000"/>
                </a:solidFill>
                <a:latin typeface="Times New Roman" panose="02020603050405020304" pitchFamily="18" charset="0"/>
                <a:cs typeface="Times New Roman" panose="02020603050405020304" pitchFamily="18" charset="0"/>
              </a:rPr>
              <a:t>Guided media, which are those that provide a conduit from one device to another, include twisted-pair cable, coaxial cable, and </a:t>
            </a:r>
            <a:r>
              <a:rPr lang="en-IN" sz="2400" b="1" i="1" strike="noStrike" spc="-1" dirty="0" err="1">
                <a:solidFill>
                  <a:srgbClr val="000000"/>
                </a:solidFill>
                <a:latin typeface="Times New Roman" panose="02020603050405020304" pitchFamily="18" charset="0"/>
                <a:cs typeface="Times New Roman" panose="02020603050405020304" pitchFamily="18" charset="0"/>
              </a:rPr>
              <a:t>fiber</a:t>
            </a:r>
            <a:r>
              <a:rPr lang="en-IN" sz="2400" b="1" i="1" strike="noStrike" spc="-1" dirty="0">
                <a:solidFill>
                  <a:srgbClr val="000000"/>
                </a:solidFill>
                <a:latin typeface="Times New Roman" panose="02020603050405020304" pitchFamily="18" charset="0"/>
                <a:cs typeface="Times New Roman" panose="02020603050405020304" pitchFamily="18" charset="0"/>
              </a:rPr>
              <a:t>-optic cable. </a:t>
            </a:r>
            <a:r>
              <a:rPr lang="en-US" sz="2400" i="1" dirty="0">
                <a:latin typeface="Times New Roman" panose="02020603050405020304" pitchFamily="18" charset="0"/>
                <a:cs typeface="Times New Roman" panose="02020603050405020304" pitchFamily="18" charset="0"/>
              </a:rPr>
              <a:t>A signal traveling along any of these media is directed and contained by the physical limits of the medium. Twisted-pair and coaxial cable use metallic (copper) conductors that accept and transport signals in the form of electric current. Optical fiber is a cable that accepts and transports signals in the form of light. </a:t>
            </a:r>
            <a:endParaRPr lang="en-IN" sz="2400" b="0" i="1" strike="noStrike" spc="-1" dirty="0">
              <a:solidFill>
                <a:srgbClr val="000000"/>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CAEDCDD9-4124-9E07-DDAB-26BFE0A1ADB5}"/>
              </a:ext>
            </a:extLst>
          </p:cNvPr>
          <p:cNvSpPr txBox="1"/>
          <p:nvPr/>
        </p:nvSpPr>
        <p:spPr>
          <a:xfrm>
            <a:off x="152280" y="4791850"/>
            <a:ext cx="8674199" cy="1631216"/>
          </a:xfrm>
          <a:prstGeom prst="rect">
            <a:avLst/>
          </a:prstGeom>
          <a:noFill/>
        </p:spPr>
        <p:txBody>
          <a:bodyPr wrap="square" rtlCol="0">
            <a:spAutoFit/>
          </a:bodyPr>
          <a:lstStyle/>
          <a:p>
            <a:r>
              <a:rPr lang="en-US" sz="2000" b="1" dirty="0"/>
              <a:t>Factors to be considered:</a:t>
            </a:r>
          </a:p>
          <a:p>
            <a:pPr marL="342900" indent="-342900">
              <a:buAutoNum type="arabicPeriod"/>
            </a:pPr>
            <a:r>
              <a:rPr lang="en-US" sz="2000" b="1" dirty="0"/>
              <a:t>Cost</a:t>
            </a:r>
          </a:p>
          <a:p>
            <a:pPr marL="342900" indent="-342900">
              <a:buAutoNum type="arabicPeriod"/>
            </a:pPr>
            <a:r>
              <a:rPr lang="en-US" sz="2000" b="1" dirty="0"/>
              <a:t>Transmission rate</a:t>
            </a:r>
          </a:p>
          <a:p>
            <a:pPr marL="342900" indent="-342900">
              <a:buAutoNum type="arabicPeriod"/>
            </a:pPr>
            <a:r>
              <a:rPr lang="en-US" sz="2000" b="1" dirty="0"/>
              <a:t>Resistance </a:t>
            </a:r>
          </a:p>
          <a:p>
            <a:pPr marL="342900" indent="-342900">
              <a:buAutoNum type="arabicPeriod"/>
            </a:pPr>
            <a:r>
              <a:rPr lang="en-US" sz="2000" b="1" dirty="0"/>
              <a:t>distance</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2"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53"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54" name="CustomShape 3"/>
          <p:cNvSpPr/>
          <p:nvPr/>
        </p:nvSpPr>
        <p:spPr>
          <a:xfrm>
            <a:off x="417600" y="762120"/>
            <a:ext cx="335700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dirty="0">
                <a:solidFill>
                  <a:srgbClr val="3333CC"/>
                </a:solidFill>
                <a:latin typeface="Times New Roman"/>
              </a:rPr>
              <a:t>Figure 3  </a:t>
            </a:r>
            <a:r>
              <a:rPr lang="en-IN" sz="2000" b="1" i="1" strike="noStrike" spc="-1" dirty="0">
                <a:solidFill>
                  <a:srgbClr val="000000"/>
                </a:solidFill>
                <a:latin typeface="Times New Roman"/>
              </a:rPr>
              <a:t>Twisted-pair cable</a:t>
            </a:r>
            <a:endParaRPr lang="en-IN" sz="2000" b="0" strike="noStrike" spc="-1" dirty="0">
              <a:solidFill>
                <a:srgbClr val="000000"/>
              </a:solidFill>
              <a:latin typeface="Times New Roman"/>
            </a:endParaRPr>
          </a:p>
        </p:txBody>
      </p:sp>
      <p:pic>
        <p:nvPicPr>
          <p:cNvPr id="156" name="Picture 155"/>
          <p:cNvPicPr/>
          <p:nvPr/>
        </p:nvPicPr>
        <p:blipFill>
          <a:blip r:embed="rId2"/>
          <a:stretch/>
        </p:blipFill>
        <p:spPr>
          <a:xfrm>
            <a:off x="404351" y="1634990"/>
            <a:ext cx="8610480" cy="1204920"/>
          </a:xfrm>
          <a:prstGeom prst="rect">
            <a:avLst/>
          </a:prstGeom>
          <a:ln>
            <a:noFill/>
          </a:ln>
        </p:spPr>
      </p:pic>
      <p:sp>
        <p:nvSpPr>
          <p:cNvPr id="2" name="TextBox 1">
            <a:extLst>
              <a:ext uri="{FF2B5EF4-FFF2-40B4-BE49-F238E27FC236}">
                <a16:creationId xmlns:a16="http://schemas.microsoft.com/office/drawing/2014/main" id="{8A62DA8C-BA5C-174A-6255-E73F644D768A}"/>
              </a:ext>
            </a:extLst>
          </p:cNvPr>
          <p:cNvSpPr txBox="1"/>
          <p:nvPr/>
        </p:nvSpPr>
        <p:spPr>
          <a:xfrm>
            <a:off x="580102" y="3198634"/>
            <a:ext cx="8258977" cy="646331"/>
          </a:xfrm>
          <a:prstGeom prst="rect">
            <a:avLst/>
          </a:prstGeom>
          <a:noFill/>
        </p:spPr>
        <p:txBody>
          <a:bodyPr wrap="square" rtlCol="0">
            <a:spAutoFit/>
          </a:bodyPr>
          <a:lstStyle/>
          <a:p>
            <a:r>
              <a:rPr lang="en-US" dirty="0"/>
              <a:t>A twisted pair consists of two conductors (normally copper), each with its own plastic insulation, twisted together, as shown in Figure 3.</a:t>
            </a:r>
          </a:p>
        </p:txBody>
      </p:sp>
      <p:pic>
        <p:nvPicPr>
          <p:cNvPr id="4" name="Picture 3">
            <a:extLst>
              <a:ext uri="{FF2B5EF4-FFF2-40B4-BE49-F238E27FC236}">
                <a16:creationId xmlns:a16="http://schemas.microsoft.com/office/drawing/2014/main" id="{515602A1-7741-868C-7409-14C84B8AAD7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rot="5400000">
            <a:off x="3264523" y="2449423"/>
            <a:ext cx="2890132" cy="5681217"/>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BA45D2-1AB8-765A-8AA4-EB5183549281}"/>
              </a:ext>
            </a:extLst>
          </p:cNvPr>
          <p:cNvSpPr>
            <a:spLocks noGrp="1"/>
          </p:cNvSpPr>
          <p:nvPr>
            <p:ph type="title"/>
          </p:nvPr>
        </p:nvSpPr>
        <p:spPr/>
        <p:txBody>
          <a:bodyPr/>
          <a:lstStyle/>
          <a:p>
            <a:r>
              <a:rPr lang="en-IN" sz="4400" b="1" i="1" strike="noStrike" spc="-1" dirty="0">
                <a:solidFill>
                  <a:srgbClr val="000000"/>
                </a:solidFill>
                <a:latin typeface="Times New Roman"/>
              </a:rPr>
              <a:t>Twisted-pair cable</a:t>
            </a:r>
            <a:endParaRPr lang="en-IN" dirty="0"/>
          </a:p>
        </p:txBody>
      </p:sp>
      <p:sp>
        <p:nvSpPr>
          <p:cNvPr id="3" name="Text Placeholder 2">
            <a:extLst>
              <a:ext uri="{FF2B5EF4-FFF2-40B4-BE49-F238E27FC236}">
                <a16:creationId xmlns:a16="http://schemas.microsoft.com/office/drawing/2014/main" id="{C29E5734-6680-C438-A48E-3D0728D6FA4D}"/>
              </a:ext>
            </a:extLst>
          </p:cNvPr>
          <p:cNvSpPr>
            <a:spLocks noGrp="1"/>
          </p:cNvSpPr>
          <p:nvPr>
            <p:ph type="body"/>
          </p:nvPr>
        </p:nvSpPr>
        <p:spPr>
          <a:xfrm>
            <a:off x="147485" y="1514168"/>
            <a:ext cx="8819534" cy="5070232"/>
          </a:xfrm>
        </p:spPr>
        <p:txBody>
          <a:bodyPr>
            <a:normAutofit/>
          </a:bodyPr>
          <a:lstStyle/>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It is a pair of copper wires</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Copper wires are used for transmitting the signals because of their good performance at low costs.</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A twisted pair consists of two conductors (normally copper), each with its own plastic insulation, twisted together to form a single media</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One of the wires is used to carry signals to the receiver, and the other is used only as a ground reference.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The twist between wires are helpful to reduce the noise </a:t>
            </a:r>
            <a:r>
              <a:rPr lang="en-IN" sz="2400" dirty="0">
                <a:latin typeface="Times New Roman" panose="02020603050405020304" pitchFamily="18" charset="0"/>
                <a:cs typeface="Times New Roman" panose="02020603050405020304" pitchFamily="18" charset="0"/>
              </a:rPr>
              <a:t>(electromagnetic interference).</a:t>
            </a:r>
          </a:p>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This type of cable is used in telephone lines to provide voice and data channels.</a:t>
            </a:r>
          </a:p>
        </p:txBody>
      </p:sp>
    </p:spTree>
    <p:extLst>
      <p:ext uri="{BB962C8B-B14F-4D97-AF65-F5344CB8AC3E}">
        <p14:creationId xmlns:p14="http://schemas.microsoft.com/office/powerpoint/2010/main" val="17537431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7"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58"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59" name="CustomShape 3"/>
          <p:cNvSpPr/>
          <p:nvPr/>
        </p:nvSpPr>
        <p:spPr>
          <a:xfrm>
            <a:off x="416160" y="762120"/>
            <a:ext cx="361440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4  </a:t>
            </a:r>
            <a:r>
              <a:rPr lang="en-IN" sz="2000" b="1" i="1" strike="noStrike" spc="-1">
                <a:solidFill>
                  <a:srgbClr val="000000"/>
                </a:solidFill>
                <a:latin typeface="Times New Roman"/>
              </a:rPr>
              <a:t>UTP and STP cables</a:t>
            </a:r>
            <a:endParaRPr lang="en-IN" sz="2000" b="0" strike="noStrike" spc="-1">
              <a:solidFill>
                <a:srgbClr val="000000"/>
              </a:solidFill>
              <a:latin typeface="Times New Roman"/>
            </a:endParaRPr>
          </a:p>
        </p:txBody>
      </p:sp>
      <p:pic>
        <p:nvPicPr>
          <p:cNvPr id="161" name="Picture 160"/>
          <p:cNvPicPr/>
          <p:nvPr/>
        </p:nvPicPr>
        <p:blipFill>
          <a:blip r:embed="rId2"/>
          <a:stretch/>
        </p:blipFill>
        <p:spPr>
          <a:xfrm>
            <a:off x="414360" y="1450439"/>
            <a:ext cx="8501040" cy="2905250"/>
          </a:xfrm>
          <a:prstGeom prst="rect">
            <a:avLst/>
          </a:prstGeom>
          <a:ln>
            <a:noFill/>
          </a:ln>
        </p:spPr>
      </p:pic>
      <p:pic>
        <p:nvPicPr>
          <p:cNvPr id="3" name="Picture 2">
            <a:extLst>
              <a:ext uri="{FF2B5EF4-FFF2-40B4-BE49-F238E27FC236}">
                <a16:creationId xmlns:a16="http://schemas.microsoft.com/office/drawing/2014/main" id="{6582DA62-73A1-F526-AF2D-3A1838BF133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96555" y="4434527"/>
            <a:ext cx="4747445" cy="2423473"/>
          </a:xfrm>
          <a:prstGeom prst="rect">
            <a:avLst/>
          </a:prstGeom>
        </p:spPr>
      </p:pic>
      <p:pic>
        <p:nvPicPr>
          <p:cNvPr id="5" name="Picture 4">
            <a:extLst>
              <a:ext uri="{FF2B5EF4-FFF2-40B4-BE49-F238E27FC236}">
                <a16:creationId xmlns:a16="http://schemas.microsoft.com/office/drawing/2014/main" id="{38FAF948-E6C8-B5CA-0BED-1429FA54582C}"/>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5400000">
            <a:off x="1194392" y="3733704"/>
            <a:ext cx="2044379" cy="360444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2CA4EB92-9C2B-443B-8A15-E8B563B276C7}"/>
              </a:ext>
            </a:extLst>
          </p:cNvPr>
          <p:cNvSpPr>
            <a:spLocks noGrp="1"/>
          </p:cNvSpPr>
          <p:nvPr>
            <p:ph type="sldNum" sz="quarter" idx="10"/>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7.</a:t>
            </a:r>
            <a:fld id="{52B459A1-6341-47B6-B462-4266C2684593}" type="slidenum">
              <a:rPr lang="en-US" altLang="en-US" smtClean="0"/>
              <a:pPr/>
              <a:t>9</a:t>
            </a:fld>
            <a:endParaRPr lang="en-US" altLang="en-US"/>
          </a:p>
        </p:txBody>
      </p:sp>
      <p:sp>
        <p:nvSpPr>
          <p:cNvPr id="884738" name="Text Box 2">
            <a:extLst>
              <a:ext uri="{FF2B5EF4-FFF2-40B4-BE49-F238E27FC236}">
                <a16:creationId xmlns:a16="http://schemas.microsoft.com/office/drawing/2014/main" id="{3106C55A-6B3F-4641-8FAB-859F7C003059}"/>
              </a:ext>
            </a:extLst>
          </p:cNvPr>
          <p:cNvSpPr txBox="1">
            <a:spLocks noChangeArrowheads="1"/>
          </p:cNvSpPr>
          <p:nvPr/>
        </p:nvSpPr>
        <p:spPr bwMode="auto">
          <a:xfrm>
            <a:off x="685800" y="228600"/>
            <a:ext cx="6138863"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Table 7.1  </a:t>
            </a:r>
            <a:r>
              <a:rPr lang="en-US" altLang="en-US" sz="2000" i="1">
                <a:latin typeface="Times New Roman" panose="02020603050405020304" pitchFamily="18" charset="0"/>
              </a:rPr>
              <a:t>Categories of unshielded twisted-pair cables</a:t>
            </a:r>
          </a:p>
        </p:txBody>
      </p:sp>
      <p:pic>
        <p:nvPicPr>
          <p:cNvPr id="884740" name="Picture 4">
            <a:extLst>
              <a:ext uri="{FF2B5EF4-FFF2-40B4-BE49-F238E27FC236}">
                <a16:creationId xmlns:a16="http://schemas.microsoft.com/office/drawing/2014/main" id="{B0529242-C12B-477C-BB5E-B8FCEBFFD7B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39763" y="685800"/>
            <a:ext cx="7742237" cy="58991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4"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65"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66" name="CustomShape 3"/>
          <p:cNvSpPr/>
          <p:nvPr/>
        </p:nvSpPr>
        <p:spPr>
          <a:xfrm>
            <a:off x="418320" y="762120"/>
            <a:ext cx="303228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5  </a:t>
            </a:r>
            <a:r>
              <a:rPr lang="en-IN" sz="2000" b="1" i="1" strike="noStrike" spc="-1">
                <a:solidFill>
                  <a:srgbClr val="000000"/>
                </a:solidFill>
                <a:latin typeface="Times New Roman"/>
              </a:rPr>
              <a:t>UTP connector</a:t>
            </a:r>
            <a:endParaRPr lang="en-IN" sz="2000" b="0" strike="noStrike" spc="-1">
              <a:solidFill>
                <a:srgbClr val="000000"/>
              </a:solidFill>
              <a:latin typeface="Times New Roman"/>
            </a:endParaRPr>
          </a:p>
        </p:txBody>
      </p:sp>
      <p:sp>
        <p:nvSpPr>
          <p:cNvPr id="167"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168" name="Picture 167"/>
          <p:cNvPicPr/>
          <p:nvPr/>
        </p:nvPicPr>
        <p:blipFill>
          <a:blip r:embed="rId2"/>
          <a:stretch/>
        </p:blipFill>
        <p:spPr>
          <a:xfrm>
            <a:off x="1519200" y="2244600"/>
            <a:ext cx="6481800" cy="2708280"/>
          </a:xfrm>
          <a:prstGeom prst="rect">
            <a:avLst/>
          </a:prstGeom>
          <a:ln>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69"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70"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71" name="CustomShape 3"/>
          <p:cNvSpPr/>
          <p:nvPr/>
        </p:nvSpPr>
        <p:spPr>
          <a:xfrm>
            <a:off x="417960" y="762120"/>
            <a:ext cx="286308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dirty="0">
                <a:solidFill>
                  <a:srgbClr val="3333CC"/>
                </a:solidFill>
                <a:latin typeface="Times New Roman"/>
              </a:rPr>
              <a:t>Figure 7  </a:t>
            </a:r>
            <a:r>
              <a:rPr lang="en-IN" sz="2000" b="1" i="1" strike="noStrike" spc="-1" dirty="0">
                <a:solidFill>
                  <a:srgbClr val="000000"/>
                </a:solidFill>
                <a:latin typeface="Times New Roman"/>
              </a:rPr>
              <a:t>Coaxial cable</a:t>
            </a:r>
            <a:endParaRPr lang="en-IN" sz="2000" b="0" strike="noStrike" spc="-1" dirty="0">
              <a:solidFill>
                <a:srgbClr val="000000"/>
              </a:solidFill>
              <a:latin typeface="Times New Roman"/>
            </a:endParaRPr>
          </a:p>
        </p:txBody>
      </p:sp>
      <p:pic>
        <p:nvPicPr>
          <p:cNvPr id="173" name="Picture 172"/>
          <p:cNvPicPr/>
          <p:nvPr/>
        </p:nvPicPr>
        <p:blipFill>
          <a:blip r:embed="rId2"/>
          <a:stretch/>
        </p:blipFill>
        <p:spPr>
          <a:xfrm>
            <a:off x="806245" y="1400916"/>
            <a:ext cx="7307946" cy="2824679"/>
          </a:xfrm>
          <a:prstGeom prst="rect">
            <a:avLst/>
          </a:prstGeom>
          <a:ln>
            <a:noFill/>
          </a:ln>
        </p:spPr>
      </p:pic>
      <p:pic>
        <p:nvPicPr>
          <p:cNvPr id="5" name="Picture 4">
            <a:extLst>
              <a:ext uri="{FF2B5EF4-FFF2-40B4-BE49-F238E27FC236}">
                <a16:creationId xmlns:a16="http://schemas.microsoft.com/office/drawing/2014/main" id="{E1D5F0A3-6DA4-368C-3B19-1136EE81C04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16872" y="3969866"/>
            <a:ext cx="3084676" cy="2751061"/>
          </a:xfrm>
          <a:prstGeom prst="rect">
            <a:avLst/>
          </a:prstGeom>
        </p:spPr>
      </p:pic>
      <p:pic>
        <p:nvPicPr>
          <p:cNvPr id="9" name="Picture 8">
            <a:extLst>
              <a:ext uri="{FF2B5EF4-FFF2-40B4-BE49-F238E27FC236}">
                <a16:creationId xmlns:a16="http://schemas.microsoft.com/office/drawing/2014/main" id="{78469C27-5E07-0D2C-99A1-677273FD56CE}"/>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10800000">
            <a:off x="763736" y="4254910"/>
            <a:ext cx="3218327" cy="26030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AA70D-3057-049F-CBC7-EC7B3C427C82}"/>
              </a:ext>
            </a:extLst>
          </p:cNvPr>
          <p:cNvSpPr>
            <a:spLocks noGrp="1"/>
          </p:cNvSpPr>
          <p:nvPr>
            <p:ph type="title"/>
          </p:nvPr>
        </p:nvSpPr>
        <p:spPr/>
        <p:txBody>
          <a:bodyPr/>
          <a:lstStyle/>
          <a:p>
            <a:r>
              <a:rPr lang="en-IN" sz="4400" b="1" i="1" strike="noStrike" spc="-1" dirty="0">
                <a:solidFill>
                  <a:srgbClr val="000000"/>
                </a:solidFill>
                <a:latin typeface="Times New Roman"/>
              </a:rPr>
              <a:t>Coaxial cable</a:t>
            </a:r>
            <a:endParaRPr lang="en-IN" dirty="0"/>
          </a:p>
        </p:txBody>
      </p:sp>
      <p:sp>
        <p:nvSpPr>
          <p:cNvPr id="3" name="Text Placeholder 2">
            <a:extLst>
              <a:ext uri="{FF2B5EF4-FFF2-40B4-BE49-F238E27FC236}">
                <a16:creationId xmlns:a16="http://schemas.microsoft.com/office/drawing/2014/main" id="{D9259916-02C8-9E20-0618-B561DC156E17}"/>
              </a:ext>
            </a:extLst>
          </p:cNvPr>
          <p:cNvSpPr>
            <a:spLocks noGrp="1"/>
          </p:cNvSpPr>
          <p:nvPr>
            <p:ph type="body"/>
          </p:nvPr>
        </p:nvSpPr>
        <p:spPr>
          <a:xfrm>
            <a:off x="457200" y="1604519"/>
            <a:ext cx="8229240" cy="5061751"/>
          </a:xfrm>
        </p:spPr>
        <p:txBody>
          <a:bodyPr>
            <a:noAutofit/>
          </a:bodyPr>
          <a:lstStyle/>
          <a:p>
            <a:pPr marL="457200" indent="-457200" algn="just">
              <a:buFont typeface="+mj-lt"/>
              <a:buAutoNum type="arabicPeriod"/>
            </a:pPr>
            <a:r>
              <a:rPr lang="en-US" sz="2400" dirty="0">
                <a:latin typeface="Times New Roman" panose="02020603050405020304" pitchFamily="18" charset="0"/>
                <a:cs typeface="Times New Roman" panose="02020603050405020304" pitchFamily="18" charset="0"/>
              </a:rPr>
              <a:t>Coaxial cables are copper cables with better shielding than twisted pair cables, so that transmitted signals may travel longer distances at higher speeds.</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This shield minimized the electrical and radio frequency interference.</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It is a primary type of cabling used by the cable telephone industry and is also used by the computer networks such as Ethernet.</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It has two wires of copper </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The inner copper wire in the </a:t>
            </a:r>
            <a:r>
              <a:rPr lang="en-IN" sz="2400" dirty="0" err="1">
                <a:latin typeface="Times New Roman" panose="02020603050405020304" pitchFamily="18" charset="0"/>
                <a:cs typeface="Times New Roman" panose="02020603050405020304" pitchFamily="18" charset="0"/>
              </a:rPr>
              <a:t>center</a:t>
            </a:r>
            <a:r>
              <a:rPr lang="en-IN" sz="2400" dirty="0">
                <a:latin typeface="Times New Roman" panose="02020603050405020304" pitchFamily="18" charset="0"/>
                <a:cs typeface="Times New Roman" panose="02020603050405020304" pitchFamily="18" charset="0"/>
              </a:rPr>
              <a:t> and is made of a solid conductor. It is enclosed in an insulating sheath.</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The outer copper wire is wrapped around and is used to protect from EMI (noise)</a:t>
            </a:r>
          </a:p>
          <a:p>
            <a:pPr marL="457200" indent="-457200" algn="just">
              <a:buFont typeface="+mj-lt"/>
              <a:buAutoNum type="arabicPeriod"/>
            </a:pPr>
            <a:r>
              <a:rPr lang="en-IN" sz="2400" dirty="0">
                <a:latin typeface="Times New Roman" panose="02020603050405020304" pitchFamily="18" charset="0"/>
                <a:cs typeface="Times New Roman" panose="02020603050405020304" pitchFamily="18" charset="0"/>
              </a:rPr>
              <a:t>This all is covered by plastic cover used to protect the inner layers from physical damage such as fire or water.</a:t>
            </a:r>
            <a:endParaRPr lang="en-US"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8871062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4" name="CustomShape 1"/>
          <p:cNvSpPr/>
          <p:nvPr/>
        </p:nvSpPr>
        <p:spPr>
          <a:xfrm>
            <a:off x="1757160" y="1828800"/>
            <a:ext cx="447372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Table 7.2  </a:t>
            </a:r>
            <a:r>
              <a:rPr lang="en-IN" sz="2000" b="1" i="1" strike="noStrike" spc="-1">
                <a:solidFill>
                  <a:srgbClr val="000000"/>
                </a:solidFill>
                <a:latin typeface="Times New Roman"/>
              </a:rPr>
              <a:t>Categories of coaxial cables</a:t>
            </a:r>
            <a:endParaRPr lang="en-IN" sz="2000" b="0" strike="noStrike" spc="-1">
              <a:solidFill>
                <a:srgbClr val="000000"/>
              </a:solidFill>
              <a:latin typeface="Times New Roman"/>
            </a:endParaRPr>
          </a:p>
        </p:txBody>
      </p:sp>
      <p:pic>
        <p:nvPicPr>
          <p:cNvPr id="175" name="Picture 174"/>
          <p:cNvPicPr/>
          <p:nvPr/>
        </p:nvPicPr>
        <p:blipFill>
          <a:blip r:embed="rId2"/>
          <a:stretch/>
        </p:blipFill>
        <p:spPr>
          <a:xfrm>
            <a:off x="1623960" y="2316240"/>
            <a:ext cx="5894280" cy="2027160"/>
          </a:xfrm>
          <a:prstGeom prst="rect">
            <a:avLst/>
          </a:prstGeom>
          <a:ln>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76"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77"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78" name="CustomShape 3"/>
          <p:cNvSpPr/>
          <p:nvPr/>
        </p:nvSpPr>
        <p:spPr>
          <a:xfrm>
            <a:off x="304560" y="762120"/>
            <a:ext cx="6283493" cy="463846"/>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dirty="0">
                <a:solidFill>
                  <a:srgbClr val="3333CC"/>
                </a:solidFill>
                <a:latin typeface="Times New Roman"/>
              </a:rPr>
              <a:t>Figure 7.8  </a:t>
            </a:r>
            <a:r>
              <a:rPr lang="en-IN" sz="2000" b="1" i="1" strike="noStrike" spc="-1" dirty="0">
                <a:solidFill>
                  <a:srgbClr val="000000"/>
                </a:solidFill>
                <a:latin typeface="Times New Roman"/>
              </a:rPr>
              <a:t>BNC (</a:t>
            </a:r>
            <a:r>
              <a:rPr lang="en-IN" sz="2000" b="1" i="1" strike="noStrike" spc="-1" dirty="0" err="1">
                <a:solidFill>
                  <a:srgbClr val="000000"/>
                </a:solidFill>
                <a:latin typeface="Times New Roman"/>
              </a:rPr>
              <a:t>Bayone</a:t>
            </a:r>
            <a:r>
              <a:rPr lang="en-IN" sz="2000" b="1" i="1" strike="noStrike" spc="-1" dirty="0">
                <a:solidFill>
                  <a:srgbClr val="000000"/>
                </a:solidFill>
                <a:latin typeface="Times New Roman"/>
              </a:rPr>
              <a:t> Neill </a:t>
            </a:r>
            <a:r>
              <a:rPr lang="en-IN" sz="2000" b="1" i="1" strike="noStrike" spc="-1" dirty="0" err="1">
                <a:solidFill>
                  <a:srgbClr val="000000"/>
                </a:solidFill>
                <a:latin typeface="Times New Roman"/>
              </a:rPr>
              <a:t>Concelman</a:t>
            </a:r>
            <a:r>
              <a:rPr lang="en-IN" sz="2000" b="1" i="1" strike="noStrike" spc="-1" dirty="0">
                <a:solidFill>
                  <a:srgbClr val="000000"/>
                </a:solidFill>
                <a:latin typeface="Times New Roman"/>
              </a:rPr>
              <a:t>) connectors</a:t>
            </a:r>
            <a:endParaRPr lang="en-IN" sz="2000" b="0" strike="noStrike" spc="-1" dirty="0">
              <a:solidFill>
                <a:srgbClr val="000000"/>
              </a:solidFill>
              <a:latin typeface="Times New Roman"/>
            </a:endParaRPr>
          </a:p>
        </p:txBody>
      </p:sp>
      <p:pic>
        <p:nvPicPr>
          <p:cNvPr id="180" name="Picture 179"/>
          <p:cNvPicPr/>
          <p:nvPr/>
        </p:nvPicPr>
        <p:blipFill>
          <a:blip r:embed="rId2"/>
          <a:stretch/>
        </p:blipFill>
        <p:spPr>
          <a:xfrm>
            <a:off x="747131" y="1517235"/>
            <a:ext cx="7925040" cy="1998720"/>
          </a:xfrm>
          <a:prstGeom prst="rect">
            <a:avLst/>
          </a:prstGeom>
          <a:ln>
            <a:noFill/>
          </a:ln>
        </p:spPr>
      </p:pic>
      <p:sp>
        <p:nvSpPr>
          <p:cNvPr id="2" name="TextBox 1">
            <a:extLst>
              <a:ext uri="{FF2B5EF4-FFF2-40B4-BE49-F238E27FC236}">
                <a16:creationId xmlns:a16="http://schemas.microsoft.com/office/drawing/2014/main" id="{1F2EA3B3-A03A-B54E-7352-DB97A26581C7}"/>
              </a:ext>
            </a:extLst>
          </p:cNvPr>
          <p:cNvSpPr txBox="1"/>
          <p:nvPr/>
        </p:nvSpPr>
        <p:spPr>
          <a:xfrm>
            <a:off x="304560" y="3866575"/>
            <a:ext cx="8367611" cy="2677656"/>
          </a:xfrm>
          <a:prstGeom prst="rect">
            <a:avLst/>
          </a:prstGeom>
          <a:noFill/>
        </p:spPr>
        <p:txBody>
          <a:bodyPr wrap="square" rtlCol="0">
            <a:spAutoFit/>
          </a:bodyPr>
          <a:lstStyle/>
          <a:p>
            <a:pPr algn="just"/>
            <a:r>
              <a:rPr lang="en-US" sz="2400" dirty="0">
                <a:latin typeface="Times New Roman" panose="02020603050405020304" pitchFamily="18" charset="0"/>
                <a:cs typeface="Times New Roman" panose="02020603050405020304" pitchFamily="18" charset="0"/>
              </a:rPr>
              <a:t>Figure 7.8 shows three popular types of these connectors: the BNC connector, the BNC T connector, and the BNC terminator. The BNC connector is used to connect the end of the cable to a device, such as a TV set. The BNC T connector is used in Ethernet networks to branch out to a connection to a computer or other device. The BNC terminator is used at the end of the cable to prevent the reflection of the signal.</a:t>
            </a:r>
            <a:endParaRPr lang="en-IN" sz="24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1"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82"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83" name="CustomShape 3"/>
          <p:cNvSpPr/>
          <p:nvPr/>
        </p:nvSpPr>
        <p:spPr>
          <a:xfrm>
            <a:off x="1114560" y="762120"/>
            <a:ext cx="402732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Fiber optics: </a:t>
            </a:r>
            <a:r>
              <a:rPr lang="en-IN" sz="2000" b="1" i="1" strike="noStrike" spc="-1">
                <a:solidFill>
                  <a:srgbClr val="000000"/>
                </a:solidFill>
                <a:latin typeface="Times New Roman"/>
              </a:rPr>
              <a:t>Bending of light ray</a:t>
            </a:r>
            <a:endParaRPr lang="en-IN" sz="2000" b="0" strike="noStrike" spc="-1">
              <a:solidFill>
                <a:srgbClr val="000000"/>
              </a:solidFill>
              <a:latin typeface="Times New Roman"/>
            </a:endParaRPr>
          </a:p>
        </p:txBody>
      </p:sp>
      <p:sp>
        <p:nvSpPr>
          <p:cNvPr id="184"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185" name="Picture 184"/>
          <p:cNvPicPr/>
          <p:nvPr/>
        </p:nvPicPr>
        <p:blipFill>
          <a:blip r:embed="rId2"/>
          <a:stretch/>
        </p:blipFill>
        <p:spPr>
          <a:xfrm>
            <a:off x="463680" y="2362320"/>
            <a:ext cx="8070840" cy="2274840"/>
          </a:xfrm>
          <a:prstGeom prst="rect">
            <a:avLst/>
          </a:prstGeom>
          <a:ln>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6"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87"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88" name="CustomShape 3"/>
          <p:cNvSpPr/>
          <p:nvPr/>
        </p:nvSpPr>
        <p:spPr>
          <a:xfrm>
            <a:off x="646920" y="762120"/>
            <a:ext cx="24440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dirty="0">
                <a:solidFill>
                  <a:srgbClr val="3333CC"/>
                </a:solidFill>
                <a:latin typeface="Times New Roman"/>
              </a:rPr>
              <a:t>Figure </a:t>
            </a:r>
            <a:r>
              <a:rPr lang="en-IN" sz="2000" b="1" i="1" strike="noStrike" spc="-1" dirty="0">
                <a:solidFill>
                  <a:srgbClr val="000000"/>
                </a:solidFill>
                <a:latin typeface="Times New Roman"/>
              </a:rPr>
              <a:t>Optical </a:t>
            </a:r>
            <a:r>
              <a:rPr lang="en-IN" sz="2000" b="1" i="1" strike="noStrike" spc="-1" dirty="0" err="1">
                <a:solidFill>
                  <a:srgbClr val="000000"/>
                </a:solidFill>
                <a:latin typeface="Times New Roman"/>
              </a:rPr>
              <a:t>fiber</a:t>
            </a:r>
            <a:endParaRPr lang="en-IN" sz="2000" b="0" strike="noStrike" spc="-1" dirty="0">
              <a:solidFill>
                <a:srgbClr val="000000"/>
              </a:solidFill>
              <a:latin typeface="Times New Roman"/>
            </a:endParaRPr>
          </a:p>
        </p:txBody>
      </p:sp>
      <p:sp>
        <p:nvSpPr>
          <p:cNvPr id="189"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190" name="Picture 189"/>
          <p:cNvPicPr/>
          <p:nvPr/>
        </p:nvPicPr>
        <p:blipFill>
          <a:blip r:embed="rId2"/>
          <a:stretch/>
        </p:blipFill>
        <p:spPr>
          <a:xfrm>
            <a:off x="741794" y="1689782"/>
            <a:ext cx="8308800" cy="1584360"/>
          </a:xfrm>
          <a:prstGeom prst="rect">
            <a:avLst/>
          </a:prstGeom>
          <a:ln>
            <a:noFill/>
          </a:ln>
        </p:spPr>
      </p:pic>
      <p:pic>
        <p:nvPicPr>
          <p:cNvPr id="4" name="Picture 3">
            <a:extLst>
              <a:ext uri="{FF2B5EF4-FFF2-40B4-BE49-F238E27FC236}">
                <a16:creationId xmlns:a16="http://schemas.microsoft.com/office/drawing/2014/main" id="{FCE40503-6902-D907-9A16-926AFD73DE4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280" y="3562230"/>
            <a:ext cx="4514850" cy="2533650"/>
          </a:xfrm>
          <a:prstGeom prst="rect">
            <a:avLst/>
          </a:prstGeom>
        </p:spPr>
      </p:pic>
      <p:pic>
        <p:nvPicPr>
          <p:cNvPr id="6" name="Picture 5">
            <a:extLst>
              <a:ext uri="{FF2B5EF4-FFF2-40B4-BE49-F238E27FC236}">
                <a16:creationId xmlns:a16="http://schemas.microsoft.com/office/drawing/2014/main" id="{B1F5CB17-22DE-E085-8D3B-1934137031D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7130" y="3562230"/>
            <a:ext cx="4324590" cy="2518239"/>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AF8D71-1BDD-EC3D-9B50-237D39843DB3}"/>
              </a:ext>
            </a:extLst>
          </p:cNvPr>
          <p:cNvSpPr>
            <a:spLocks noGrp="1"/>
          </p:cNvSpPr>
          <p:nvPr>
            <p:ph type="title"/>
          </p:nvPr>
        </p:nvSpPr>
        <p:spPr/>
        <p:txBody>
          <a:bodyPr/>
          <a:lstStyle/>
          <a:p>
            <a:r>
              <a:rPr lang="en-IN" sz="4400" b="1" i="1" strike="noStrike" spc="-1" dirty="0">
                <a:solidFill>
                  <a:srgbClr val="000000"/>
                </a:solidFill>
                <a:latin typeface="Times New Roman"/>
              </a:rPr>
              <a:t>Optical </a:t>
            </a:r>
            <a:r>
              <a:rPr lang="en-IN" sz="4400" b="1" i="1" strike="noStrike" spc="-1" dirty="0" err="1">
                <a:solidFill>
                  <a:srgbClr val="000000"/>
                </a:solidFill>
                <a:latin typeface="Times New Roman"/>
              </a:rPr>
              <a:t>fiber</a:t>
            </a:r>
            <a:endParaRPr lang="en-IN" dirty="0"/>
          </a:p>
        </p:txBody>
      </p:sp>
      <p:sp>
        <p:nvSpPr>
          <p:cNvPr id="3" name="Text Placeholder 2">
            <a:extLst>
              <a:ext uri="{FF2B5EF4-FFF2-40B4-BE49-F238E27FC236}">
                <a16:creationId xmlns:a16="http://schemas.microsoft.com/office/drawing/2014/main" id="{43BCC767-B192-4CC1-2B65-647BB02EF7A2}"/>
              </a:ext>
            </a:extLst>
          </p:cNvPr>
          <p:cNvSpPr>
            <a:spLocks noGrp="1"/>
          </p:cNvSpPr>
          <p:nvPr>
            <p:ph type="body"/>
          </p:nvPr>
        </p:nvSpPr>
        <p:spPr>
          <a:xfrm>
            <a:off x="609600" y="1504335"/>
            <a:ext cx="7826477" cy="4473677"/>
          </a:xfrm>
        </p:spPr>
        <p:txBody>
          <a:bodyPr>
            <a:normAutofit/>
          </a:bodyPr>
          <a:lstStyle/>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 A fiber-optic cable is made of glass or plastic and transmits signals in the form of light up to a distance of thousands of miles. </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Fiber optical cables are not affected by EMI, so noise or distortion is very less.</a:t>
            </a:r>
          </a:p>
          <a:p>
            <a:pPr marL="514350" indent="-514350" algn="just">
              <a:buFont typeface="+mj-lt"/>
              <a:buAutoNum type="arabicPeriod"/>
            </a:pPr>
            <a:r>
              <a:rPr lang="en-US" sz="2400" dirty="0">
                <a:latin typeface="Times New Roman" panose="02020603050405020304" pitchFamily="18" charset="0"/>
                <a:cs typeface="Times New Roman" panose="02020603050405020304" pitchFamily="18" charset="0"/>
              </a:rPr>
              <a:t>The cable consists of one or more strands of glass, each only slightly thicker than a human hair. The center of each strand is called the core which provides the pathway for light to travel. The core is surrounded by a layer of glass called cladding that reflects light inward to avoid loss of signal and allow the light to pass through bends in the cable. No light escapes the glass core because of this reflective cladding</a:t>
            </a:r>
            <a:endParaRPr lang="en-IN" sz="2400" dirty="0">
              <a:latin typeface="Times New Roman" panose="02020603050405020304" pitchFamily="18" charset="0"/>
              <a:cs typeface="Times New Roman" panose="02020603050405020304" pitchFamily="18" charset="0"/>
            </a:endParaRPr>
          </a:p>
          <a:p>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54927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1"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92"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193" name="CustomShape 3"/>
          <p:cNvSpPr/>
          <p:nvPr/>
        </p:nvSpPr>
        <p:spPr>
          <a:xfrm>
            <a:off x="605160" y="762120"/>
            <a:ext cx="323208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a:t>
            </a:r>
            <a:r>
              <a:rPr lang="en-IN" sz="2000" b="1" i="1" strike="noStrike" spc="-1">
                <a:solidFill>
                  <a:srgbClr val="000000"/>
                </a:solidFill>
                <a:latin typeface="Times New Roman"/>
              </a:rPr>
              <a:t>Propagation modes</a:t>
            </a:r>
            <a:endParaRPr lang="en-IN" sz="2000" b="0" strike="noStrike" spc="-1">
              <a:solidFill>
                <a:srgbClr val="000000"/>
              </a:solidFill>
              <a:latin typeface="Times New Roman"/>
            </a:endParaRPr>
          </a:p>
        </p:txBody>
      </p:sp>
      <p:sp>
        <p:nvSpPr>
          <p:cNvPr id="194"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195" name="Picture 194"/>
          <p:cNvPicPr/>
          <p:nvPr/>
        </p:nvPicPr>
        <p:blipFill>
          <a:blip r:embed="rId2"/>
          <a:stretch/>
        </p:blipFill>
        <p:spPr>
          <a:xfrm>
            <a:off x="749160" y="2133720"/>
            <a:ext cx="7632720" cy="3352680"/>
          </a:xfrm>
          <a:prstGeom prst="rect">
            <a:avLst/>
          </a:prstGeom>
          <a:ln>
            <a:noFill/>
          </a:ln>
        </p:spPr>
      </p:pic>
      <p:sp>
        <p:nvSpPr>
          <p:cNvPr id="2" name="Speech Bubble: Oval 1">
            <a:extLst>
              <a:ext uri="{FF2B5EF4-FFF2-40B4-BE49-F238E27FC236}">
                <a16:creationId xmlns:a16="http://schemas.microsoft.com/office/drawing/2014/main" id="{62BDD182-A1D7-9E05-4134-DFCD5359D8D1}"/>
              </a:ext>
            </a:extLst>
          </p:cNvPr>
          <p:cNvSpPr/>
          <p:nvPr/>
        </p:nvSpPr>
        <p:spPr>
          <a:xfrm>
            <a:off x="6548284" y="1763899"/>
            <a:ext cx="2458064" cy="1665101"/>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One light wave pass at a time</a:t>
            </a:r>
            <a:endParaRPr lang="en-IN" dirty="0"/>
          </a:p>
        </p:txBody>
      </p:sp>
      <p:sp>
        <p:nvSpPr>
          <p:cNvPr id="3" name="Speech Bubble: Oval 2">
            <a:extLst>
              <a:ext uri="{FF2B5EF4-FFF2-40B4-BE49-F238E27FC236}">
                <a16:creationId xmlns:a16="http://schemas.microsoft.com/office/drawing/2014/main" id="{BC05E335-A4B6-3BBF-5AED-5DD39EFF5E58}"/>
              </a:ext>
            </a:extLst>
          </p:cNvPr>
          <p:cNvSpPr/>
          <p:nvPr/>
        </p:nvSpPr>
        <p:spPr>
          <a:xfrm>
            <a:off x="1612490" y="1985183"/>
            <a:ext cx="3052917" cy="1443817"/>
          </a:xfrm>
          <a:prstGeom prst="wedgeEllipseCallou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Multiple light waves can pass at a time</a:t>
            </a:r>
            <a:endParaRPr lang="en-IN"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3" grpId="0" animBg="1"/>
    </p:bld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98" name="Line 1"/>
          <p:cNvSpPr/>
          <p:nvPr/>
        </p:nvSpPr>
        <p:spPr>
          <a:xfrm>
            <a:off x="152280" y="763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199" name="Line 2"/>
          <p:cNvSpPr/>
          <p:nvPr/>
        </p:nvSpPr>
        <p:spPr>
          <a:xfrm>
            <a:off x="152280" y="9144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00" name="CustomShape 3"/>
          <p:cNvSpPr/>
          <p:nvPr/>
        </p:nvSpPr>
        <p:spPr>
          <a:xfrm>
            <a:off x="304920" y="304920"/>
            <a:ext cx="250020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7.13  </a:t>
            </a:r>
            <a:r>
              <a:rPr lang="en-IN" sz="2000" b="1" i="1" strike="noStrike" spc="-1">
                <a:solidFill>
                  <a:srgbClr val="000000"/>
                </a:solidFill>
                <a:latin typeface="Times New Roman"/>
              </a:rPr>
              <a:t>Modes</a:t>
            </a:r>
            <a:endParaRPr lang="en-IN" sz="2000" b="0" strike="noStrike" spc="-1">
              <a:solidFill>
                <a:srgbClr val="000000"/>
              </a:solidFill>
              <a:latin typeface="Times New Roman"/>
            </a:endParaRPr>
          </a:p>
        </p:txBody>
      </p:sp>
      <p:pic>
        <p:nvPicPr>
          <p:cNvPr id="202" name="Picture 201"/>
          <p:cNvPicPr/>
          <p:nvPr/>
        </p:nvPicPr>
        <p:blipFill>
          <a:blip r:embed="rId2"/>
          <a:stretch/>
        </p:blipFill>
        <p:spPr>
          <a:xfrm>
            <a:off x="9832" y="961559"/>
            <a:ext cx="6370560" cy="5289480"/>
          </a:xfrm>
          <a:prstGeom prst="rect">
            <a:avLst/>
          </a:prstGeom>
          <a:ln>
            <a:noFill/>
          </a:ln>
        </p:spPr>
      </p:pic>
      <p:sp>
        <p:nvSpPr>
          <p:cNvPr id="2" name="TextBox 1">
            <a:extLst>
              <a:ext uri="{FF2B5EF4-FFF2-40B4-BE49-F238E27FC236}">
                <a16:creationId xmlns:a16="http://schemas.microsoft.com/office/drawing/2014/main" id="{E9199A9E-3C2E-7D2F-C183-183F7E86104F}"/>
              </a:ext>
            </a:extLst>
          </p:cNvPr>
          <p:cNvSpPr txBox="1"/>
          <p:nvPr/>
        </p:nvSpPr>
        <p:spPr>
          <a:xfrm>
            <a:off x="6380392" y="991057"/>
            <a:ext cx="2753777" cy="5632311"/>
          </a:xfrm>
          <a:prstGeom prst="rect">
            <a:avLst/>
          </a:prstGeom>
          <a:noFill/>
        </p:spPr>
        <p:txBody>
          <a:bodyPr wrap="square" rtlCol="0">
            <a:spAutoFit/>
          </a:bodyPr>
          <a:lstStyle/>
          <a:p>
            <a:pPr marL="342900" indent="-342900" algn="just">
              <a:buAutoNum type="alphaLcPeriod"/>
            </a:pPr>
            <a:r>
              <a:rPr lang="en-US" dirty="0"/>
              <a:t>The density of the core remains constant from the center to the edges</a:t>
            </a:r>
          </a:p>
          <a:p>
            <a:pPr marL="342900" indent="-342900" algn="just">
              <a:buAutoNum type="alphaLcPeriod"/>
            </a:pPr>
            <a:endParaRPr lang="en-US" dirty="0"/>
          </a:p>
          <a:p>
            <a:pPr marL="342900" indent="-342900" algn="just">
              <a:buAutoNum type="alphaLcPeriod"/>
            </a:pPr>
            <a:r>
              <a:rPr lang="en-US" dirty="0"/>
              <a:t>It is one with varying densities. Density is highest at the center of the core and decreases gradually to the lowest of the edge.</a:t>
            </a:r>
          </a:p>
          <a:p>
            <a:pPr marL="342900" indent="-342900" algn="just">
              <a:buAutoNum type="alphaLcPeriod"/>
            </a:pPr>
            <a:endParaRPr lang="en-US" dirty="0"/>
          </a:p>
          <a:p>
            <a:pPr marL="342900" indent="-342900" algn="just">
              <a:buAutoNum type="alphaLcPeriod"/>
            </a:pPr>
            <a:r>
              <a:rPr lang="en-IN" dirty="0"/>
              <a:t>Single mode used step-index </a:t>
            </a:r>
            <a:r>
              <a:rPr lang="en-IN" dirty="0" err="1"/>
              <a:t>fiber</a:t>
            </a:r>
            <a:r>
              <a:rPr lang="en-IN" dirty="0"/>
              <a:t> and a highly focused source of light that limits beams to a small range of angles, all close to horizontal</a:t>
            </a:r>
            <a:endParaRPr 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EEAA0032-BF49-4FB2-B3E2-75A88476230B}"/>
              </a:ext>
            </a:extLst>
          </p:cNvPr>
          <p:cNvSpPr>
            <a:spLocks noGrp="1"/>
          </p:cNvSpPr>
          <p:nvPr>
            <p:ph type="sldNum" sz="quarter" idx="10"/>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7.</a:t>
            </a:r>
            <a:fld id="{52B459A1-6341-47B6-B462-4266C2684593}" type="slidenum">
              <a:rPr lang="en-US" altLang="en-US" smtClean="0"/>
              <a:pPr/>
              <a:t>20</a:t>
            </a:fld>
            <a:endParaRPr lang="en-US" altLang="en-US"/>
          </a:p>
        </p:txBody>
      </p:sp>
      <p:sp>
        <p:nvSpPr>
          <p:cNvPr id="886786" name="Text Box 2">
            <a:extLst>
              <a:ext uri="{FF2B5EF4-FFF2-40B4-BE49-F238E27FC236}">
                <a16:creationId xmlns:a16="http://schemas.microsoft.com/office/drawing/2014/main" id="{1B02020D-C9A9-4C24-AA94-7E1D7EA989F3}"/>
              </a:ext>
            </a:extLst>
          </p:cNvPr>
          <p:cNvSpPr txBox="1">
            <a:spLocks noChangeArrowheads="1"/>
          </p:cNvSpPr>
          <p:nvPr/>
        </p:nvSpPr>
        <p:spPr bwMode="auto">
          <a:xfrm>
            <a:off x="347663" y="1676400"/>
            <a:ext cx="270351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Table 7.3  </a:t>
            </a:r>
            <a:r>
              <a:rPr lang="en-US" altLang="en-US" sz="2000" i="1">
                <a:latin typeface="Times New Roman" panose="02020603050405020304" pitchFamily="18" charset="0"/>
              </a:rPr>
              <a:t>Fiber types</a:t>
            </a:r>
          </a:p>
        </p:txBody>
      </p:sp>
      <p:pic>
        <p:nvPicPr>
          <p:cNvPr id="886788" name="Picture 4">
            <a:extLst>
              <a:ext uri="{FF2B5EF4-FFF2-40B4-BE49-F238E27FC236}">
                <a16:creationId xmlns:a16="http://schemas.microsoft.com/office/drawing/2014/main" id="{8ECE643A-9BA0-4C0A-A885-53212A0A55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27000" y="2286000"/>
            <a:ext cx="8940800" cy="2017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05"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06"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07" name="CustomShape 3"/>
          <p:cNvSpPr/>
          <p:nvPr/>
        </p:nvSpPr>
        <p:spPr>
          <a:xfrm>
            <a:off x="304200" y="762120"/>
            <a:ext cx="37652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7.14  </a:t>
            </a:r>
            <a:r>
              <a:rPr lang="en-IN" sz="2000" b="1" i="1" strike="noStrike" spc="-1">
                <a:solidFill>
                  <a:srgbClr val="000000"/>
                </a:solidFill>
                <a:latin typeface="Times New Roman"/>
              </a:rPr>
              <a:t>Fiber construction</a:t>
            </a:r>
            <a:endParaRPr lang="en-IN" sz="2000" b="0" strike="noStrike" spc="-1">
              <a:solidFill>
                <a:srgbClr val="000000"/>
              </a:solidFill>
              <a:latin typeface="Times New Roman"/>
            </a:endParaRPr>
          </a:p>
        </p:txBody>
      </p:sp>
      <p:sp>
        <p:nvSpPr>
          <p:cNvPr id="208"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09" name="Picture 208"/>
          <p:cNvPicPr/>
          <p:nvPr/>
        </p:nvPicPr>
        <p:blipFill>
          <a:blip r:embed="rId2"/>
          <a:stretch/>
        </p:blipFill>
        <p:spPr>
          <a:xfrm>
            <a:off x="1349280" y="1843200"/>
            <a:ext cx="6499440" cy="3948120"/>
          </a:xfrm>
          <a:prstGeom prst="rect">
            <a:avLst/>
          </a:prstGeom>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0"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11"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12" name="CustomShape 3"/>
          <p:cNvSpPr/>
          <p:nvPr/>
        </p:nvSpPr>
        <p:spPr>
          <a:xfrm>
            <a:off x="606600" y="762120"/>
            <a:ext cx="419652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a:t>
            </a:r>
            <a:r>
              <a:rPr lang="en-IN" sz="2000" b="1" i="1" strike="noStrike" spc="-1">
                <a:solidFill>
                  <a:srgbClr val="000000"/>
                </a:solidFill>
                <a:latin typeface="Times New Roman"/>
              </a:rPr>
              <a:t>Fiber-optic cable connectors</a:t>
            </a:r>
            <a:endParaRPr lang="en-IN" sz="2000" b="0" strike="noStrike" spc="-1">
              <a:solidFill>
                <a:srgbClr val="000000"/>
              </a:solidFill>
              <a:latin typeface="Times New Roman"/>
            </a:endParaRPr>
          </a:p>
        </p:txBody>
      </p:sp>
      <p:sp>
        <p:nvSpPr>
          <p:cNvPr id="213"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14" name="Picture 213"/>
          <p:cNvPicPr/>
          <p:nvPr/>
        </p:nvPicPr>
        <p:blipFill>
          <a:blip r:embed="rId2"/>
          <a:stretch/>
        </p:blipFill>
        <p:spPr>
          <a:xfrm>
            <a:off x="228600" y="1890720"/>
            <a:ext cx="8593200" cy="3900600"/>
          </a:xfrm>
          <a:prstGeom prst="rect">
            <a:avLst/>
          </a:prstGeom>
          <a:ln>
            <a:noFill/>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15" name="CustomShape 1"/>
          <p:cNvSpPr/>
          <p:nvPr/>
        </p:nvSpPr>
        <p:spPr>
          <a:xfrm>
            <a:off x="0" y="0"/>
            <a:ext cx="9144000" cy="1371600"/>
          </a:xfrm>
          <a:prstGeom prst="rect">
            <a:avLst/>
          </a:prstGeom>
          <a:solidFill>
            <a:srgbClr val="33CCFF"/>
          </a:solidFill>
          <a:ln w="9360">
            <a:solidFill>
              <a:srgbClr val="000000"/>
            </a:solidFill>
            <a:miter/>
          </a:ln>
        </p:spPr>
        <p:style>
          <a:lnRef idx="0">
            <a:scrgbClr r="0" g="0" b="0"/>
          </a:lnRef>
          <a:fillRef idx="0">
            <a:scrgbClr r="0" g="0" b="0"/>
          </a:fillRef>
          <a:effectRef idx="0">
            <a:scrgbClr r="0" g="0" b="0"/>
          </a:effectRef>
          <a:fontRef idx="minor"/>
        </p:style>
      </p:sp>
      <p:sp>
        <p:nvSpPr>
          <p:cNvPr id="216" name="CustomShape 2"/>
          <p:cNvSpPr/>
          <p:nvPr/>
        </p:nvSpPr>
        <p:spPr>
          <a:xfrm>
            <a:off x="649080" y="406440"/>
            <a:ext cx="6264360" cy="58140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pPr>
              <a:lnSpc>
                <a:spcPct val="100000"/>
              </a:lnSpc>
            </a:pPr>
            <a:r>
              <a:rPr lang="en-IN" sz="3200" b="1" strike="noStrike" spc="-1">
                <a:solidFill>
                  <a:srgbClr val="000000"/>
                </a:solidFill>
                <a:latin typeface="Times New Roman"/>
              </a:rPr>
              <a:t>UNGUIDED MEDIA: WIRELESS</a:t>
            </a:r>
            <a:endParaRPr lang="en-IN" sz="3200" b="0" strike="noStrike" spc="-1">
              <a:solidFill>
                <a:srgbClr val="000000"/>
              </a:solidFill>
              <a:latin typeface="Times New Roman"/>
            </a:endParaRPr>
          </a:p>
        </p:txBody>
      </p:sp>
      <p:sp>
        <p:nvSpPr>
          <p:cNvPr id="217" name="CustomShape 3"/>
          <p:cNvSpPr/>
          <p:nvPr/>
        </p:nvSpPr>
        <p:spPr>
          <a:xfrm>
            <a:off x="8229600" y="6400800"/>
            <a:ext cx="184320" cy="36684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sp>
      <p:sp>
        <p:nvSpPr>
          <p:cNvPr id="218" name="CustomShape 4"/>
          <p:cNvSpPr/>
          <p:nvPr/>
        </p:nvSpPr>
        <p:spPr>
          <a:xfrm>
            <a:off x="304920" y="1386000"/>
            <a:ext cx="8229600" cy="180036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nchor="ctr">
            <a:spAutoFit/>
          </a:bodyPr>
          <a:lstStyle/>
          <a:p>
            <a:pPr algn="just"/>
            <a:r>
              <a:rPr lang="en-IN" sz="2800" b="1" i="1" strike="noStrike" spc="-1">
                <a:solidFill>
                  <a:srgbClr val="000000"/>
                </a:solidFill>
                <a:latin typeface="Times New Roman"/>
              </a:rPr>
              <a:t>Unguided media transport electromagnetic waves without using a physical conductor. This type of communication is often referred to as wireless communication.</a:t>
            </a:r>
            <a:endParaRPr lang="en-IN" sz="2800" b="0" strike="noStrike" spc="-1">
              <a:solidFill>
                <a:srgbClr val="000000"/>
              </a:solidFill>
              <a:latin typeface="Times New Roman"/>
            </a:endParaRPr>
          </a:p>
        </p:txBody>
      </p:sp>
      <p:sp>
        <p:nvSpPr>
          <p:cNvPr id="219" name="CustomShape 5"/>
          <p:cNvSpPr/>
          <p:nvPr/>
        </p:nvSpPr>
        <p:spPr>
          <a:xfrm>
            <a:off x="152280" y="4680000"/>
            <a:ext cx="6705720" cy="1191240"/>
          </a:xfrm>
          <a:prstGeom prst="rect">
            <a:avLst/>
          </a:prstGeom>
          <a:noFill/>
          <a:ln>
            <a:noFill/>
          </a:ln>
        </p:spPr>
        <p:style>
          <a:lnRef idx="0">
            <a:scrgbClr r="0" g="0" b="0"/>
          </a:lnRef>
          <a:fillRef idx="0">
            <a:scrgbClr r="0" g="0" b="0"/>
          </a:fillRef>
          <a:effectRef idx="0">
            <a:scrgbClr r="0" g="0" b="0"/>
          </a:effectRef>
          <a:fontRef idx="minor"/>
        </p:style>
        <p:txBody>
          <a:bodyPr lIns="90000" tIns="46800" rIns="90000" bIns="46800">
            <a:spAutoFit/>
          </a:bodyPr>
          <a:lstStyle/>
          <a:p>
            <a:r>
              <a:rPr lang="en-US" sz="2400" b="1" strike="noStrike" spc="-1">
                <a:solidFill>
                  <a:srgbClr val="0033CC"/>
                </a:solidFill>
                <a:latin typeface="Times New Roman"/>
              </a:rPr>
              <a:t>Radio Waves</a:t>
            </a:r>
            <a:endParaRPr lang="en-IN" sz="2400" b="0" strike="noStrike" spc="-1">
              <a:solidFill>
                <a:srgbClr val="000000"/>
              </a:solidFill>
              <a:latin typeface="Times New Roman"/>
            </a:endParaRPr>
          </a:p>
          <a:p>
            <a:r>
              <a:rPr lang="en-US" sz="2400" b="1" strike="noStrike" spc="-1">
                <a:solidFill>
                  <a:srgbClr val="0033CC"/>
                </a:solidFill>
                <a:latin typeface="Times New Roman"/>
              </a:rPr>
              <a:t>Microwaves</a:t>
            </a:r>
            <a:endParaRPr lang="en-IN" sz="2400" b="0" strike="noStrike" spc="-1">
              <a:solidFill>
                <a:srgbClr val="000000"/>
              </a:solidFill>
              <a:latin typeface="Times New Roman"/>
            </a:endParaRPr>
          </a:p>
          <a:p>
            <a:r>
              <a:rPr lang="fr-FR" sz="2400" b="1" strike="noStrike" spc="-1">
                <a:solidFill>
                  <a:srgbClr val="0033CC"/>
                </a:solidFill>
                <a:latin typeface="Times New Roman"/>
              </a:rPr>
              <a:t>Infrared</a:t>
            </a:r>
            <a:endParaRPr lang="en-IN" sz="2400" b="0" strike="noStrike" spc="-1">
              <a:solidFill>
                <a:srgbClr val="000000"/>
              </a:solidFill>
              <a:latin typeface="Times New Roman"/>
            </a:endParaRPr>
          </a:p>
        </p:txBody>
      </p:sp>
      <p:sp>
        <p:nvSpPr>
          <p:cNvPr id="220" name="CustomShape 6"/>
          <p:cNvSpPr/>
          <p:nvPr/>
        </p:nvSpPr>
        <p:spPr>
          <a:xfrm>
            <a:off x="164880" y="4203720"/>
            <a:ext cx="4863960" cy="5205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pPr algn="ctr"/>
            <a:r>
              <a:rPr lang="en-IN" sz="2800" b="1" i="1" u="sng" strike="noStrike" spc="-1">
                <a:solidFill>
                  <a:srgbClr val="FF0000"/>
                </a:solidFill>
                <a:uFillTx/>
                <a:latin typeface="Times New Roman"/>
              </a:rPr>
              <a:t>Topics discussed in this section:</a:t>
            </a:r>
            <a:endParaRPr lang="en-IN" sz="2800" b="0" strike="noStrike" spc="-1">
              <a:solidFill>
                <a:srgbClr val="000000"/>
              </a:solidFill>
              <a:latin typeface="Times New Roman"/>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1"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22"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23" name="CustomShape 3"/>
          <p:cNvSpPr/>
          <p:nvPr/>
        </p:nvSpPr>
        <p:spPr>
          <a:xfrm>
            <a:off x="300240" y="762120"/>
            <a:ext cx="753408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7.17  </a:t>
            </a:r>
            <a:r>
              <a:rPr lang="en-IN" sz="2000" b="1" i="1" strike="noStrike" spc="-1">
                <a:solidFill>
                  <a:srgbClr val="000000"/>
                </a:solidFill>
                <a:latin typeface="Times New Roman"/>
              </a:rPr>
              <a:t>Electromagnetic spectrum for wireless communication</a:t>
            </a:r>
            <a:endParaRPr lang="en-IN" sz="2000" b="0" strike="noStrike" spc="-1">
              <a:solidFill>
                <a:srgbClr val="000000"/>
              </a:solidFill>
              <a:latin typeface="Times New Roman"/>
            </a:endParaRPr>
          </a:p>
        </p:txBody>
      </p:sp>
      <p:sp>
        <p:nvSpPr>
          <p:cNvPr id="224"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25" name="Picture 224"/>
          <p:cNvPicPr/>
          <p:nvPr/>
        </p:nvPicPr>
        <p:blipFill>
          <a:blip r:embed="rId2"/>
          <a:stretch/>
        </p:blipFill>
        <p:spPr>
          <a:xfrm>
            <a:off x="209520" y="2590920"/>
            <a:ext cx="8400960" cy="2133360"/>
          </a:xfrm>
          <a:prstGeom prst="rect">
            <a:avLst/>
          </a:prstGeom>
          <a:ln>
            <a:noFill/>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6" name="TextShape 1"/>
          <p:cNvSpPr txBox="1"/>
          <p:nvPr/>
        </p:nvSpPr>
        <p:spPr>
          <a:xfrm>
            <a:off x="380880" y="0"/>
            <a:ext cx="8229600" cy="838080"/>
          </a:xfrm>
          <a:prstGeom prst="rect">
            <a:avLst/>
          </a:prstGeom>
          <a:noFill/>
          <a:ln>
            <a:noFill/>
          </a:ln>
        </p:spPr>
        <p:txBody>
          <a:bodyPr anchor="ctr">
            <a:noAutofit/>
          </a:bodyPr>
          <a:lstStyle/>
          <a:p>
            <a:pPr>
              <a:lnSpc>
                <a:spcPct val="100000"/>
              </a:lnSpc>
            </a:pPr>
            <a:r>
              <a:rPr lang="en-US" sz="4000" b="0" strike="noStrike" spc="-1">
                <a:solidFill>
                  <a:srgbClr val="775F55"/>
                </a:solidFill>
                <a:latin typeface="Arial"/>
                <a:ea typeface="Arial"/>
              </a:rPr>
              <a:t>The Electromagnetic Spectrum (1)</a:t>
            </a:r>
            <a:endParaRPr lang="en-IN" sz="4000" b="0" strike="noStrike" spc="-1">
              <a:solidFill>
                <a:srgbClr val="775F55"/>
              </a:solidFill>
              <a:latin typeface="Tw Cen MT"/>
            </a:endParaRPr>
          </a:p>
        </p:txBody>
      </p:sp>
      <p:sp>
        <p:nvSpPr>
          <p:cNvPr id="227" name="TextShape 2"/>
          <p:cNvSpPr txBox="1"/>
          <p:nvPr/>
        </p:nvSpPr>
        <p:spPr>
          <a:xfrm>
            <a:off x="287280" y="5715000"/>
            <a:ext cx="8856720" cy="838080"/>
          </a:xfrm>
          <a:prstGeom prst="rect">
            <a:avLst/>
          </a:prstGeom>
          <a:noFill/>
          <a:ln>
            <a:noFill/>
          </a:ln>
        </p:spPr>
        <p:txBody>
          <a:bodyPr>
            <a:normAutofit/>
          </a:bodyPr>
          <a:lstStyle/>
          <a:p>
            <a:pPr marL="318960" indent="-318960" algn="ctr">
              <a:lnSpc>
                <a:spcPct val="100000"/>
              </a:lnSpc>
              <a:spcBef>
                <a:spcPts val="697"/>
              </a:spcBef>
            </a:pPr>
            <a:r>
              <a:rPr lang="en-US" sz="2400" b="0" strike="noStrike" spc="-1">
                <a:solidFill>
                  <a:srgbClr val="000000"/>
                </a:solidFill>
                <a:latin typeface="Arial"/>
                <a:ea typeface="Arial"/>
              </a:rPr>
              <a:t>The electromagnetic spectrum and </a:t>
            </a:r>
            <a:br/>
            <a:r>
              <a:rPr lang="en-US" sz="2400" b="0" strike="noStrike" spc="-1">
                <a:solidFill>
                  <a:srgbClr val="000000"/>
                </a:solidFill>
                <a:latin typeface="Arial"/>
                <a:ea typeface="Arial"/>
              </a:rPr>
              <a:t>its uses for communication</a:t>
            </a:r>
            <a:endParaRPr lang="en-IN" sz="2400" b="0" strike="noStrike" spc="-1">
              <a:solidFill>
                <a:srgbClr val="000000"/>
              </a:solidFill>
              <a:latin typeface="Tw Cen MT"/>
            </a:endParaRPr>
          </a:p>
        </p:txBody>
      </p:sp>
      <p:pic>
        <p:nvPicPr>
          <p:cNvPr id="228" name="Picture 2"/>
          <p:cNvPicPr/>
          <p:nvPr/>
        </p:nvPicPr>
        <p:blipFill>
          <a:blip r:embed="rId2"/>
          <a:stretch/>
        </p:blipFill>
        <p:spPr>
          <a:xfrm>
            <a:off x="380880" y="990720"/>
            <a:ext cx="8115480" cy="4572000"/>
          </a:xfrm>
          <a:prstGeom prst="rect">
            <a:avLst/>
          </a:prstGeom>
          <a:ln>
            <a:noFill/>
          </a:ln>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29"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30"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31" name="CustomShape 3"/>
          <p:cNvSpPr/>
          <p:nvPr/>
        </p:nvSpPr>
        <p:spPr>
          <a:xfrm>
            <a:off x="644040" y="762120"/>
            <a:ext cx="33674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a:t>
            </a:r>
            <a:r>
              <a:rPr lang="en-IN" sz="2000" b="1" i="1" strike="noStrike" spc="-1">
                <a:solidFill>
                  <a:srgbClr val="000000"/>
                </a:solidFill>
                <a:latin typeface="Times New Roman"/>
              </a:rPr>
              <a:t>Propagation methods</a:t>
            </a:r>
            <a:endParaRPr lang="en-IN" sz="2000" b="0" strike="noStrike" spc="-1">
              <a:solidFill>
                <a:srgbClr val="000000"/>
              </a:solidFill>
              <a:latin typeface="Times New Roman"/>
            </a:endParaRPr>
          </a:p>
        </p:txBody>
      </p:sp>
      <p:sp>
        <p:nvSpPr>
          <p:cNvPr id="232"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33" name="Picture 232"/>
          <p:cNvPicPr/>
          <p:nvPr/>
        </p:nvPicPr>
        <p:blipFill>
          <a:blip r:embed="rId2"/>
          <a:stretch/>
        </p:blipFill>
        <p:spPr>
          <a:xfrm>
            <a:off x="338040" y="1917720"/>
            <a:ext cx="8501040" cy="3568680"/>
          </a:xfrm>
          <a:prstGeom prst="rect">
            <a:avLst/>
          </a:prstGeom>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1">
            <a:extLst>
              <a:ext uri="{FF2B5EF4-FFF2-40B4-BE49-F238E27FC236}">
                <a16:creationId xmlns:a16="http://schemas.microsoft.com/office/drawing/2014/main" id="{7E061573-C104-4853-927E-9F0C79E8F15A}"/>
              </a:ext>
            </a:extLst>
          </p:cNvPr>
          <p:cNvSpPr>
            <a:spLocks noGrp="1"/>
          </p:cNvSpPr>
          <p:nvPr>
            <p:ph type="sldNum" sz="quarter" idx="10"/>
          </p:nvPr>
        </p:nvSpPr>
        <p:spPr bwMode="auto">
          <a:xfrm>
            <a:off x="0" y="6400800"/>
            <a:ext cx="1905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b" anchorCtr="0" compatLnSpc="1">
            <a:prstTxWarp prst="textNoShape">
              <a:avLst/>
            </a:prstTxWarp>
          </a:bodyPr>
          <a:lstStyle>
            <a:defPPr>
              <a:defRPr lang="en-US"/>
            </a:defPPr>
            <a:lvl1pPr algn="l" rtl="0" eaLnBrk="1" fontAlgn="base" hangingPunct="1">
              <a:spcBef>
                <a:spcPct val="0"/>
              </a:spcBef>
              <a:spcAft>
                <a:spcPct val="0"/>
              </a:spcAft>
              <a:defRPr sz="2000" b="1" kern="1200">
                <a:solidFill>
                  <a:schemeClr val="bg2"/>
                </a:solidFill>
                <a:latin typeface="Arial" panose="020B0604020202020204" pitchFamily="34" charset="0"/>
                <a:ea typeface="+mn-ea"/>
                <a:cs typeface="+mn-cs"/>
              </a:defRPr>
            </a:lvl1pPr>
            <a:lvl2pPr marL="4572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2pPr>
            <a:lvl3pPr marL="9144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3pPr>
            <a:lvl4pPr marL="13716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4pPr>
            <a:lvl5pPr marL="1828800" algn="l" rtl="0" eaLnBrk="0" fontAlgn="base" hangingPunct="0">
              <a:spcBef>
                <a:spcPct val="0"/>
              </a:spcBef>
              <a:spcAft>
                <a:spcPct val="0"/>
              </a:spcAft>
              <a:defRPr sz="3200" b="1" kern="1200">
                <a:solidFill>
                  <a:schemeClr val="tx1"/>
                </a:solidFill>
                <a:latin typeface="Arial" panose="020B0604020202020204" pitchFamily="34" charset="0"/>
                <a:ea typeface="+mn-ea"/>
                <a:cs typeface="+mn-cs"/>
              </a:defRPr>
            </a:lvl5pPr>
            <a:lvl6pPr marL="2286000" algn="l" defTabSz="914400" rtl="0" eaLnBrk="1" latinLnBrk="0" hangingPunct="1">
              <a:defRPr sz="3200" b="1" kern="1200">
                <a:solidFill>
                  <a:schemeClr val="tx1"/>
                </a:solidFill>
                <a:latin typeface="Arial" panose="020B0604020202020204" pitchFamily="34" charset="0"/>
                <a:ea typeface="+mn-ea"/>
                <a:cs typeface="+mn-cs"/>
              </a:defRPr>
            </a:lvl6pPr>
            <a:lvl7pPr marL="2743200" algn="l" defTabSz="914400" rtl="0" eaLnBrk="1" latinLnBrk="0" hangingPunct="1">
              <a:defRPr sz="3200" b="1" kern="1200">
                <a:solidFill>
                  <a:schemeClr val="tx1"/>
                </a:solidFill>
                <a:latin typeface="Arial" panose="020B0604020202020204" pitchFamily="34" charset="0"/>
                <a:ea typeface="+mn-ea"/>
                <a:cs typeface="+mn-cs"/>
              </a:defRPr>
            </a:lvl7pPr>
            <a:lvl8pPr marL="3200400" algn="l" defTabSz="914400" rtl="0" eaLnBrk="1" latinLnBrk="0" hangingPunct="1">
              <a:defRPr sz="3200" b="1" kern="1200">
                <a:solidFill>
                  <a:schemeClr val="tx1"/>
                </a:solidFill>
                <a:latin typeface="Arial" panose="020B0604020202020204" pitchFamily="34" charset="0"/>
                <a:ea typeface="+mn-ea"/>
                <a:cs typeface="+mn-cs"/>
              </a:defRPr>
            </a:lvl8pPr>
            <a:lvl9pPr marL="3657600" algn="l" defTabSz="914400" rtl="0" eaLnBrk="1" latinLnBrk="0" hangingPunct="1">
              <a:defRPr sz="3200" b="1" kern="1200">
                <a:solidFill>
                  <a:schemeClr val="tx1"/>
                </a:solidFill>
                <a:latin typeface="Arial" panose="020B0604020202020204" pitchFamily="34" charset="0"/>
                <a:ea typeface="+mn-ea"/>
                <a:cs typeface="+mn-cs"/>
              </a:defRPr>
            </a:lvl9pPr>
          </a:lstStyle>
          <a:p>
            <a:r>
              <a:rPr lang="en-US" altLang="en-US"/>
              <a:t>7.</a:t>
            </a:r>
            <a:fld id="{52B459A1-6341-47B6-B462-4266C2684593}" type="slidenum">
              <a:rPr lang="en-US" altLang="en-US" smtClean="0"/>
              <a:pPr/>
              <a:t>27</a:t>
            </a:fld>
            <a:endParaRPr lang="en-US" altLang="en-US"/>
          </a:p>
        </p:txBody>
      </p:sp>
      <p:sp>
        <p:nvSpPr>
          <p:cNvPr id="887810" name="Text Box 2">
            <a:extLst>
              <a:ext uri="{FF2B5EF4-FFF2-40B4-BE49-F238E27FC236}">
                <a16:creationId xmlns:a16="http://schemas.microsoft.com/office/drawing/2014/main" id="{23DD526A-5B2E-4A50-A752-AF58C58DBEB0}"/>
              </a:ext>
            </a:extLst>
          </p:cNvPr>
          <p:cNvSpPr txBox="1">
            <a:spLocks noChangeArrowheads="1"/>
          </p:cNvSpPr>
          <p:nvPr/>
        </p:nvSpPr>
        <p:spPr bwMode="auto">
          <a:xfrm>
            <a:off x="795338" y="668338"/>
            <a:ext cx="2201862"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spAutoFit/>
          </a:bodyPr>
          <a:lstStyle/>
          <a:p>
            <a:r>
              <a:rPr lang="en-US" altLang="en-US" sz="2400">
                <a:solidFill>
                  <a:schemeClr val="folHlink"/>
                </a:solidFill>
                <a:latin typeface="Times New Roman" panose="02020603050405020304" pitchFamily="18" charset="0"/>
              </a:rPr>
              <a:t>Table 7.4  </a:t>
            </a:r>
            <a:r>
              <a:rPr lang="en-US" altLang="en-US" sz="2000" i="1">
                <a:latin typeface="Times New Roman" panose="02020603050405020304" pitchFamily="18" charset="0"/>
              </a:rPr>
              <a:t>Bands</a:t>
            </a:r>
          </a:p>
        </p:txBody>
      </p:sp>
      <p:pic>
        <p:nvPicPr>
          <p:cNvPr id="887812" name="Picture 4">
            <a:extLst>
              <a:ext uri="{FF2B5EF4-FFF2-40B4-BE49-F238E27FC236}">
                <a16:creationId xmlns:a16="http://schemas.microsoft.com/office/drawing/2014/main" id="{8A841257-1943-4FA8-9624-8C65A3D3014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85800" y="1201738"/>
            <a:ext cx="7797800" cy="47418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36"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37"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38" name="CustomShape 3"/>
          <p:cNvSpPr/>
          <p:nvPr/>
        </p:nvSpPr>
        <p:spPr>
          <a:xfrm>
            <a:off x="304200" y="762120"/>
            <a:ext cx="47894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7.19  </a:t>
            </a:r>
            <a:r>
              <a:rPr lang="en-IN" sz="2000" b="1" i="1" strike="noStrike" spc="-1">
                <a:solidFill>
                  <a:srgbClr val="000000"/>
                </a:solidFill>
                <a:latin typeface="Times New Roman"/>
              </a:rPr>
              <a:t>Wireless transmission waves</a:t>
            </a:r>
            <a:endParaRPr lang="en-IN" sz="2000" b="0" strike="noStrike" spc="-1">
              <a:solidFill>
                <a:srgbClr val="000000"/>
              </a:solidFill>
              <a:latin typeface="Times New Roman"/>
            </a:endParaRPr>
          </a:p>
        </p:txBody>
      </p:sp>
      <p:sp>
        <p:nvSpPr>
          <p:cNvPr id="239"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40" name="Picture 239"/>
          <p:cNvPicPr/>
          <p:nvPr/>
        </p:nvPicPr>
        <p:blipFill>
          <a:blip r:embed="rId2"/>
          <a:stretch/>
        </p:blipFill>
        <p:spPr>
          <a:xfrm>
            <a:off x="452520" y="2043000"/>
            <a:ext cx="8238960" cy="2772000"/>
          </a:xfrm>
          <a:prstGeom prst="rect">
            <a:avLst/>
          </a:prstGeom>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41" name="CustomShape 1"/>
          <p:cNvSpPr/>
          <p:nvPr/>
        </p:nvSpPr>
        <p:spPr>
          <a:xfrm>
            <a:off x="366840" y="108000"/>
            <a:ext cx="438120" cy="474480"/>
          </a:xfrm>
          <a:prstGeom prst="rect">
            <a:avLst/>
          </a:prstGeom>
          <a:solidFill>
            <a:srgbClr val="FFCF01"/>
          </a:solidFill>
          <a:ln>
            <a:noFill/>
          </a:ln>
        </p:spPr>
        <p:style>
          <a:lnRef idx="0">
            <a:scrgbClr r="0" g="0" b="0"/>
          </a:lnRef>
          <a:fillRef idx="0">
            <a:scrgbClr r="0" g="0" b="0"/>
          </a:fillRef>
          <a:effectRef idx="0">
            <a:scrgbClr r="0" g="0" b="0"/>
          </a:effectRef>
          <a:fontRef idx="minor"/>
        </p:style>
      </p:sp>
      <p:sp>
        <p:nvSpPr>
          <p:cNvPr id="242" name="CustomShape 2"/>
          <p:cNvSpPr/>
          <p:nvPr/>
        </p:nvSpPr>
        <p:spPr>
          <a:xfrm>
            <a:off x="749160" y="108000"/>
            <a:ext cx="328680" cy="474480"/>
          </a:xfrm>
          <a:prstGeom prst="rect">
            <a:avLst/>
          </a:prstGeom>
          <a:gradFill rotWithShape="0">
            <a:gsLst>
              <a:gs pos="0">
                <a:srgbClr val="FFFFFF"/>
              </a:gs>
              <a:gs pos="100000">
                <a:srgbClr val="FFCF01"/>
              </a:gs>
            </a:gsLst>
            <a:lin ang="10800000"/>
          </a:gradFill>
          <a:ln>
            <a:noFill/>
          </a:ln>
        </p:spPr>
        <p:style>
          <a:lnRef idx="0">
            <a:scrgbClr r="0" g="0" b="0"/>
          </a:lnRef>
          <a:fillRef idx="0">
            <a:scrgbClr r="0" g="0" b="0"/>
          </a:fillRef>
          <a:effectRef idx="0">
            <a:scrgbClr r="0" g="0" b="0"/>
          </a:effectRef>
          <a:fontRef idx="minor"/>
        </p:style>
      </p:sp>
      <p:sp>
        <p:nvSpPr>
          <p:cNvPr id="243" name="CustomShape 3"/>
          <p:cNvSpPr/>
          <p:nvPr/>
        </p:nvSpPr>
        <p:spPr>
          <a:xfrm>
            <a:off x="490680" y="530280"/>
            <a:ext cx="422280" cy="474480"/>
          </a:xfrm>
          <a:prstGeom prst="rect">
            <a:avLst/>
          </a:prstGeom>
          <a:solidFill>
            <a:srgbClr val="3333CC"/>
          </a:solidFill>
          <a:ln>
            <a:noFill/>
          </a:ln>
        </p:spPr>
        <p:style>
          <a:lnRef idx="0">
            <a:scrgbClr r="0" g="0" b="0"/>
          </a:lnRef>
          <a:fillRef idx="0">
            <a:scrgbClr r="0" g="0" b="0"/>
          </a:fillRef>
          <a:effectRef idx="0">
            <a:scrgbClr r="0" g="0" b="0"/>
          </a:effectRef>
          <a:fontRef idx="minor"/>
        </p:style>
      </p:sp>
      <p:sp>
        <p:nvSpPr>
          <p:cNvPr id="244" name="CustomShape 4"/>
          <p:cNvSpPr/>
          <p:nvPr/>
        </p:nvSpPr>
        <p:spPr>
          <a:xfrm>
            <a:off x="860400" y="530280"/>
            <a:ext cx="368280" cy="474480"/>
          </a:xfrm>
          <a:prstGeom prst="rect">
            <a:avLst/>
          </a:prstGeom>
          <a:gradFill rotWithShape="0">
            <a:gsLst>
              <a:gs pos="0">
                <a:srgbClr val="FFFFFF"/>
              </a:gs>
              <a:gs pos="100000">
                <a:srgbClr val="3333CC"/>
              </a:gs>
            </a:gsLst>
            <a:lin ang="10800000"/>
          </a:gradFill>
          <a:ln>
            <a:noFill/>
          </a:ln>
        </p:spPr>
        <p:style>
          <a:lnRef idx="0">
            <a:scrgbClr r="0" g="0" b="0"/>
          </a:lnRef>
          <a:fillRef idx="0">
            <a:scrgbClr r="0" g="0" b="0"/>
          </a:fillRef>
          <a:effectRef idx="0">
            <a:scrgbClr r="0" g="0" b="0"/>
          </a:effectRef>
          <a:fontRef idx="minor"/>
        </p:style>
      </p:sp>
      <p:sp>
        <p:nvSpPr>
          <p:cNvPr id="245" name="CustomShape 5"/>
          <p:cNvSpPr/>
          <p:nvPr/>
        </p:nvSpPr>
        <p:spPr>
          <a:xfrm>
            <a:off x="76320" y="457200"/>
            <a:ext cx="560160" cy="422280"/>
          </a:xfrm>
          <a:prstGeom prst="rect">
            <a:avLst/>
          </a:prstGeom>
          <a:gradFill rotWithShape="0">
            <a:gsLst>
              <a:gs pos="0">
                <a:srgbClr val="FF0000"/>
              </a:gs>
              <a:gs pos="100000">
                <a:srgbClr val="FFFFFF"/>
              </a:gs>
            </a:gsLst>
            <a:lin ang="8100000"/>
          </a:gradFill>
          <a:ln>
            <a:noFill/>
          </a:ln>
        </p:spPr>
        <p:style>
          <a:lnRef idx="0">
            <a:scrgbClr r="0" g="0" b="0"/>
          </a:lnRef>
          <a:fillRef idx="0">
            <a:scrgbClr r="0" g="0" b="0"/>
          </a:fillRef>
          <a:effectRef idx="0">
            <a:scrgbClr r="0" g="0" b="0"/>
          </a:effectRef>
          <a:fontRef idx="minor"/>
        </p:style>
      </p:sp>
      <p:sp>
        <p:nvSpPr>
          <p:cNvPr id="246" name="CustomShape 6"/>
          <p:cNvSpPr/>
          <p:nvPr/>
        </p:nvSpPr>
        <p:spPr>
          <a:xfrm>
            <a:off x="711360" y="0"/>
            <a:ext cx="31680" cy="1052640"/>
          </a:xfrm>
          <a:prstGeom prst="rect">
            <a:avLst/>
          </a:prstGeom>
          <a:solidFill>
            <a:srgbClr val="1C1C1C"/>
          </a:solidFill>
          <a:ln>
            <a:noFill/>
          </a:ln>
        </p:spPr>
        <p:style>
          <a:lnRef idx="0">
            <a:scrgbClr r="0" g="0" b="0"/>
          </a:lnRef>
          <a:fillRef idx="0">
            <a:scrgbClr r="0" g="0" b="0"/>
          </a:fillRef>
          <a:effectRef idx="0">
            <a:scrgbClr r="0" g="0" b="0"/>
          </a:effectRef>
          <a:fontRef idx="minor"/>
        </p:style>
      </p:sp>
      <p:sp>
        <p:nvSpPr>
          <p:cNvPr id="247" name="CustomShape 7"/>
          <p:cNvSpPr/>
          <p:nvPr/>
        </p:nvSpPr>
        <p:spPr>
          <a:xfrm>
            <a:off x="442800" y="533520"/>
            <a:ext cx="8226360" cy="31680"/>
          </a:xfrm>
          <a:prstGeom prst="rect">
            <a:avLst/>
          </a:prstGeom>
          <a:gradFill rotWithShape="0">
            <a:gsLst>
              <a:gs pos="0">
                <a:srgbClr val="FFFFFF"/>
              </a:gs>
              <a:gs pos="100000">
                <a:srgbClr val="1C1C1C"/>
              </a:gs>
            </a:gsLst>
            <a:lin ang="10800000"/>
          </a:gradFill>
          <a:ln>
            <a:noFill/>
          </a:ln>
        </p:spPr>
        <p:style>
          <a:lnRef idx="0">
            <a:scrgbClr r="0" g="0" b="0"/>
          </a:lnRef>
          <a:fillRef idx="0">
            <a:scrgbClr r="0" g="0" b="0"/>
          </a:fillRef>
          <a:effectRef idx="0">
            <a:scrgbClr r="0" g="0" b="0"/>
          </a:effectRef>
          <a:fontRef idx="minor"/>
        </p:style>
      </p:sp>
      <p:sp>
        <p:nvSpPr>
          <p:cNvPr id="248" name="Line 8"/>
          <p:cNvSpPr/>
          <p:nvPr/>
        </p:nvSpPr>
        <p:spPr>
          <a:xfrm>
            <a:off x="457200" y="2666880"/>
            <a:ext cx="8153280" cy="0"/>
          </a:xfrm>
          <a:prstGeom prst="line">
            <a:avLst/>
          </a:prstGeom>
          <a:ln w="76320">
            <a:solidFill>
              <a:srgbClr val="009900"/>
            </a:solidFill>
            <a:miter/>
          </a:ln>
        </p:spPr>
        <p:style>
          <a:lnRef idx="0">
            <a:scrgbClr r="0" g="0" b="0"/>
          </a:lnRef>
          <a:fillRef idx="0">
            <a:scrgbClr r="0" g="0" b="0"/>
          </a:fillRef>
          <a:effectRef idx="0">
            <a:scrgbClr r="0" g="0" b="0"/>
          </a:effectRef>
          <a:fontRef idx="minor"/>
        </p:style>
      </p:sp>
      <p:sp>
        <p:nvSpPr>
          <p:cNvPr id="249" name="Line 9"/>
          <p:cNvSpPr/>
          <p:nvPr/>
        </p:nvSpPr>
        <p:spPr>
          <a:xfrm>
            <a:off x="458640" y="4419720"/>
            <a:ext cx="8153640" cy="0"/>
          </a:xfrm>
          <a:prstGeom prst="line">
            <a:avLst/>
          </a:prstGeom>
          <a:ln w="76320">
            <a:solidFill>
              <a:srgbClr val="009900"/>
            </a:solidFill>
            <a:miter/>
          </a:ln>
        </p:spPr>
        <p:style>
          <a:lnRef idx="0">
            <a:scrgbClr r="0" g="0" b="0"/>
          </a:lnRef>
          <a:fillRef idx="0">
            <a:scrgbClr r="0" g="0" b="0"/>
          </a:fillRef>
          <a:effectRef idx="0">
            <a:scrgbClr r="0" g="0" b="0"/>
          </a:effectRef>
          <a:fontRef idx="minor"/>
        </p:style>
      </p:sp>
      <p:sp>
        <p:nvSpPr>
          <p:cNvPr id="250" name="CustomShape 10"/>
          <p:cNvSpPr/>
          <p:nvPr/>
        </p:nvSpPr>
        <p:spPr>
          <a:xfrm>
            <a:off x="495360" y="2771640"/>
            <a:ext cx="8077320" cy="3018600"/>
          </a:xfrm>
          <a:prstGeom prst="rect">
            <a:avLst/>
          </a:prstGeom>
          <a:solidFill>
            <a:srgbClr val="99FF33"/>
          </a:solidFill>
          <a:ln>
            <a:noFill/>
          </a:ln>
        </p:spPr>
        <p:style>
          <a:lnRef idx="0">
            <a:scrgbClr r="0" g="0" b="0"/>
          </a:lnRef>
          <a:fillRef idx="0">
            <a:scrgbClr r="0" g="0" b="0"/>
          </a:fillRef>
          <a:effectRef idx="0">
            <a:scrgbClr r="0" g="0" b="0"/>
          </a:effectRef>
          <a:fontRef idx="minor"/>
        </p:style>
        <p:txBody>
          <a:bodyPr lIns="90000" tIns="46800" rIns="90000" bIns="46800">
            <a:spAutoFit/>
          </a:bodyPr>
          <a:lstStyle/>
          <a:p>
            <a:pPr algn="ctr">
              <a:lnSpc>
                <a:spcPct val="100000"/>
              </a:lnSpc>
            </a:pPr>
            <a:r>
              <a:rPr lang="en-IN" sz="3200" b="1" strike="noStrike" spc="-1">
                <a:solidFill>
                  <a:srgbClr val="000000"/>
                </a:solidFill>
                <a:latin typeface="Arial"/>
              </a:rPr>
              <a:t>Radio waves are used for multicast communications, such as radio and television, and paging systems. They can penetrate through walls.</a:t>
            </a:r>
            <a:endParaRPr lang="en-IN" sz="3200" b="0" strike="noStrike" spc="-1">
              <a:solidFill>
                <a:srgbClr val="000000"/>
              </a:solidFill>
              <a:latin typeface="Times New Roman"/>
            </a:endParaRPr>
          </a:p>
          <a:p>
            <a:pPr algn="ctr">
              <a:lnSpc>
                <a:spcPct val="100000"/>
              </a:lnSpc>
            </a:pPr>
            <a:r>
              <a:rPr lang="en-IN" sz="3200" b="1" strike="noStrike" spc="-1">
                <a:solidFill>
                  <a:srgbClr val="000000"/>
                </a:solidFill>
                <a:latin typeface="Arial"/>
              </a:rPr>
              <a:t>Highly regulated. Use omni directional antennas</a:t>
            </a:r>
            <a:endParaRPr lang="en-IN" sz="3200" b="0" strike="noStrike" spc="-1">
              <a:solidFill>
                <a:srgbClr val="000000"/>
              </a:solidFill>
              <a:latin typeface="Times New Roman"/>
            </a:endParaRPr>
          </a:p>
        </p:txBody>
      </p:sp>
      <p:grpSp>
        <p:nvGrpSpPr>
          <p:cNvPr id="251" name="Group 11"/>
          <p:cNvGrpSpPr/>
          <p:nvPr/>
        </p:nvGrpSpPr>
        <p:grpSpPr>
          <a:xfrm>
            <a:off x="457200" y="2023920"/>
            <a:ext cx="1143000" cy="567000"/>
            <a:chOff x="457200" y="2023920"/>
            <a:chExt cx="1143000" cy="567000"/>
          </a:xfrm>
        </p:grpSpPr>
        <p:pic>
          <p:nvPicPr>
            <p:cNvPr id="252" name="Picture 251"/>
            <p:cNvPicPr/>
            <p:nvPr/>
          </p:nvPicPr>
          <p:blipFill>
            <a:blip r:embed="rId2"/>
            <a:stretch/>
          </p:blipFill>
          <p:spPr>
            <a:xfrm>
              <a:off x="457200" y="2023920"/>
              <a:ext cx="1143000" cy="567000"/>
            </a:xfrm>
            <a:prstGeom prst="rect">
              <a:avLst/>
            </a:prstGeom>
            <a:ln>
              <a:noFill/>
            </a:ln>
          </p:spPr>
        </p:pic>
        <p:sp>
          <p:nvSpPr>
            <p:cNvPr id="253" name="CustomShape 12"/>
            <p:cNvSpPr/>
            <p:nvPr/>
          </p:nvSpPr>
          <p:spPr>
            <a:xfrm>
              <a:off x="592200" y="2023920"/>
              <a:ext cx="871200" cy="5205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800" b="1" i="1" strike="noStrike" spc="-1">
                  <a:solidFill>
                    <a:srgbClr val="FF0000"/>
                  </a:solidFill>
                  <a:latin typeface="Times New Roman"/>
                </a:rPr>
                <a:t>Note</a:t>
              </a:r>
              <a:endParaRPr lang="en-IN" sz="2800" b="0" strike="noStrike" spc="-1">
                <a:solidFill>
                  <a:srgbClr val="000000"/>
                </a:solidFill>
                <a:latin typeface="Times New Roman"/>
              </a:endParaRPr>
            </a:p>
          </p:txBody>
        </p:sp>
      </p:gr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4"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55"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56" name="CustomShape 3"/>
          <p:cNvSpPr/>
          <p:nvPr/>
        </p:nvSpPr>
        <p:spPr>
          <a:xfrm>
            <a:off x="607320" y="762120"/>
            <a:ext cx="385056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US" sz="2400" b="1" strike="noStrike" spc="-1">
                <a:solidFill>
                  <a:srgbClr val="3333CC"/>
                </a:solidFill>
                <a:latin typeface="Times New Roman"/>
              </a:rPr>
              <a:t>Figure  </a:t>
            </a:r>
            <a:r>
              <a:rPr lang="en-US" sz="2000" b="1" i="1" strike="noStrike" spc="-1">
                <a:solidFill>
                  <a:srgbClr val="000000"/>
                </a:solidFill>
                <a:latin typeface="Times New Roman"/>
              </a:rPr>
              <a:t>Omnidirectional antenna</a:t>
            </a:r>
            <a:endParaRPr lang="en-IN" sz="2000" b="0" strike="noStrike" spc="-1">
              <a:solidFill>
                <a:srgbClr val="000000"/>
              </a:solidFill>
              <a:latin typeface="Times New Roman"/>
            </a:endParaRPr>
          </a:p>
        </p:txBody>
      </p:sp>
      <p:sp>
        <p:nvSpPr>
          <p:cNvPr id="257"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58" name="Picture 257"/>
          <p:cNvPicPr/>
          <p:nvPr/>
        </p:nvPicPr>
        <p:blipFill>
          <a:blip r:embed="rId2"/>
          <a:stretch/>
        </p:blipFill>
        <p:spPr>
          <a:xfrm>
            <a:off x="2679840" y="2039760"/>
            <a:ext cx="3263760" cy="3675240"/>
          </a:xfrm>
          <a:prstGeom prst="rect">
            <a:avLst/>
          </a:prstGeom>
          <a:ln>
            <a:noFill/>
          </a:ln>
        </p:spPr>
      </p:pic>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59" name="CustomShape 1"/>
          <p:cNvSpPr/>
          <p:nvPr/>
        </p:nvSpPr>
        <p:spPr>
          <a:xfrm>
            <a:off x="366840" y="108000"/>
            <a:ext cx="438120" cy="474480"/>
          </a:xfrm>
          <a:prstGeom prst="rect">
            <a:avLst/>
          </a:prstGeom>
          <a:solidFill>
            <a:srgbClr val="FFCF01"/>
          </a:solidFill>
          <a:ln>
            <a:noFill/>
          </a:ln>
        </p:spPr>
        <p:style>
          <a:lnRef idx="0">
            <a:scrgbClr r="0" g="0" b="0"/>
          </a:lnRef>
          <a:fillRef idx="0">
            <a:scrgbClr r="0" g="0" b="0"/>
          </a:fillRef>
          <a:effectRef idx="0">
            <a:scrgbClr r="0" g="0" b="0"/>
          </a:effectRef>
          <a:fontRef idx="minor"/>
        </p:style>
      </p:sp>
      <p:sp>
        <p:nvSpPr>
          <p:cNvPr id="260" name="CustomShape 2"/>
          <p:cNvSpPr/>
          <p:nvPr/>
        </p:nvSpPr>
        <p:spPr>
          <a:xfrm>
            <a:off x="749160" y="108000"/>
            <a:ext cx="328680" cy="474480"/>
          </a:xfrm>
          <a:prstGeom prst="rect">
            <a:avLst/>
          </a:prstGeom>
          <a:gradFill rotWithShape="0">
            <a:gsLst>
              <a:gs pos="0">
                <a:srgbClr val="FFFFFF"/>
              </a:gs>
              <a:gs pos="100000">
                <a:srgbClr val="FFCF01"/>
              </a:gs>
            </a:gsLst>
            <a:lin ang="10800000"/>
          </a:gradFill>
          <a:ln>
            <a:noFill/>
          </a:ln>
        </p:spPr>
        <p:style>
          <a:lnRef idx="0">
            <a:scrgbClr r="0" g="0" b="0"/>
          </a:lnRef>
          <a:fillRef idx="0">
            <a:scrgbClr r="0" g="0" b="0"/>
          </a:fillRef>
          <a:effectRef idx="0">
            <a:scrgbClr r="0" g="0" b="0"/>
          </a:effectRef>
          <a:fontRef idx="minor"/>
        </p:style>
      </p:sp>
      <p:sp>
        <p:nvSpPr>
          <p:cNvPr id="261" name="CustomShape 3"/>
          <p:cNvSpPr/>
          <p:nvPr/>
        </p:nvSpPr>
        <p:spPr>
          <a:xfrm>
            <a:off x="490680" y="530280"/>
            <a:ext cx="422280" cy="474480"/>
          </a:xfrm>
          <a:prstGeom prst="rect">
            <a:avLst/>
          </a:prstGeom>
          <a:solidFill>
            <a:srgbClr val="3333CC"/>
          </a:solidFill>
          <a:ln>
            <a:noFill/>
          </a:ln>
        </p:spPr>
        <p:style>
          <a:lnRef idx="0">
            <a:scrgbClr r="0" g="0" b="0"/>
          </a:lnRef>
          <a:fillRef idx="0">
            <a:scrgbClr r="0" g="0" b="0"/>
          </a:fillRef>
          <a:effectRef idx="0">
            <a:scrgbClr r="0" g="0" b="0"/>
          </a:effectRef>
          <a:fontRef idx="minor"/>
        </p:style>
      </p:sp>
      <p:sp>
        <p:nvSpPr>
          <p:cNvPr id="262" name="CustomShape 4"/>
          <p:cNvSpPr/>
          <p:nvPr/>
        </p:nvSpPr>
        <p:spPr>
          <a:xfrm>
            <a:off x="860400" y="530280"/>
            <a:ext cx="368280" cy="474480"/>
          </a:xfrm>
          <a:prstGeom prst="rect">
            <a:avLst/>
          </a:prstGeom>
          <a:gradFill rotWithShape="0">
            <a:gsLst>
              <a:gs pos="0">
                <a:srgbClr val="FFFFFF"/>
              </a:gs>
              <a:gs pos="100000">
                <a:srgbClr val="3333CC"/>
              </a:gs>
            </a:gsLst>
            <a:lin ang="10800000"/>
          </a:gradFill>
          <a:ln>
            <a:noFill/>
          </a:ln>
        </p:spPr>
        <p:style>
          <a:lnRef idx="0">
            <a:scrgbClr r="0" g="0" b="0"/>
          </a:lnRef>
          <a:fillRef idx="0">
            <a:scrgbClr r="0" g="0" b="0"/>
          </a:fillRef>
          <a:effectRef idx="0">
            <a:scrgbClr r="0" g="0" b="0"/>
          </a:effectRef>
          <a:fontRef idx="minor"/>
        </p:style>
      </p:sp>
      <p:sp>
        <p:nvSpPr>
          <p:cNvPr id="263" name="CustomShape 5"/>
          <p:cNvSpPr/>
          <p:nvPr/>
        </p:nvSpPr>
        <p:spPr>
          <a:xfrm>
            <a:off x="76320" y="457200"/>
            <a:ext cx="560160" cy="422280"/>
          </a:xfrm>
          <a:prstGeom prst="rect">
            <a:avLst/>
          </a:prstGeom>
          <a:gradFill rotWithShape="0">
            <a:gsLst>
              <a:gs pos="0">
                <a:srgbClr val="FF0000"/>
              </a:gs>
              <a:gs pos="100000">
                <a:srgbClr val="FFFFFF"/>
              </a:gs>
            </a:gsLst>
            <a:lin ang="8100000"/>
          </a:gradFill>
          <a:ln>
            <a:noFill/>
          </a:ln>
        </p:spPr>
        <p:style>
          <a:lnRef idx="0">
            <a:scrgbClr r="0" g="0" b="0"/>
          </a:lnRef>
          <a:fillRef idx="0">
            <a:scrgbClr r="0" g="0" b="0"/>
          </a:fillRef>
          <a:effectRef idx="0">
            <a:scrgbClr r="0" g="0" b="0"/>
          </a:effectRef>
          <a:fontRef idx="minor"/>
        </p:style>
      </p:sp>
      <p:sp>
        <p:nvSpPr>
          <p:cNvPr id="264" name="CustomShape 6"/>
          <p:cNvSpPr/>
          <p:nvPr/>
        </p:nvSpPr>
        <p:spPr>
          <a:xfrm>
            <a:off x="711360" y="0"/>
            <a:ext cx="31680" cy="1052640"/>
          </a:xfrm>
          <a:prstGeom prst="rect">
            <a:avLst/>
          </a:prstGeom>
          <a:solidFill>
            <a:srgbClr val="1C1C1C"/>
          </a:solidFill>
          <a:ln>
            <a:noFill/>
          </a:ln>
        </p:spPr>
        <p:style>
          <a:lnRef idx="0">
            <a:scrgbClr r="0" g="0" b="0"/>
          </a:lnRef>
          <a:fillRef idx="0">
            <a:scrgbClr r="0" g="0" b="0"/>
          </a:fillRef>
          <a:effectRef idx="0">
            <a:scrgbClr r="0" g="0" b="0"/>
          </a:effectRef>
          <a:fontRef idx="minor"/>
        </p:style>
      </p:sp>
      <p:sp>
        <p:nvSpPr>
          <p:cNvPr id="265" name="CustomShape 7"/>
          <p:cNvSpPr/>
          <p:nvPr/>
        </p:nvSpPr>
        <p:spPr>
          <a:xfrm>
            <a:off x="442800" y="533520"/>
            <a:ext cx="8226360" cy="31680"/>
          </a:xfrm>
          <a:prstGeom prst="rect">
            <a:avLst/>
          </a:prstGeom>
          <a:gradFill rotWithShape="0">
            <a:gsLst>
              <a:gs pos="0">
                <a:srgbClr val="FFFFFF"/>
              </a:gs>
              <a:gs pos="100000">
                <a:srgbClr val="1C1C1C"/>
              </a:gs>
            </a:gsLst>
            <a:lin ang="10800000"/>
          </a:gradFill>
          <a:ln>
            <a:noFill/>
          </a:ln>
        </p:spPr>
        <p:style>
          <a:lnRef idx="0">
            <a:scrgbClr r="0" g="0" b="0"/>
          </a:lnRef>
          <a:fillRef idx="0">
            <a:scrgbClr r="0" g="0" b="0"/>
          </a:fillRef>
          <a:effectRef idx="0">
            <a:scrgbClr r="0" g="0" b="0"/>
          </a:effectRef>
          <a:fontRef idx="minor"/>
        </p:style>
      </p:sp>
      <p:sp>
        <p:nvSpPr>
          <p:cNvPr id="266" name="Line 8"/>
          <p:cNvSpPr/>
          <p:nvPr/>
        </p:nvSpPr>
        <p:spPr>
          <a:xfrm>
            <a:off x="457200" y="2395440"/>
            <a:ext cx="8153280" cy="0"/>
          </a:xfrm>
          <a:prstGeom prst="line">
            <a:avLst/>
          </a:prstGeom>
          <a:ln w="76320">
            <a:solidFill>
              <a:srgbClr val="009900"/>
            </a:solidFill>
            <a:miter/>
          </a:ln>
        </p:spPr>
        <p:style>
          <a:lnRef idx="0">
            <a:scrgbClr r="0" g="0" b="0"/>
          </a:lnRef>
          <a:fillRef idx="0">
            <a:scrgbClr r="0" g="0" b="0"/>
          </a:fillRef>
          <a:effectRef idx="0">
            <a:scrgbClr r="0" g="0" b="0"/>
          </a:effectRef>
          <a:fontRef idx="minor"/>
        </p:style>
      </p:sp>
      <p:sp>
        <p:nvSpPr>
          <p:cNvPr id="267" name="Line 9"/>
          <p:cNvSpPr/>
          <p:nvPr/>
        </p:nvSpPr>
        <p:spPr>
          <a:xfrm>
            <a:off x="533520" y="5138640"/>
            <a:ext cx="8153280" cy="0"/>
          </a:xfrm>
          <a:prstGeom prst="line">
            <a:avLst/>
          </a:prstGeom>
          <a:ln w="76320">
            <a:solidFill>
              <a:srgbClr val="009900"/>
            </a:solidFill>
            <a:miter/>
          </a:ln>
        </p:spPr>
        <p:style>
          <a:lnRef idx="0">
            <a:scrgbClr r="0" g="0" b="0"/>
          </a:lnRef>
          <a:fillRef idx="0">
            <a:scrgbClr r="0" g="0" b="0"/>
          </a:fillRef>
          <a:effectRef idx="0">
            <a:scrgbClr r="0" g="0" b="0"/>
          </a:effectRef>
          <a:fontRef idx="minor"/>
        </p:style>
      </p:sp>
      <p:sp>
        <p:nvSpPr>
          <p:cNvPr id="268" name="CustomShape 10"/>
          <p:cNvSpPr/>
          <p:nvPr/>
        </p:nvSpPr>
        <p:spPr>
          <a:xfrm>
            <a:off x="495360" y="2487600"/>
            <a:ext cx="8077320" cy="3993480"/>
          </a:xfrm>
          <a:prstGeom prst="rect">
            <a:avLst/>
          </a:prstGeom>
          <a:solidFill>
            <a:srgbClr val="99FF33"/>
          </a:solidFill>
          <a:ln>
            <a:noFill/>
          </a:ln>
        </p:spPr>
        <p:style>
          <a:lnRef idx="0">
            <a:scrgbClr r="0" g="0" b="0"/>
          </a:lnRef>
          <a:fillRef idx="0">
            <a:scrgbClr r="0" g="0" b="0"/>
          </a:fillRef>
          <a:effectRef idx="0">
            <a:scrgbClr r="0" g="0" b="0"/>
          </a:effectRef>
          <a:fontRef idx="minor"/>
        </p:style>
        <p:txBody>
          <a:bodyPr lIns="90000" tIns="46800" rIns="90000" bIns="46800">
            <a:spAutoFit/>
          </a:bodyPr>
          <a:lstStyle/>
          <a:p>
            <a:pPr algn="ctr">
              <a:lnSpc>
                <a:spcPct val="100000"/>
              </a:lnSpc>
            </a:pPr>
            <a:r>
              <a:rPr lang="en-US" sz="3200" b="1" strike="noStrike" spc="-1">
                <a:solidFill>
                  <a:srgbClr val="000000"/>
                </a:solidFill>
                <a:latin typeface="Arial"/>
              </a:rPr>
              <a:t>Microwaves are used for unicast communication such as cellular telephones, satellite networks,</a:t>
            </a:r>
            <a:br/>
            <a:r>
              <a:rPr lang="en-US" sz="3200" b="1" strike="noStrike" spc="-1">
                <a:solidFill>
                  <a:srgbClr val="000000"/>
                </a:solidFill>
                <a:latin typeface="Arial"/>
              </a:rPr>
              <a:t>and wireless LANs.</a:t>
            </a:r>
            <a:endParaRPr lang="en-IN" sz="3200" b="0" strike="noStrike" spc="-1">
              <a:solidFill>
                <a:srgbClr val="000000"/>
              </a:solidFill>
              <a:latin typeface="Times New Roman"/>
            </a:endParaRPr>
          </a:p>
          <a:p>
            <a:pPr algn="ctr">
              <a:lnSpc>
                <a:spcPct val="100000"/>
              </a:lnSpc>
            </a:pPr>
            <a:r>
              <a:rPr lang="en-US" sz="3200" b="1" strike="noStrike" spc="-1">
                <a:solidFill>
                  <a:srgbClr val="000000"/>
                </a:solidFill>
                <a:latin typeface="Arial"/>
              </a:rPr>
              <a:t>Higher frequency ranges cannot penetrate walls.</a:t>
            </a:r>
            <a:endParaRPr lang="en-IN" sz="3200" b="0" strike="noStrike" spc="-1">
              <a:solidFill>
                <a:srgbClr val="000000"/>
              </a:solidFill>
              <a:latin typeface="Times New Roman"/>
            </a:endParaRPr>
          </a:p>
          <a:p>
            <a:pPr algn="ctr">
              <a:lnSpc>
                <a:spcPct val="100000"/>
              </a:lnSpc>
            </a:pPr>
            <a:r>
              <a:rPr lang="en-US" sz="3200" b="1" strike="noStrike" spc="-1">
                <a:solidFill>
                  <a:srgbClr val="000000"/>
                </a:solidFill>
                <a:latin typeface="Arial"/>
              </a:rPr>
              <a:t>Use directional antennas - point to point line of sight communications.</a:t>
            </a:r>
            <a:endParaRPr lang="en-IN" sz="3200" b="0" strike="noStrike" spc="-1">
              <a:solidFill>
                <a:srgbClr val="000000"/>
              </a:solidFill>
              <a:latin typeface="Times New Roman"/>
            </a:endParaRPr>
          </a:p>
        </p:txBody>
      </p:sp>
      <p:grpSp>
        <p:nvGrpSpPr>
          <p:cNvPr id="269" name="Group 11"/>
          <p:cNvGrpSpPr/>
          <p:nvPr/>
        </p:nvGrpSpPr>
        <p:grpSpPr>
          <a:xfrm>
            <a:off x="457200" y="1752480"/>
            <a:ext cx="1143000" cy="567000"/>
            <a:chOff x="457200" y="1752480"/>
            <a:chExt cx="1143000" cy="567000"/>
          </a:xfrm>
        </p:grpSpPr>
        <p:pic>
          <p:nvPicPr>
            <p:cNvPr id="270" name="Picture 269"/>
            <p:cNvPicPr/>
            <p:nvPr/>
          </p:nvPicPr>
          <p:blipFill>
            <a:blip r:embed="rId2"/>
            <a:stretch/>
          </p:blipFill>
          <p:spPr>
            <a:xfrm>
              <a:off x="457200" y="1752480"/>
              <a:ext cx="1143000" cy="567000"/>
            </a:xfrm>
            <a:prstGeom prst="rect">
              <a:avLst/>
            </a:prstGeom>
            <a:ln>
              <a:noFill/>
            </a:ln>
          </p:spPr>
        </p:pic>
        <p:sp>
          <p:nvSpPr>
            <p:cNvPr id="271" name="CustomShape 12"/>
            <p:cNvSpPr/>
            <p:nvPr/>
          </p:nvSpPr>
          <p:spPr>
            <a:xfrm>
              <a:off x="592200" y="1752480"/>
              <a:ext cx="871200" cy="5205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800" b="1" i="1" strike="noStrike" spc="-1">
                  <a:solidFill>
                    <a:srgbClr val="FF0000"/>
                  </a:solidFill>
                  <a:latin typeface="Times New Roman"/>
                </a:rPr>
                <a:t>Note</a:t>
              </a:r>
              <a:endParaRPr lang="en-IN" sz="2800" b="0" strike="noStrike" spc="-1">
                <a:solidFill>
                  <a:srgbClr val="000000"/>
                </a:solidFill>
                <a:latin typeface="Times New Roman"/>
              </a:endParaRPr>
            </a:p>
          </p:txBody>
        </p:sp>
      </p:gr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2" name="Line 1"/>
          <p:cNvSpPr/>
          <p:nvPr/>
        </p:nvSpPr>
        <p:spPr>
          <a:xfrm>
            <a:off x="152280" y="533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sp>
        <p:nvSpPr>
          <p:cNvPr id="273" name="Line 2"/>
          <p:cNvSpPr/>
          <p:nvPr/>
        </p:nvSpPr>
        <p:spPr>
          <a:xfrm>
            <a:off x="152280" y="1371600"/>
            <a:ext cx="8763120" cy="0"/>
          </a:xfrm>
          <a:prstGeom prst="line">
            <a:avLst/>
          </a:prstGeom>
          <a:ln w="19080">
            <a:solidFill>
              <a:srgbClr val="FF0000"/>
            </a:solidFill>
            <a:miter/>
          </a:ln>
        </p:spPr>
        <p:style>
          <a:lnRef idx="0">
            <a:scrgbClr r="0" g="0" b="0"/>
          </a:lnRef>
          <a:fillRef idx="0">
            <a:scrgbClr r="0" g="0" b="0"/>
          </a:fillRef>
          <a:effectRef idx="0">
            <a:scrgbClr r="0" g="0" b="0"/>
          </a:effectRef>
          <a:fontRef idx="minor"/>
        </p:style>
      </p:sp>
      <p:sp>
        <p:nvSpPr>
          <p:cNvPr id="274" name="CustomShape 3"/>
          <p:cNvSpPr/>
          <p:nvPr/>
        </p:nvSpPr>
        <p:spPr>
          <a:xfrm>
            <a:off x="303120" y="762120"/>
            <a:ext cx="4361040" cy="45972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400" b="1" strike="noStrike" spc="-1">
                <a:solidFill>
                  <a:srgbClr val="3333CC"/>
                </a:solidFill>
                <a:latin typeface="Times New Roman"/>
              </a:rPr>
              <a:t>Figure 7.21  </a:t>
            </a:r>
            <a:r>
              <a:rPr lang="en-IN" sz="2000" b="1" i="1" strike="noStrike" spc="-1">
                <a:solidFill>
                  <a:srgbClr val="000000"/>
                </a:solidFill>
                <a:latin typeface="Times New Roman"/>
              </a:rPr>
              <a:t>Unidirectional antennas</a:t>
            </a:r>
            <a:endParaRPr lang="en-IN" sz="2000" b="0" strike="noStrike" spc="-1">
              <a:solidFill>
                <a:srgbClr val="000000"/>
              </a:solidFill>
              <a:latin typeface="Times New Roman"/>
            </a:endParaRPr>
          </a:p>
        </p:txBody>
      </p:sp>
      <p:sp>
        <p:nvSpPr>
          <p:cNvPr id="275" name="Line 4"/>
          <p:cNvSpPr/>
          <p:nvPr/>
        </p:nvSpPr>
        <p:spPr>
          <a:xfrm>
            <a:off x="152280" y="6248520"/>
            <a:ext cx="8763120" cy="0"/>
          </a:xfrm>
          <a:prstGeom prst="line">
            <a:avLst/>
          </a:prstGeom>
          <a:ln w="76320">
            <a:solidFill>
              <a:srgbClr val="FF0000"/>
            </a:solidFill>
            <a:miter/>
          </a:ln>
        </p:spPr>
        <p:style>
          <a:lnRef idx="0">
            <a:scrgbClr r="0" g="0" b="0"/>
          </a:lnRef>
          <a:fillRef idx="0">
            <a:scrgbClr r="0" g="0" b="0"/>
          </a:fillRef>
          <a:effectRef idx="0">
            <a:scrgbClr r="0" g="0" b="0"/>
          </a:effectRef>
          <a:fontRef idx="minor"/>
        </p:style>
      </p:sp>
      <p:pic>
        <p:nvPicPr>
          <p:cNvPr id="276" name="Picture 275"/>
          <p:cNvPicPr/>
          <p:nvPr/>
        </p:nvPicPr>
        <p:blipFill>
          <a:blip r:embed="rId2"/>
          <a:stretch/>
        </p:blipFill>
        <p:spPr>
          <a:xfrm>
            <a:off x="758880" y="2050920"/>
            <a:ext cx="7394400" cy="3511800"/>
          </a:xfrm>
          <a:prstGeom prst="rect">
            <a:avLst/>
          </a:prstGeom>
          <a:ln>
            <a:noFill/>
          </a:ln>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77" name="CustomShape 1"/>
          <p:cNvSpPr/>
          <p:nvPr/>
        </p:nvSpPr>
        <p:spPr>
          <a:xfrm>
            <a:off x="366840" y="108000"/>
            <a:ext cx="438120" cy="474480"/>
          </a:xfrm>
          <a:prstGeom prst="rect">
            <a:avLst/>
          </a:prstGeom>
          <a:solidFill>
            <a:srgbClr val="FFCF01"/>
          </a:solidFill>
          <a:ln>
            <a:noFill/>
          </a:ln>
        </p:spPr>
        <p:style>
          <a:lnRef idx="0">
            <a:scrgbClr r="0" g="0" b="0"/>
          </a:lnRef>
          <a:fillRef idx="0">
            <a:scrgbClr r="0" g="0" b="0"/>
          </a:fillRef>
          <a:effectRef idx="0">
            <a:scrgbClr r="0" g="0" b="0"/>
          </a:effectRef>
          <a:fontRef idx="minor"/>
        </p:style>
      </p:sp>
      <p:sp>
        <p:nvSpPr>
          <p:cNvPr id="278" name="CustomShape 2"/>
          <p:cNvSpPr/>
          <p:nvPr/>
        </p:nvSpPr>
        <p:spPr>
          <a:xfrm>
            <a:off x="749160" y="108000"/>
            <a:ext cx="328680" cy="474480"/>
          </a:xfrm>
          <a:prstGeom prst="rect">
            <a:avLst/>
          </a:prstGeom>
          <a:gradFill rotWithShape="0">
            <a:gsLst>
              <a:gs pos="0">
                <a:srgbClr val="FFFFFF"/>
              </a:gs>
              <a:gs pos="100000">
                <a:srgbClr val="FFCF01"/>
              </a:gs>
            </a:gsLst>
            <a:lin ang="10800000"/>
          </a:gradFill>
          <a:ln>
            <a:noFill/>
          </a:ln>
        </p:spPr>
        <p:style>
          <a:lnRef idx="0">
            <a:scrgbClr r="0" g="0" b="0"/>
          </a:lnRef>
          <a:fillRef idx="0">
            <a:scrgbClr r="0" g="0" b="0"/>
          </a:fillRef>
          <a:effectRef idx="0">
            <a:scrgbClr r="0" g="0" b="0"/>
          </a:effectRef>
          <a:fontRef idx="minor"/>
        </p:style>
      </p:sp>
      <p:sp>
        <p:nvSpPr>
          <p:cNvPr id="279" name="CustomShape 3"/>
          <p:cNvSpPr/>
          <p:nvPr/>
        </p:nvSpPr>
        <p:spPr>
          <a:xfrm>
            <a:off x="490680" y="530280"/>
            <a:ext cx="422280" cy="474480"/>
          </a:xfrm>
          <a:prstGeom prst="rect">
            <a:avLst/>
          </a:prstGeom>
          <a:solidFill>
            <a:srgbClr val="3333CC"/>
          </a:solidFill>
          <a:ln>
            <a:noFill/>
          </a:ln>
        </p:spPr>
        <p:style>
          <a:lnRef idx="0">
            <a:scrgbClr r="0" g="0" b="0"/>
          </a:lnRef>
          <a:fillRef idx="0">
            <a:scrgbClr r="0" g="0" b="0"/>
          </a:fillRef>
          <a:effectRef idx="0">
            <a:scrgbClr r="0" g="0" b="0"/>
          </a:effectRef>
          <a:fontRef idx="minor"/>
        </p:style>
      </p:sp>
      <p:sp>
        <p:nvSpPr>
          <p:cNvPr id="280" name="CustomShape 4"/>
          <p:cNvSpPr/>
          <p:nvPr/>
        </p:nvSpPr>
        <p:spPr>
          <a:xfrm>
            <a:off x="860400" y="530280"/>
            <a:ext cx="368280" cy="474480"/>
          </a:xfrm>
          <a:prstGeom prst="rect">
            <a:avLst/>
          </a:prstGeom>
          <a:gradFill rotWithShape="0">
            <a:gsLst>
              <a:gs pos="0">
                <a:srgbClr val="FFFFFF"/>
              </a:gs>
              <a:gs pos="100000">
                <a:srgbClr val="3333CC"/>
              </a:gs>
            </a:gsLst>
            <a:lin ang="10800000"/>
          </a:gradFill>
          <a:ln>
            <a:noFill/>
          </a:ln>
        </p:spPr>
        <p:style>
          <a:lnRef idx="0">
            <a:scrgbClr r="0" g="0" b="0"/>
          </a:lnRef>
          <a:fillRef idx="0">
            <a:scrgbClr r="0" g="0" b="0"/>
          </a:fillRef>
          <a:effectRef idx="0">
            <a:scrgbClr r="0" g="0" b="0"/>
          </a:effectRef>
          <a:fontRef idx="minor"/>
        </p:style>
      </p:sp>
      <p:sp>
        <p:nvSpPr>
          <p:cNvPr id="281" name="CustomShape 5"/>
          <p:cNvSpPr/>
          <p:nvPr/>
        </p:nvSpPr>
        <p:spPr>
          <a:xfrm>
            <a:off x="76320" y="457200"/>
            <a:ext cx="560160" cy="422280"/>
          </a:xfrm>
          <a:prstGeom prst="rect">
            <a:avLst/>
          </a:prstGeom>
          <a:gradFill rotWithShape="0">
            <a:gsLst>
              <a:gs pos="0">
                <a:srgbClr val="FF0000"/>
              </a:gs>
              <a:gs pos="100000">
                <a:srgbClr val="FFFFFF"/>
              </a:gs>
            </a:gsLst>
            <a:lin ang="8100000"/>
          </a:gradFill>
          <a:ln>
            <a:noFill/>
          </a:ln>
        </p:spPr>
        <p:style>
          <a:lnRef idx="0">
            <a:scrgbClr r="0" g="0" b="0"/>
          </a:lnRef>
          <a:fillRef idx="0">
            <a:scrgbClr r="0" g="0" b="0"/>
          </a:fillRef>
          <a:effectRef idx="0">
            <a:scrgbClr r="0" g="0" b="0"/>
          </a:effectRef>
          <a:fontRef idx="minor"/>
        </p:style>
      </p:sp>
      <p:sp>
        <p:nvSpPr>
          <p:cNvPr id="282" name="CustomShape 6"/>
          <p:cNvSpPr/>
          <p:nvPr/>
        </p:nvSpPr>
        <p:spPr>
          <a:xfrm>
            <a:off x="711360" y="0"/>
            <a:ext cx="31680" cy="1052640"/>
          </a:xfrm>
          <a:prstGeom prst="rect">
            <a:avLst/>
          </a:prstGeom>
          <a:solidFill>
            <a:srgbClr val="1C1C1C"/>
          </a:solidFill>
          <a:ln>
            <a:noFill/>
          </a:ln>
        </p:spPr>
        <p:style>
          <a:lnRef idx="0">
            <a:scrgbClr r="0" g="0" b="0"/>
          </a:lnRef>
          <a:fillRef idx="0">
            <a:scrgbClr r="0" g="0" b="0"/>
          </a:fillRef>
          <a:effectRef idx="0">
            <a:scrgbClr r="0" g="0" b="0"/>
          </a:effectRef>
          <a:fontRef idx="minor"/>
        </p:style>
      </p:sp>
      <p:sp>
        <p:nvSpPr>
          <p:cNvPr id="283" name="CustomShape 7"/>
          <p:cNvSpPr/>
          <p:nvPr/>
        </p:nvSpPr>
        <p:spPr>
          <a:xfrm>
            <a:off x="442800" y="533520"/>
            <a:ext cx="8226360" cy="31680"/>
          </a:xfrm>
          <a:prstGeom prst="rect">
            <a:avLst/>
          </a:prstGeom>
          <a:gradFill rotWithShape="0">
            <a:gsLst>
              <a:gs pos="0">
                <a:srgbClr val="FFFFFF"/>
              </a:gs>
              <a:gs pos="100000">
                <a:srgbClr val="1C1C1C"/>
              </a:gs>
            </a:gsLst>
            <a:lin ang="10800000"/>
          </a:gradFill>
          <a:ln>
            <a:noFill/>
          </a:ln>
        </p:spPr>
        <p:style>
          <a:lnRef idx="0">
            <a:scrgbClr r="0" g="0" b="0"/>
          </a:lnRef>
          <a:fillRef idx="0">
            <a:scrgbClr r="0" g="0" b="0"/>
          </a:fillRef>
          <a:effectRef idx="0">
            <a:scrgbClr r="0" g="0" b="0"/>
          </a:effectRef>
          <a:fontRef idx="minor"/>
        </p:style>
      </p:sp>
      <p:sp>
        <p:nvSpPr>
          <p:cNvPr id="284" name="Line 8"/>
          <p:cNvSpPr/>
          <p:nvPr/>
        </p:nvSpPr>
        <p:spPr>
          <a:xfrm>
            <a:off x="457200" y="2666880"/>
            <a:ext cx="8153280" cy="0"/>
          </a:xfrm>
          <a:prstGeom prst="line">
            <a:avLst/>
          </a:prstGeom>
          <a:ln w="76320">
            <a:solidFill>
              <a:srgbClr val="009900"/>
            </a:solidFill>
            <a:miter/>
          </a:ln>
        </p:spPr>
        <p:style>
          <a:lnRef idx="0">
            <a:scrgbClr r="0" g="0" b="0"/>
          </a:lnRef>
          <a:fillRef idx="0">
            <a:scrgbClr r="0" g="0" b="0"/>
          </a:fillRef>
          <a:effectRef idx="0">
            <a:scrgbClr r="0" g="0" b="0"/>
          </a:effectRef>
          <a:fontRef idx="minor"/>
        </p:style>
      </p:sp>
      <p:sp>
        <p:nvSpPr>
          <p:cNvPr id="285" name="Line 9"/>
          <p:cNvSpPr/>
          <p:nvPr/>
        </p:nvSpPr>
        <p:spPr>
          <a:xfrm>
            <a:off x="458640" y="4876920"/>
            <a:ext cx="8153640" cy="0"/>
          </a:xfrm>
          <a:prstGeom prst="line">
            <a:avLst/>
          </a:prstGeom>
          <a:ln w="76320">
            <a:solidFill>
              <a:srgbClr val="009900"/>
            </a:solidFill>
            <a:miter/>
          </a:ln>
        </p:spPr>
        <p:style>
          <a:lnRef idx="0">
            <a:scrgbClr r="0" g="0" b="0"/>
          </a:lnRef>
          <a:fillRef idx="0">
            <a:scrgbClr r="0" g="0" b="0"/>
          </a:fillRef>
          <a:effectRef idx="0">
            <a:scrgbClr r="0" g="0" b="0"/>
          </a:effectRef>
          <a:fontRef idx="minor"/>
        </p:style>
      </p:sp>
      <p:sp>
        <p:nvSpPr>
          <p:cNvPr id="286" name="CustomShape 10"/>
          <p:cNvSpPr/>
          <p:nvPr/>
        </p:nvSpPr>
        <p:spPr>
          <a:xfrm>
            <a:off x="495360" y="2759040"/>
            <a:ext cx="8077320" cy="2043720"/>
          </a:xfrm>
          <a:prstGeom prst="rect">
            <a:avLst/>
          </a:prstGeom>
          <a:solidFill>
            <a:srgbClr val="99FF33"/>
          </a:solidFill>
          <a:ln>
            <a:noFill/>
          </a:ln>
        </p:spPr>
        <p:style>
          <a:lnRef idx="0">
            <a:scrgbClr r="0" g="0" b="0"/>
          </a:lnRef>
          <a:fillRef idx="0">
            <a:scrgbClr r="0" g="0" b="0"/>
          </a:fillRef>
          <a:effectRef idx="0">
            <a:scrgbClr r="0" g="0" b="0"/>
          </a:effectRef>
          <a:fontRef idx="minor"/>
        </p:style>
        <p:txBody>
          <a:bodyPr lIns="90000" tIns="46800" rIns="90000" bIns="46800">
            <a:spAutoFit/>
          </a:bodyPr>
          <a:lstStyle/>
          <a:p>
            <a:pPr algn="ctr">
              <a:lnSpc>
                <a:spcPct val="100000"/>
              </a:lnSpc>
            </a:pPr>
            <a:br/>
            <a:r>
              <a:rPr lang="en-IN" sz="3200" b="1" strike="noStrike" spc="-1">
                <a:solidFill>
                  <a:srgbClr val="000000"/>
                </a:solidFill>
                <a:latin typeface="Arial"/>
              </a:rPr>
              <a:t>Infrared signals can be used for short-range communication in a closed area using line-of-sight propagation.</a:t>
            </a:r>
            <a:endParaRPr lang="en-IN" sz="3200" b="0" strike="noStrike" spc="-1">
              <a:solidFill>
                <a:srgbClr val="000000"/>
              </a:solidFill>
              <a:latin typeface="Times New Roman"/>
            </a:endParaRPr>
          </a:p>
        </p:txBody>
      </p:sp>
      <p:grpSp>
        <p:nvGrpSpPr>
          <p:cNvPr id="287" name="Group 11"/>
          <p:cNvGrpSpPr/>
          <p:nvPr/>
        </p:nvGrpSpPr>
        <p:grpSpPr>
          <a:xfrm>
            <a:off x="457200" y="2023920"/>
            <a:ext cx="1143000" cy="567000"/>
            <a:chOff x="457200" y="2023920"/>
            <a:chExt cx="1143000" cy="567000"/>
          </a:xfrm>
        </p:grpSpPr>
        <p:pic>
          <p:nvPicPr>
            <p:cNvPr id="288" name="Picture 287"/>
            <p:cNvPicPr/>
            <p:nvPr/>
          </p:nvPicPr>
          <p:blipFill>
            <a:blip r:embed="rId2"/>
            <a:stretch/>
          </p:blipFill>
          <p:spPr>
            <a:xfrm>
              <a:off x="457200" y="2023920"/>
              <a:ext cx="1143000" cy="567000"/>
            </a:xfrm>
            <a:prstGeom prst="rect">
              <a:avLst/>
            </a:prstGeom>
            <a:ln>
              <a:noFill/>
            </a:ln>
          </p:spPr>
        </p:pic>
        <p:sp>
          <p:nvSpPr>
            <p:cNvPr id="289" name="CustomShape 12"/>
            <p:cNvSpPr/>
            <p:nvPr/>
          </p:nvSpPr>
          <p:spPr>
            <a:xfrm>
              <a:off x="592200" y="2023920"/>
              <a:ext cx="871200" cy="520560"/>
            </a:xfrm>
            <a:custGeom>
              <a:avLst/>
              <a:gdLst/>
              <a:ahLst/>
              <a:cxnLst/>
              <a:rect l="l" t="t" r="r" b="b"/>
              <a:pathLst>
                <a:path w="21600" h="21600">
                  <a:moveTo>
                    <a:pt x="0" y="0"/>
                  </a:moveTo>
                  <a:lnTo>
                    <a:pt x="21600" y="0"/>
                  </a:lnTo>
                  <a:lnTo>
                    <a:pt x="21600" y="21600"/>
                  </a:lnTo>
                  <a:lnTo>
                    <a:pt x="0" y="21600"/>
                  </a:lnTo>
                  <a:lnTo>
                    <a:pt x="0" y="0"/>
                  </a:lnTo>
                  <a:close/>
                </a:path>
              </a:pathLst>
            </a:custGeom>
            <a:noFill/>
            <a:ln>
              <a:noFill/>
            </a:ln>
          </p:spPr>
          <p:style>
            <a:lnRef idx="0">
              <a:scrgbClr r="0" g="0" b="0"/>
            </a:lnRef>
            <a:fillRef idx="0">
              <a:scrgbClr r="0" g="0" b="0"/>
            </a:fillRef>
            <a:effectRef idx="0">
              <a:scrgbClr r="0" g="0" b="0"/>
            </a:effectRef>
            <a:fontRef idx="minor"/>
          </p:style>
          <p:txBody>
            <a:bodyPr wrap="none" lIns="90000" tIns="46800" rIns="90000" bIns="46800">
              <a:spAutoFit/>
            </a:bodyPr>
            <a:lstStyle/>
            <a:p>
              <a:r>
                <a:rPr lang="en-IN" sz="2800" b="1" i="1" strike="noStrike" spc="-1">
                  <a:solidFill>
                    <a:srgbClr val="FF0000"/>
                  </a:solidFill>
                  <a:latin typeface="Times New Roman"/>
                </a:rPr>
                <a:t>Note</a:t>
              </a:r>
              <a:endParaRPr lang="en-IN" sz="2800" b="0" strike="noStrike" spc="-1">
                <a:solidFill>
                  <a:srgbClr val="000000"/>
                </a:solidFill>
                <a:latin typeface="Times New Roman"/>
              </a:endParaRPr>
            </a:p>
          </p:txBody>
        </p:sp>
      </p:gr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90" name="TextShape 1"/>
          <p:cNvSpPr txBox="1"/>
          <p:nvPr/>
        </p:nvSpPr>
        <p:spPr>
          <a:xfrm>
            <a:off x="685800" y="609120"/>
            <a:ext cx="7772400" cy="1143000"/>
          </a:xfrm>
          <a:prstGeom prst="rect">
            <a:avLst/>
          </a:prstGeom>
          <a:noFill/>
          <a:ln>
            <a:noFill/>
          </a:ln>
        </p:spPr>
        <p:txBody>
          <a:bodyPr lIns="90000" tIns="46800" rIns="90000" bIns="46800">
            <a:noAutofit/>
          </a:bodyPr>
          <a:lstStyle/>
          <a:p>
            <a:r>
              <a:rPr lang="en-IN" sz="4400" b="0" strike="noStrike" spc="-1">
                <a:solidFill>
                  <a:srgbClr val="333399"/>
                </a:solidFill>
                <a:latin typeface="Tahoma"/>
              </a:rPr>
              <a:t>Wireless Channels</a:t>
            </a:r>
          </a:p>
        </p:txBody>
      </p:sp>
      <p:sp>
        <p:nvSpPr>
          <p:cNvPr id="291" name="TextShape 2"/>
          <p:cNvSpPr txBox="1"/>
          <p:nvPr/>
        </p:nvSpPr>
        <p:spPr>
          <a:xfrm>
            <a:off x="685800" y="1981080"/>
            <a:ext cx="7772400" cy="4114800"/>
          </a:xfrm>
          <a:prstGeom prst="rect">
            <a:avLst/>
          </a:prstGeom>
          <a:noFill/>
          <a:ln>
            <a:noFill/>
          </a:ln>
        </p:spPr>
        <p:txBody>
          <a:bodyPr lIns="90000" tIns="46800" rIns="90000" bIns="46800">
            <a:normAutofit/>
          </a:bodyPr>
          <a:lstStyle/>
          <a:p>
            <a:pPr marL="342720" indent="-342720">
              <a:lnSpc>
                <a:spcPct val="90000"/>
              </a:lnSpc>
              <a:spcBef>
                <a:spcPts val="697"/>
              </a:spcBef>
              <a:buClr>
                <a:srgbClr val="3333CC"/>
              </a:buClr>
              <a:buSzPct val="60000"/>
              <a:buFont typeface="Wingdings" charset="2"/>
              <a:buChar char=""/>
            </a:pPr>
            <a:r>
              <a:rPr lang="en-US" sz="2800" b="0" strike="noStrike" spc="-1">
                <a:solidFill>
                  <a:srgbClr val="000000"/>
                </a:solidFill>
                <a:latin typeface="Tahoma"/>
              </a:rPr>
              <a:t>Are subject to a lot more errors than guided media channels.</a:t>
            </a:r>
            <a:endParaRPr lang="en-IN" sz="2800" b="0" strike="noStrike" spc="-1">
              <a:solidFill>
                <a:srgbClr val="000000"/>
              </a:solidFill>
              <a:latin typeface="Tahoma"/>
            </a:endParaRPr>
          </a:p>
          <a:p>
            <a:pPr marL="342720" indent="-342720">
              <a:lnSpc>
                <a:spcPct val="90000"/>
              </a:lnSpc>
              <a:spcBef>
                <a:spcPts val="697"/>
              </a:spcBef>
              <a:buClr>
                <a:srgbClr val="3333CC"/>
              </a:buClr>
              <a:buSzPct val="60000"/>
              <a:buFont typeface="Wingdings" charset="2"/>
              <a:buChar char=""/>
            </a:pPr>
            <a:r>
              <a:rPr lang="en-US" sz="2800" b="0" strike="noStrike" spc="-1">
                <a:solidFill>
                  <a:srgbClr val="000000"/>
                </a:solidFill>
                <a:latin typeface="Tahoma"/>
              </a:rPr>
              <a:t>Interference is one cause for errors, can be circumvented with high SNR.</a:t>
            </a:r>
            <a:endParaRPr lang="en-IN" sz="2800" b="0" strike="noStrike" spc="-1">
              <a:solidFill>
                <a:srgbClr val="000000"/>
              </a:solidFill>
              <a:latin typeface="Tahoma"/>
            </a:endParaRPr>
          </a:p>
          <a:p>
            <a:pPr marL="342720" indent="-342720">
              <a:lnSpc>
                <a:spcPct val="90000"/>
              </a:lnSpc>
              <a:spcBef>
                <a:spcPts val="697"/>
              </a:spcBef>
              <a:buClr>
                <a:srgbClr val="3333CC"/>
              </a:buClr>
              <a:buSzPct val="60000"/>
              <a:buFont typeface="Wingdings" charset="2"/>
              <a:buChar char=""/>
            </a:pPr>
            <a:r>
              <a:rPr lang="en-US" sz="2800" b="0" strike="noStrike" spc="-1">
                <a:solidFill>
                  <a:srgbClr val="000000"/>
                </a:solidFill>
                <a:latin typeface="Tahoma"/>
              </a:rPr>
              <a:t>The higher the SNR the less capacity is available for transmission due to the broadcast nature of the channel.</a:t>
            </a:r>
            <a:endParaRPr lang="en-IN" sz="2800" b="0" strike="noStrike" spc="-1">
              <a:solidFill>
                <a:srgbClr val="000000"/>
              </a:solidFill>
              <a:latin typeface="Tahoma"/>
            </a:endParaRPr>
          </a:p>
          <a:p>
            <a:pPr marL="342720" indent="-342720">
              <a:lnSpc>
                <a:spcPct val="90000"/>
              </a:lnSpc>
              <a:spcBef>
                <a:spcPts val="697"/>
              </a:spcBef>
              <a:buClr>
                <a:srgbClr val="3333CC"/>
              </a:buClr>
              <a:buSzPct val="60000"/>
              <a:buFont typeface="Wingdings" charset="2"/>
              <a:buChar char=""/>
            </a:pPr>
            <a:r>
              <a:rPr lang="en-US" sz="2800" b="0" strike="noStrike" spc="-1">
                <a:solidFill>
                  <a:srgbClr val="000000"/>
                </a:solidFill>
                <a:latin typeface="Tahoma"/>
              </a:rPr>
              <a:t>Channel also subject to fading and no coverage holes.</a:t>
            </a:r>
            <a:endParaRPr lang="en-IN" sz="2800" b="0" strike="noStrike" spc="-1">
              <a:solidFill>
                <a:srgbClr val="000000"/>
              </a:solidFill>
              <a:latin typeface="Tahoma"/>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3255</TotalTime>
  <Words>993</Words>
  <Application>Microsoft Office PowerPoint</Application>
  <PresentationFormat>On-screen Show (4:3)</PresentationFormat>
  <Paragraphs>90</Paragraphs>
  <Slides>34</Slides>
  <Notes>3</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34</vt:i4>
      </vt:variant>
    </vt:vector>
  </HeadingPairs>
  <TitlesOfParts>
    <vt:vector size="45" baseType="lpstr">
      <vt:lpstr>Arial</vt:lpstr>
      <vt:lpstr>Calibri</vt:lpstr>
      <vt:lpstr>McGrawHill-Italic</vt:lpstr>
      <vt:lpstr>Tahoma</vt:lpstr>
      <vt:lpstr>Times New Roman</vt:lpstr>
      <vt:lpstr>Tw Cen MT</vt:lpstr>
      <vt:lpstr>Wingdings</vt:lpstr>
      <vt:lpstr>Wingdings 2</vt:lpstr>
      <vt:lpstr>Office Theme</vt:lpstr>
      <vt:lpstr>Office Theme</vt:lpstr>
      <vt:lpstr>Office Theme</vt:lpstr>
      <vt:lpstr>COMPUTER NETWORKS (BCSC 0008)</vt:lpstr>
      <vt:lpstr>PowerPoint Presentation</vt:lpstr>
      <vt:lpstr>PowerPoint Presentation</vt:lpstr>
      <vt:lpstr>PowerPoint Presentation</vt:lpstr>
      <vt:lpstr>PowerPoint Presentation</vt:lpstr>
      <vt:lpstr>PowerPoint Presentation</vt:lpstr>
      <vt:lpstr>Twisted-pair cable</vt:lpstr>
      <vt:lpstr>PowerPoint Presentation</vt:lpstr>
      <vt:lpstr>PowerPoint Presentation</vt:lpstr>
      <vt:lpstr>PowerPoint Presentation</vt:lpstr>
      <vt:lpstr>PowerPoint Presentation</vt:lpstr>
      <vt:lpstr>Coaxial cable</vt:lpstr>
      <vt:lpstr>PowerPoint Presentation</vt:lpstr>
      <vt:lpstr>PowerPoint Presentation</vt:lpstr>
      <vt:lpstr>PowerPoint Presentation</vt:lpstr>
      <vt:lpstr>PowerPoint Presentation</vt:lpstr>
      <vt:lpstr>Optical fiber</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Valued Gateway Client</dc:creator>
  <dc:description/>
  <cp:lastModifiedBy>Mili Dhar</cp:lastModifiedBy>
  <cp:revision>188</cp:revision>
  <dcterms:created xsi:type="dcterms:W3CDTF">2000-01-15T10:20:39Z</dcterms:created>
  <dcterms:modified xsi:type="dcterms:W3CDTF">2022-09-10T09:23:24Z</dcterms:modified>
  <dc:language>en-IN</dc:language>
</cp:coreProperties>
</file>