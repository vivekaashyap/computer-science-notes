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4"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7" r:id="rId50"/>
    <p:sldId id="308" r:id="rId51"/>
    <p:sldId id="309" r:id="rId52"/>
    <p:sldId id="310" r:id="rId53"/>
    <p:sldId id="311" r:id="rId54"/>
    <p:sldId id="312" r:id="rId55"/>
    <p:sldId id="313" r:id="rId56"/>
    <p:sldId id="314" r:id="rId57"/>
    <p:sldId id="315" r:id="rId58"/>
    <p:sldId id="316"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2"/>
      </p:cViewPr>
      <p:guideLst/>
    </p:cSldViewPr>
  </p:slideViewPr>
  <p:notesTextViewPr>
    <p:cViewPr>
      <p:scale>
        <a:sx n="1" d="1"/>
        <a:sy n="1" d="1"/>
      </p:scale>
      <p:origin x="0" y="0"/>
    </p:cViewPr>
  </p:notesTextViewPr>
  <p:notesViewPr>
    <p:cSldViewPr snapToGrid="0">
      <p:cViewPr varScale="1">
        <p:scale>
          <a:sx n="55" d="100"/>
          <a:sy n="55"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5" name="PlaceHolder 1"/>
          <p:cNvSpPr>
            <a:spLocks noGrp="1" noRot="1" noChangeAspect="1"/>
          </p:cNvSpPr>
          <p:nvPr>
            <p:ph type="sldImg"/>
          </p:nvPr>
        </p:nvSpPr>
        <p:spPr>
          <a:xfrm>
            <a:off x="1108075" y="812800"/>
            <a:ext cx="5343525" cy="4008438"/>
          </a:xfrm>
          <a:prstGeom prst="rect">
            <a:avLst/>
          </a:prstGeom>
        </p:spPr>
        <p:txBody>
          <a:bodyPr lIns="0" tIns="0" rIns="0" bIns="0" anchor="ctr">
            <a:noAutofit/>
          </a:bodyPr>
          <a:lstStyle/>
          <a:p>
            <a:r>
              <a:rPr lang="en-US" sz="1800" b="0" strike="noStrike" spc="-1">
                <a:solidFill>
                  <a:srgbClr val="000000"/>
                </a:solidFill>
                <a:latin typeface="Calibri"/>
              </a:rPr>
              <a:t>Click to move the slide</a:t>
            </a:r>
          </a:p>
        </p:txBody>
      </p:sp>
      <p:sp>
        <p:nvSpPr>
          <p:cNvPr id="166" name="PlaceHolder 2"/>
          <p:cNvSpPr>
            <a:spLocks noGrp="1"/>
          </p:cNvSpPr>
          <p:nvPr>
            <p:ph type="body"/>
          </p:nvPr>
        </p:nvSpPr>
        <p:spPr>
          <a:xfrm>
            <a:off x="756000" y="5078520"/>
            <a:ext cx="6047640" cy="4811040"/>
          </a:xfrm>
          <a:prstGeom prst="rect">
            <a:avLst/>
          </a:prstGeom>
        </p:spPr>
        <p:txBody>
          <a:bodyPr lIns="0" tIns="0" rIns="0" bIns="0">
            <a:noAutofit/>
          </a:bodyPr>
          <a:lstStyle/>
          <a:p>
            <a:r>
              <a:rPr lang="en-IN" sz="2000" b="0" strike="noStrike" spc="-1">
                <a:latin typeface="Arial"/>
              </a:rPr>
              <a:t>Click to edit the notes format</a:t>
            </a:r>
          </a:p>
        </p:txBody>
      </p:sp>
      <p:sp>
        <p:nvSpPr>
          <p:cNvPr id="167" name="PlaceHolder 3"/>
          <p:cNvSpPr>
            <a:spLocks noGrp="1"/>
          </p:cNvSpPr>
          <p:nvPr>
            <p:ph type="hdr"/>
          </p:nvPr>
        </p:nvSpPr>
        <p:spPr>
          <a:xfrm>
            <a:off x="0" y="0"/>
            <a:ext cx="3280680" cy="534240"/>
          </a:xfrm>
          <a:prstGeom prst="rect">
            <a:avLst/>
          </a:prstGeom>
        </p:spPr>
        <p:txBody>
          <a:bodyPr lIns="0" tIns="0" rIns="0" bIns="0">
            <a:noAutofit/>
          </a:bodyPr>
          <a:lstStyle/>
          <a:p>
            <a:r>
              <a:rPr lang="en-IN" sz="1400" b="0" strike="noStrike" spc="-1">
                <a:latin typeface="Times New Roman"/>
              </a:rPr>
              <a:t>&lt;header&gt;</a:t>
            </a:r>
          </a:p>
        </p:txBody>
      </p:sp>
      <p:sp>
        <p:nvSpPr>
          <p:cNvPr id="168"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IN" sz="1400" b="0" strike="noStrike" spc="-1">
                <a:latin typeface="Times New Roman"/>
              </a:rPr>
              <a:t>&lt;date/time&gt;</a:t>
            </a:r>
          </a:p>
        </p:txBody>
      </p:sp>
      <p:sp>
        <p:nvSpPr>
          <p:cNvPr id="169"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IN" sz="1400" b="0" strike="noStrike" spc="-1">
                <a:latin typeface="Times New Roman"/>
              </a:rPr>
              <a:t>&lt;footer&gt;</a:t>
            </a:r>
          </a:p>
        </p:txBody>
      </p:sp>
      <p:sp>
        <p:nvSpPr>
          <p:cNvPr id="170"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85FA90AE-A237-482B-B686-521CB0366245}" type="slidenum">
              <a:rPr lang="en-IN" sz="1400" b="0" strike="noStrike" spc="-1">
                <a:latin typeface="Times New Roman"/>
              </a:rPr>
              <a:t>‹#›</a:t>
            </a:fld>
            <a:endParaRPr lang="en-IN"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A8B5596-92D0-4270-ADC7-87BA34298D65}" type="slidenum">
              <a:rPr lang="en-US" sz="1200" b="0" strike="noStrike" spc="-1">
                <a:latin typeface="Times New Roman"/>
              </a:rPr>
              <a:t>3</a:t>
            </a:fld>
            <a:endParaRPr lang="en-IN" sz="1200" b="0" strike="noStrike" spc="-1">
              <a:latin typeface="Times New Roman"/>
            </a:endParaRPr>
          </a:p>
        </p:txBody>
      </p:sp>
      <p:sp>
        <p:nvSpPr>
          <p:cNvPr id="706" name="PlaceHolder 2"/>
          <p:cNvSpPr>
            <a:spLocks noGrp="1" noRot="1" noChangeAspect="1"/>
          </p:cNvSpPr>
          <p:nvPr>
            <p:ph type="sldImg"/>
          </p:nvPr>
        </p:nvSpPr>
        <p:spPr>
          <a:xfrm>
            <a:off x="1371600" y="1143000"/>
            <a:ext cx="4114800" cy="3086100"/>
          </a:xfrm>
          <a:prstGeom prst="rect">
            <a:avLst/>
          </a:prstGeom>
        </p:spPr>
      </p:sp>
      <p:sp>
        <p:nvSpPr>
          <p:cNvPr id="707"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FE00C6ED-BC9E-49E4-930F-FF0E5808C944}" type="slidenum">
              <a:rPr lang="en-US" sz="1200" b="0" strike="noStrike" spc="-1">
                <a:latin typeface="Times New Roman"/>
              </a:rPr>
              <a:t>8</a:t>
            </a:fld>
            <a:endParaRPr lang="en-IN" sz="1200" b="0" strike="noStrike" spc="-1">
              <a:latin typeface="Times New Roman"/>
            </a:endParaRPr>
          </a:p>
        </p:txBody>
      </p:sp>
      <p:sp>
        <p:nvSpPr>
          <p:cNvPr id="709" name="PlaceHolder 2"/>
          <p:cNvSpPr>
            <a:spLocks noGrp="1" noRot="1" noChangeAspect="1"/>
          </p:cNvSpPr>
          <p:nvPr>
            <p:ph type="sldImg"/>
          </p:nvPr>
        </p:nvSpPr>
        <p:spPr>
          <a:xfrm>
            <a:off x="1371600" y="1143000"/>
            <a:ext cx="4114800" cy="3086100"/>
          </a:xfrm>
          <a:prstGeom prst="rect">
            <a:avLst/>
          </a:prstGeom>
        </p:spPr>
      </p:sp>
      <p:sp>
        <p:nvSpPr>
          <p:cNvPr id="710"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608D99DC-E3FB-49E9-8A6D-9024FBE4B892}" type="slidenum">
              <a:rPr lang="en-US" sz="1200" b="0" strike="noStrike" spc="-1">
                <a:latin typeface="Times New Roman"/>
              </a:rPr>
              <a:t>9</a:t>
            </a:fld>
            <a:endParaRPr lang="en-IN" sz="1200" b="0" strike="noStrike" spc="-1">
              <a:latin typeface="Times New Roman"/>
            </a:endParaRPr>
          </a:p>
        </p:txBody>
      </p:sp>
      <p:sp>
        <p:nvSpPr>
          <p:cNvPr id="712" name="PlaceHolder 2"/>
          <p:cNvSpPr>
            <a:spLocks noGrp="1" noRot="1" noChangeAspect="1"/>
          </p:cNvSpPr>
          <p:nvPr>
            <p:ph type="sldImg"/>
          </p:nvPr>
        </p:nvSpPr>
        <p:spPr>
          <a:xfrm>
            <a:off x="1371600" y="1143000"/>
            <a:ext cx="4114800" cy="3086100"/>
          </a:xfrm>
          <a:prstGeom prst="rect">
            <a:avLst/>
          </a:prstGeom>
        </p:spPr>
      </p:sp>
      <p:sp>
        <p:nvSpPr>
          <p:cNvPr id="713"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408A8A51-DCE0-46E5-BCAD-22F491067187}" type="slidenum">
              <a:rPr lang="en-US" sz="1200" b="0" strike="noStrike" spc="-1">
                <a:latin typeface="Times New Roman"/>
              </a:rPr>
              <a:t>10</a:t>
            </a:fld>
            <a:endParaRPr lang="en-IN" sz="1200" b="0" strike="noStrike" spc="-1">
              <a:latin typeface="Times New Roman"/>
            </a:endParaRPr>
          </a:p>
        </p:txBody>
      </p:sp>
      <p:sp>
        <p:nvSpPr>
          <p:cNvPr id="715" name="PlaceHolder 2"/>
          <p:cNvSpPr>
            <a:spLocks noGrp="1" noRot="1" noChangeAspect="1"/>
          </p:cNvSpPr>
          <p:nvPr>
            <p:ph type="sldImg"/>
          </p:nvPr>
        </p:nvSpPr>
        <p:spPr>
          <a:xfrm>
            <a:off x="1371600" y="1143000"/>
            <a:ext cx="4114800" cy="3086100"/>
          </a:xfrm>
          <a:prstGeom prst="rect">
            <a:avLst/>
          </a:prstGeom>
        </p:spPr>
      </p:sp>
      <p:sp>
        <p:nvSpPr>
          <p:cNvPr id="716"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7A7FC520-EE15-4720-9362-5E06B8252472}" type="slidenum">
              <a:rPr lang="en-US" sz="1200" b="0" strike="noStrike" spc="-1">
                <a:latin typeface="Times New Roman"/>
              </a:rPr>
              <a:t>12</a:t>
            </a:fld>
            <a:endParaRPr lang="en-IN" sz="1200" b="0" strike="noStrike" spc="-1">
              <a:latin typeface="Times New Roman"/>
            </a:endParaRPr>
          </a:p>
        </p:txBody>
      </p:sp>
      <p:sp>
        <p:nvSpPr>
          <p:cNvPr id="718" name="PlaceHolder 2"/>
          <p:cNvSpPr>
            <a:spLocks noGrp="1" noRot="1" noChangeAspect="1"/>
          </p:cNvSpPr>
          <p:nvPr>
            <p:ph type="sldImg"/>
          </p:nvPr>
        </p:nvSpPr>
        <p:spPr>
          <a:xfrm>
            <a:off x="1371600" y="1143000"/>
            <a:ext cx="4114800" cy="3086100"/>
          </a:xfrm>
          <a:prstGeom prst="rect">
            <a:avLst/>
          </a:prstGeom>
        </p:spPr>
      </p:sp>
      <p:sp>
        <p:nvSpPr>
          <p:cNvPr id="719"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D2273CBD-A26B-4126-9FB8-C8481C16CEA4}" type="slidenum">
              <a:rPr lang="en-US" sz="1200" b="0" strike="noStrike" spc="-1">
                <a:latin typeface="Times New Roman"/>
              </a:rPr>
              <a:t>15</a:t>
            </a:fld>
            <a:endParaRPr lang="en-IN" sz="1200" b="0" strike="noStrike" spc="-1">
              <a:latin typeface="Times New Roman"/>
            </a:endParaRPr>
          </a:p>
        </p:txBody>
      </p:sp>
      <p:sp>
        <p:nvSpPr>
          <p:cNvPr id="721" name="PlaceHolder 2"/>
          <p:cNvSpPr>
            <a:spLocks noGrp="1" noRot="1" noChangeAspect="1"/>
          </p:cNvSpPr>
          <p:nvPr>
            <p:ph type="sldImg"/>
          </p:nvPr>
        </p:nvSpPr>
        <p:spPr>
          <a:xfrm>
            <a:off x="1371600" y="1143000"/>
            <a:ext cx="4114800" cy="3086100"/>
          </a:xfrm>
          <a:prstGeom prst="rect">
            <a:avLst/>
          </a:prstGeom>
        </p:spPr>
      </p:sp>
      <p:sp>
        <p:nvSpPr>
          <p:cNvPr id="722"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ADE34C2-2DF8-4A99-9EBC-0B322AC743DC}" type="slidenum">
              <a:rPr lang="en-US" sz="1200" b="0" strike="noStrike" spc="-1">
                <a:latin typeface="Times New Roman"/>
              </a:rPr>
              <a:t>16</a:t>
            </a:fld>
            <a:endParaRPr lang="en-IN" sz="1200" b="0" strike="noStrike" spc="-1">
              <a:latin typeface="Times New Roman"/>
            </a:endParaRPr>
          </a:p>
        </p:txBody>
      </p:sp>
      <p:sp>
        <p:nvSpPr>
          <p:cNvPr id="724" name="PlaceHolder 2"/>
          <p:cNvSpPr>
            <a:spLocks noGrp="1" noRot="1" noChangeAspect="1"/>
          </p:cNvSpPr>
          <p:nvPr>
            <p:ph type="sldImg"/>
          </p:nvPr>
        </p:nvSpPr>
        <p:spPr>
          <a:xfrm>
            <a:off x="1371600" y="1143000"/>
            <a:ext cx="4114800" cy="3086100"/>
          </a:xfrm>
          <a:prstGeom prst="rect">
            <a:avLst/>
          </a:prstGeom>
        </p:spPr>
      </p:sp>
      <p:sp>
        <p:nvSpPr>
          <p:cNvPr id="725"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9F8BA2F0-7258-41CF-A698-92D5B84A885E}" type="slidenum">
              <a:rPr lang="en-US" sz="1200" b="0" strike="noStrike" spc="-1">
                <a:latin typeface="Times New Roman"/>
              </a:rPr>
              <a:t>17</a:t>
            </a:fld>
            <a:endParaRPr lang="en-IN" sz="1200" b="0" strike="noStrike" spc="-1">
              <a:latin typeface="Times New Roman"/>
            </a:endParaRPr>
          </a:p>
        </p:txBody>
      </p:sp>
      <p:sp>
        <p:nvSpPr>
          <p:cNvPr id="727" name="PlaceHolder 2"/>
          <p:cNvSpPr>
            <a:spLocks noGrp="1" noRot="1" noChangeAspect="1"/>
          </p:cNvSpPr>
          <p:nvPr>
            <p:ph type="sldImg"/>
          </p:nvPr>
        </p:nvSpPr>
        <p:spPr>
          <a:xfrm>
            <a:off x="1371600" y="1143000"/>
            <a:ext cx="4114800" cy="3086100"/>
          </a:xfrm>
          <a:prstGeom prst="rect">
            <a:avLst/>
          </a:prstGeom>
        </p:spPr>
      </p:sp>
      <p:sp>
        <p:nvSpPr>
          <p:cNvPr id="728"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242124E7-7B80-4606-8FE5-B6ECCAAE5E18}" type="slidenum">
              <a:rPr lang="en-US" sz="1200" b="0" strike="noStrike" spc="-1">
                <a:latin typeface="Times New Roman"/>
              </a:rPr>
              <a:t>18</a:t>
            </a:fld>
            <a:endParaRPr lang="en-IN" sz="1200" b="0" strike="noStrike" spc="-1">
              <a:latin typeface="Times New Roman"/>
            </a:endParaRPr>
          </a:p>
        </p:txBody>
      </p:sp>
      <p:sp>
        <p:nvSpPr>
          <p:cNvPr id="730" name="PlaceHolder 2"/>
          <p:cNvSpPr>
            <a:spLocks noGrp="1" noRot="1" noChangeAspect="1"/>
          </p:cNvSpPr>
          <p:nvPr>
            <p:ph type="sldImg"/>
          </p:nvPr>
        </p:nvSpPr>
        <p:spPr>
          <a:xfrm>
            <a:off x="1371600" y="1143000"/>
            <a:ext cx="4114800" cy="3086100"/>
          </a:xfrm>
          <a:prstGeom prst="rect">
            <a:avLst/>
          </a:prstGeom>
        </p:spPr>
      </p:sp>
      <p:sp>
        <p:nvSpPr>
          <p:cNvPr id="731"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87E6C5C4-CAF1-4BD8-A241-95F5F4A798D2}" type="slidenum">
              <a:rPr lang="en-US" sz="1200" b="0" strike="noStrike" spc="-1">
                <a:latin typeface="Times New Roman"/>
              </a:rPr>
              <a:t>19</a:t>
            </a:fld>
            <a:endParaRPr lang="en-IN" sz="1200" b="0" strike="noStrike" spc="-1">
              <a:latin typeface="Times New Roman"/>
            </a:endParaRPr>
          </a:p>
        </p:txBody>
      </p:sp>
      <p:sp>
        <p:nvSpPr>
          <p:cNvPr id="733" name="PlaceHolder 2"/>
          <p:cNvSpPr>
            <a:spLocks noGrp="1" noRot="1" noChangeAspect="1"/>
          </p:cNvSpPr>
          <p:nvPr>
            <p:ph type="sldImg"/>
          </p:nvPr>
        </p:nvSpPr>
        <p:spPr>
          <a:xfrm>
            <a:off x="1371600" y="1143000"/>
            <a:ext cx="4114800" cy="3086100"/>
          </a:xfrm>
          <a:prstGeom prst="rect">
            <a:avLst/>
          </a:prstGeom>
        </p:spPr>
      </p:sp>
      <p:sp>
        <p:nvSpPr>
          <p:cNvPr id="734"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CC476AB-665C-4CFF-AEDF-18E345EDE259}" type="slidenum">
              <a:rPr lang="en-US" sz="1200" b="0" strike="noStrike" spc="-1">
                <a:latin typeface="Times New Roman"/>
              </a:rPr>
              <a:t>20</a:t>
            </a:fld>
            <a:endParaRPr lang="en-IN" sz="1200" b="0" strike="noStrike" spc="-1">
              <a:latin typeface="Times New Roman"/>
            </a:endParaRPr>
          </a:p>
        </p:txBody>
      </p:sp>
      <p:sp>
        <p:nvSpPr>
          <p:cNvPr id="736" name="PlaceHolder 2"/>
          <p:cNvSpPr>
            <a:spLocks noGrp="1" noRot="1" noChangeAspect="1"/>
          </p:cNvSpPr>
          <p:nvPr>
            <p:ph type="sldImg"/>
          </p:nvPr>
        </p:nvSpPr>
        <p:spPr>
          <a:xfrm>
            <a:off x="1371600" y="1143000"/>
            <a:ext cx="4114800" cy="3086100"/>
          </a:xfrm>
          <a:prstGeom prst="rect">
            <a:avLst/>
          </a:prstGeom>
        </p:spPr>
      </p:sp>
      <p:sp>
        <p:nvSpPr>
          <p:cNvPr id="737"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BE3DB6E1-8B32-480A-9464-17FA95D82632}" type="slidenum">
              <a:rPr lang="en-US" sz="1200" b="0" strike="noStrike" spc="-1">
                <a:latin typeface="Times New Roman"/>
              </a:rPr>
              <a:t>21</a:t>
            </a:fld>
            <a:endParaRPr lang="en-IN" sz="1200" b="0" strike="noStrike" spc="-1">
              <a:latin typeface="Times New Roman"/>
            </a:endParaRPr>
          </a:p>
        </p:txBody>
      </p:sp>
      <p:sp>
        <p:nvSpPr>
          <p:cNvPr id="739" name="PlaceHolder 2"/>
          <p:cNvSpPr>
            <a:spLocks noGrp="1" noRot="1" noChangeAspect="1"/>
          </p:cNvSpPr>
          <p:nvPr>
            <p:ph type="sldImg"/>
          </p:nvPr>
        </p:nvSpPr>
        <p:spPr>
          <a:xfrm>
            <a:off x="1371600" y="1143000"/>
            <a:ext cx="4114800" cy="3086100"/>
          </a:xfrm>
          <a:prstGeom prst="rect">
            <a:avLst/>
          </a:prstGeom>
        </p:spPr>
      </p:sp>
      <p:sp>
        <p:nvSpPr>
          <p:cNvPr id="740"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D8D485DF-90B9-45D7-88B9-8CF80111F35A}" type="slidenum">
              <a:rPr lang="en-US" sz="1200" b="0" strike="noStrike" spc="-1">
                <a:latin typeface="Times New Roman"/>
              </a:rPr>
              <a:t>22</a:t>
            </a:fld>
            <a:endParaRPr lang="en-IN" sz="1200" b="0" strike="noStrike" spc="-1">
              <a:latin typeface="Times New Roman"/>
            </a:endParaRPr>
          </a:p>
        </p:txBody>
      </p:sp>
      <p:sp>
        <p:nvSpPr>
          <p:cNvPr id="742" name="PlaceHolder 2"/>
          <p:cNvSpPr>
            <a:spLocks noGrp="1" noRot="1" noChangeAspect="1"/>
          </p:cNvSpPr>
          <p:nvPr>
            <p:ph type="sldImg"/>
          </p:nvPr>
        </p:nvSpPr>
        <p:spPr>
          <a:xfrm>
            <a:off x="1371600" y="1143000"/>
            <a:ext cx="4114800" cy="3086100"/>
          </a:xfrm>
          <a:prstGeom prst="rect">
            <a:avLst/>
          </a:prstGeom>
        </p:spPr>
      </p:sp>
      <p:sp>
        <p:nvSpPr>
          <p:cNvPr id="743"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09D4964D-2B37-4365-92D9-B571592D00F5}" type="slidenum">
              <a:rPr lang="en-US" sz="1200" b="0" strike="noStrike" spc="-1">
                <a:solidFill>
                  <a:srgbClr val="000000"/>
                </a:solidFill>
                <a:latin typeface="Times New Roman"/>
              </a:rPr>
              <a:t>23</a:t>
            </a:fld>
            <a:endParaRPr lang="en-IN" sz="1200" b="0" strike="noStrike" spc="-1">
              <a:latin typeface="Times New Roman"/>
            </a:endParaRPr>
          </a:p>
        </p:txBody>
      </p:sp>
      <p:sp>
        <p:nvSpPr>
          <p:cNvPr id="745" name="PlaceHolder 2"/>
          <p:cNvSpPr>
            <a:spLocks noGrp="1" noRot="1" noChangeAspect="1"/>
          </p:cNvSpPr>
          <p:nvPr>
            <p:ph type="sldImg"/>
          </p:nvPr>
        </p:nvSpPr>
        <p:spPr>
          <a:xfrm>
            <a:off x="1371600" y="1143000"/>
            <a:ext cx="4114800" cy="3086100"/>
          </a:xfrm>
          <a:prstGeom prst="rect">
            <a:avLst/>
          </a:prstGeom>
        </p:spPr>
      </p:sp>
      <p:sp>
        <p:nvSpPr>
          <p:cNvPr id="746"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12EA52C4-FCFA-4710-97BA-2AF94C94DAFD}" type="slidenum">
              <a:rPr lang="en-US" sz="1200" b="0" strike="noStrike" spc="-1">
                <a:solidFill>
                  <a:srgbClr val="000000"/>
                </a:solidFill>
                <a:latin typeface="Times New Roman"/>
              </a:rPr>
              <a:t>24</a:t>
            </a:fld>
            <a:endParaRPr lang="en-IN" sz="1200" b="0" strike="noStrike" spc="-1">
              <a:latin typeface="Times New Roman"/>
            </a:endParaRPr>
          </a:p>
        </p:txBody>
      </p:sp>
      <p:sp>
        <p:nvSpPr>
          <p:cNvPr id="748" name="PlaceHolder 2"/>
          <p:cNvSpPr>
            <a:spLocks noGrp="1" noRot="1" noChangeAspect="1"/>
          </p:cNvSpPr>
          <p:nvPr>
            <p:ph type="sldImg"/>
          </p:nvPr>
        </p:nvSpPr>
        <p:spPr>
          <a:xfrm>
            <a:off x="1371600" y="1143000"/>
            <a:ext cx="4114800" cy="3086100"/>
          </a:xfrm>
          <a:prstGeom prst="rect">
            <a:avLst/>
          </a:prstGeom>
        </p:spPr>
      </p:sp>
      <p:sp>
        <p:nvSpPr>
          <p:cNvPr id="749"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3C356CF4-31E4-4D6D-A97E-0F051641DA9F}" type="slidenum">
              <a:rPr lang="en-US" sz="1200" b="0" strike="noStrike" spc="-1">
                <a:solidFill>
                  <a:srgbClr val="000000"/>
                </a:solidFill>
                <a:latin typeface="Times New Roman"/>
              </a:rPr>
              <a:t>25</a:t>
            </a:fld>
            <a:endParaRPr lang="en-IN" sz="1200" b="0" strike="noStrike" spc="-1">
              <a:latin typeface="Times New Roman"/>
            </a:endParaRPr>
          </a:p>
        </p:txBody>
      </p:sp>
      <p:sp>
        <p:nvSpPr>
          <p:cNvPr id="751" name="PlaceHolder 2"/>
          <p:cNvSpPr>
            <a:spLocks noGrp="1" noRot="1" noChangeAspect="1"/>
          </p:cNvSpPr>
          <p:nvPr>
            <p:ph type="sldImg"/>
          </p:nvPr>
        </p:nvSpPr>
        <p:spPr>
          <a:xfrm>
            <a:off x="1371600" y="1143000"/>
            <a:ext cx="4114800" cy="3086100"/>
          </a:xfrm>
          <a:prstGeom prst="rect">
            <a:avLst/>
          </a:prstGeom>
        </p:spPr>
      </p:sp>
      <p:sp>
        <p:nvSpPr>
          <p:cNvPr id="752"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7B3BA53E-0128-4EFA-9EE8-CA2ED858C8E2}" type="slidenum">
              <a:rPr lang="en-US" sz="1200" b="0" strike="noStrike" spc="-1">
                <a:solidFill>
                  <a:srgbClr val="000000"/>
                </a:solidFill>
                <a:latin typeface="Times New Roman"/>
              </a:rPr>
              <a:t>26</a:t>
            </a:fld>
            <a:endParaRPr lang="en-IN" sz="1200" b="0" strike="noStrike" spc="-1">
              <a:latin typeface="Times New Roman"/>
            </a:endParaRPr>
          </a:p>
        </p:txBody>
      </p:sp>
      <p:sp>
        <p:nvSpPr>
          <p:cNvPr id="754" name="PlaceHolder 2"/>
          <p:cNvSpPr>
            <a:spLocks noGrp="1" noRot="1" noChangeAspect="1"/>
          </p:cNvSpPr>
          <p:nvPr>
            <p:ph type="sldImg"/>
          </p:nvPr>
        </p:nvSpPr>
        <p:spPr>
          <a:xfrm>
            <a:off x="1371600" y="1143000"/>
            <a:ext cx="4114800" cy="3086100"/>
          </a:xfrm>
          <a:prstGeom prst="rect">
            <a:avLst/>
          </a:prstGeom>
        </p:spPr>
      </p:sp>
      <p:sp>
        <p:nvSpPr>
          <p:cNvPr id="755"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347D9B8A-7573-4CAF-91A1-1DB0EBF55774}" type="slidenum">
              <a:rPr lang="en-US" sz="1200" b="0" strike="noStrike" spc="-1">
                <a:solidFill>
                  <a:srgbClr val="000000"/>
                </a:solidFill>
                <a:latin typeface="Times New Roman"/>
              </a:rPr>
              <a:t>27</a:t>
            </a:fld>
            <a:endParaRPr lang="en-IN" sz="1200" b="0" strike="noStrike" spc="-1">
              <a:latin typeface="Times New Roman"/>
            </a:endParaRPr>
          </a:p>
        </p:txBody>
      </p:sp>
      <p:sp>
        <p:nvSpPr>
          <p:cNvPr id="757" name="PlaceHolder 2"/>
          <p:cNvSpPr>
            <a:spLocks noGrp="1" noRot="1" noChangeAspect="1"/>
          </p:cNvSpPr>
          <p:nvPr>
            <p:ph type="sldImg"/>
          </p:nvPr>
        </p:nvSpPr>
        <p:spPr>
          <a:xfrm>
            <a:off x="1371600" y="1143000"/>
            <a:ext cx="4114800" cy="3086100"/>
          </a:xfrm>
          <a:prstGeom prst="rect">
            <a:avLst/>
          </a:prstGeom>
        </p:spPr>
      </p:sp>
      <p:sp>
        <p:nvSpPr>
          <p:cNvPr id="758"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799807A0-4100-494C-BF11-2B44B6B7D246}" type="slidenum">
              <a:rPr lang="en-US" sz="1200" b="0" strike="noStrike" spc="-1">
                <a:latin typeface="Times New Roman"/>
              </a:rPr>
              <a:t>28</a:t>
            </a:fld>
            <a:endParaRPr lang="en-IN" sz="1200" b="0" strike="noStrike" spc="-1">
              <a:latin typeface="Times New Roman"/>
            </a:endParaRPr>
          </a:p>
        </p:txBody>
      </p:sp>
      <p:sp>
        <p:nvSpPr>
          <p:cNvPr id="760" name="PlaceHolder 2"/>
          <p:cNvSpPr>
            <a:spLocks noGrp="1" noRot="1" noChangeAspect="1"/>
          </p:cNvSpPr>
          <p:nvPr>
            <p:ph type="sldImg"/>
          </p:nvPr>
        </p:nvSpPr>
        <p:spPr>
          <a:xfrm>
            <a:off x="1371600" y="1143000"/>
            <a:ext cx="4114800" cy="3086100"/>
          </a:xfrm>
          <a:prstGeom prst="rect">
            <a:avLst/>
          </a:prstGeom>
        </p:spPr>
      </p:sp>
      <p:sp>
        <p:nvSpPr>
          <p:cNvPr id="761"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A30AB85B-0759-4A74-8899-AFEF7D8E244C}" type="slidenum">
              <a:rPr lang="en-US" sz="1200" b="0" strike="noStrike" spc="-1">
                <a:latin typeface="Times New Roman"/>
              </a:rPr>
              <a:t>29</a:t>
            </a:fld>
            <a:endParaRPr lang="en-IN" sz="1200" b="0" strike="noStrike" spc="-1">
              <a:latin typeface="Times New Roman"/>
            </a:endParaRPr>
          </a:p>
        </p:txBody>
      </p:sp>
      <p:sp>
        <p:nvSpPr>
          <p:cNvPr id="763" name="PlaceHolder 2"/>
          <p:cNvSpPr>
            <a:spLocks noGrp="1" noRot="1" noChangeAspect="1"/>
          </p:cNvSpPr>
          <p:nvPr>
            <p:ph type="sldImg"/>
          </p:nvPr>
        </p:nvSpPr>
        <p:spPr>
          <a:xfrm>
            <a:off x="1371600" y="1143000"/>
            <a:ext cx="4114800" cy="3086100"/>
          </a:xfrm>
          <a:prstGeom prst="rect">
            <a:avLst/>
          </a:prstGeom>
        </p:spPr>
      </p:sp>
      <p:sp>
        <p:nvSpPr>
          <p:cNvPr id="764"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DFC70FB8-6975-4950-BFDA-E958734E6725}" type="slidenum">
              <a:rPr lang="en-US" sz="1200" b="0" strike="noStrike" spc="-1">
                <a:latin typeface="Times New Roman"/>
              </a:rPr>
              <a:t>30</a:t>
            </a:fld>
            <a:endParaRPr lang="en-IN" sz="1200" b="0" strike="noStrike" spc="-1">
              <a:latin typeface="Times New Roman"/>
            </a:endParaRPr>
          </a:p>
        </p:txBody>
      </p:sp>
      <p:sp>
        <p:nvSpPr>
          <p:cNvPr id="766" name="PlaceHolder 2"/>
          <p:cNvSpPr>
            <a:spLocks noGrp="1" noRot="1" noChangeAspect="1"/>
          </p:cNvSpPr>
          <p:nvPr>
            <p:ph type="sldImg"/>
          </p:nvPr>
        </p:nvSpPr>
        <p:spPr>
          <a:xfrm>
            <a:off x="1371600" y="1143000"/>
            <a:ext cx="4114800" cy="3086100"/>
          </a:xfrm>
          <a:prstGeom prst="rect">
            <a:avLst/>
          </a:prstGeom>
        </p:spPr>
      </p:sp>
      <p:sp>
        <p:nvSpPr>
          <p:cNvPr id="767"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BAC9C298-8623-47F9-BF21-A991D19738C9}" type="slidenum">
              <a:rPr lang="en-US" sz="1200" b="0" strike="noStrike" spc="-1">
                <a:solidFill>
                  <a:srgbClr val="000000"/>
                </a:solidFill>
                <a:latin typeface="Times New Roman"/>
              </a:rPr>
              <a:t>31</a:t>
            </a:fld>
            <a:endParaRPr lang="en-IN" sz="1200" b="0" strike="noStrike" spc="-1">
              <a:latin typeface="Times New Roman"/>
            </a:endParaRPr>
          </a:p>
        </p:txBody>
      </p:sp>
      <p:sp>
        <p:nvSpPr>
          <p:cNvPr id="769" name="PlaceHolder 2"/>
          <p:cNvSpPr>
            <a:spLocks noGrp="1" noRot="1" noChangeAspect="1"/>
          </p:cNvSpPr>
          <p:nvPr>
            <p:ph type="sldImg"/>
          </p:nvPr>
        </p:nvSpPr>
        <p:spPr>
          <a:xfrm>
            <a:off x="1371600" y="1143000"/>
            <a:ext cx="4114800" cy="3086100"/>
          </a:xfrm>
          <a:prstGeom prst="rect">
            <a:avLst/>
          </a:prstGeom>
        </p:spPr>
      </p:sp>
      <p:sp>
        <p:nvSpPr>
          <p:cNvPr id="770"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FC6216C-CFB3-4003-9E54-6AE7C61EAAE4}" type="slidenum">
              <a:rPr lang="en-US" sz="1200" b="0" strike="noStrike" spc="-1">
                <a:solidFill>
                  <a:srgbClr val="000000"/>
                </a:solidFill>
                <a:latin typeface="Times New Roman"/>
              </a:rPr>
              <a:t>32</a:t>
            </a:fld>
            <a:endParaRPr lang="en-IN" sz="1200" b="0" strike="noStrike" spc="-1">
              <a:latin typeface="Times New Roman"/>
            </a:endParaRPr>
          </a:p>
        </p:txBody>
      </p:sp>
      <p:sp>
        <p:nvSpPr>
          <p:cNvPr id="772" name="PlaceHolder 2"/>
          <p:cNvSpPr>
            <a:spLocks noGrp="1" noRot="1" noChangeAspect="1"/>
          </p:cNvSpPr>
          <p:nvPr>
            <p:ph type="sldImg"/>
          </p:nvPr>
        </p:nvSpPr>
        <p:spPr>
          <a:xfrm>
            <a:off x="1371600" y="1143000"/>
            <a:ext cx="4114800" cy="3086100"/>
          </a:xfrm>
          <a:prstGeom prst="rect">
            <a:avLst/>
          </a:prstGeom>
        </p:spPr>
      </p:sp>
      <p:sp>
        <p:nvSpPr>
          <p:cNvPr id="773"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E5A07691-B219-42E0-9AE9-8DF6A26674E2}" type="slidenum">
              <a:rPr lang="en-US" sz="1200" b="0" strike="noStrike" spc="-1">
                <a:solidFill>
                  <a:srgbClr val="000000"/>
                </a:solidFill>
                <a:latin typeface="Times New Roman"/>
              </a:rPr>
              <a:t>33</a:t>
            </a:fld>
            <a:endParaRPr lang="en-IN" sz="1200" b="0" strike="noStrike" spc="-1">
              <a:latin typeface="Times New Roman"/>
            </a:endParaRPr>
          </a:p>
        </p:txBody>
      </p:sp>
      <p:sp>
        <p:nvSpPr>
          <p:cNvPr id="775" name="PlaceHolder 2"/>
          <p:cNvSpPr>
            <a:spLocks noGrp="1" noRot="1" noChangeAspect="1"/>
          </p:cNvSpPr>
          <p:nvPr>
            <p:ph type="sldImg"/>
          </p:nvPr>
        </p:nvSpPr>
        <p:spPr>
          <a:xfrm>
            <a:off x="1371600" y="1143000"/>
            <a:ext cx="4114800" cy="3086100"/>
          </a:xfrm>
          <a:prstGeom prst="rect">
            <a:avLst/>
          </a:prstGeom>
        </p:spPr>
      </p:sp>
      <p:sp>
        <p:nvSpPr>
          <p:cNvPr id="776"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113C3636-AC62-44C4-85AB-7CCCC3663765}" type="slidenum">
              <a:rPr lang="en-US" sz="1200" b="0" strike="noStrike" spc="-1">
                <a:latin typeface="Times New Roman"/>
              </a:rPr>
              <a:t>34</a:t>
            </a:fld>
            <a:endParaRPr lang="en-IN" sz="1200" b="0" strike="noStrike" spc="-1">
              <a:latin typeface="Times New Roman"/>
            </a:endParaRPr>
          </a:p>
        </p:txBody>
      </p:sp>
      <p:sp>
        <p:nvSpPr>
          <p:cNvPr id="778" name="PlaceHolder 2"/>
          <p:cNvSpPr>
            <a:spLocks noGrp="1" noRot="1" noChangeAspect="1"/>
          </p:cNvSpPr>
          <p:nvPr>
            <p:ph type="sldImg"/>
          </p:nvPr>
        </p:nvSpPr>
        <p:spPr>
          <a:xfrm>
            <a:off x="1371600" y="1143000"/>
            <a:ext cx="4114800" cy="3086100"/>
          </a:xfrm>
          <a:prstGeom prst="rect">
            <a:avLst/>
          </a:prstGeom>
        </p:spPr>
      </p:sp>
      <p:sp>
        <p:nvSpPr>
          <p:cNvPr id="779"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5042DF86-CC2A-409D-B341-A5A2536F8505}" type="slidenum">
              <a:rPr lang="en-US" sz="1200" b="0" strike="noStrike" spc="-1">
                <a:solidFill>
                  <a:srgbClr val="000000"/>
                </a:solidFill>
                <a:latin typeface="Times New Roman"/>
              </a:rPr>
              <a:t>35</a:t>
            </a:fld>
            <a:endParaRPr lang="en-IN" sz="1200" b="0" strike="noStrike" spc="-1">
              <a:latin typeface="Times New Roman"/>
            </a:endParaRPr>
          </a:p>
        </p:txBody>
      </p:sp>
      <p:sp>
        <p:nvSpPr>
          <p:cNvPr id="781" name="PlaceHolder 2"/>
          <p:cNvSpPr>
            <a:spLocks noGrp="1" noRot="1" noChangeAspect="1"/>
          </p:cNvSpPr>
          <p:nvPr>
            <p:ph type="sldImg"/>
          </p:nvPr>
        </p:nvSpPr>
        <p:spPr>
          <a:xfrm>
            <a:off x="1371600" y="1143000"/>
            <a:ext cx="4114800" cy="3086100"/>
          </a:xfrm>
          <a:prstGeom prst="rect">
            <a:avLst/>
          </a:prstGeom>
        </p:spPr>
      </p:sp>
      <p:sp>
        <p:nvSpPr>
          <p:cNvPr id="782"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3AE7BDD-9530-4BEB-AC41-F438C04EDC27}" type="slidenum">
              <a:rPr lang="en-US" sz="1200" b="0" strike="noStrike" spc="-1">
                <a:solidFill>
                  <a:srgbClr val="000000"/>
                </a:solidFill>
                <a:latin typeface="Times New Roman"/>
              </a:rPr>
              <a:t>36</a:t>
            </a:fld>
            <a:endParaRPr lang="en-IN" sz="1200" b="0" strike="noStrike" spc="-1">
              <a:latin typeface="Times New Roman"/>
            </a:endParaRPr>
          </a:p>
        </p:txBody>
      </p:sp>
      <p:sp>
        <p:nvSpPr>
          <p:cNvPr id="784" name="PlaceHolder 2"/>
          <p:cNvSpPr>
            <a:spLocks noGrp="1" noRot="1" noChangeAspect="1"/>
          </p:cNvSpPr>
          <p:nvPr>
            <p:ph type="sldImg"/>
          </p:nvPr>
        </p:nvSpPr>
        <p:spPr>
          <a:xfrm>
            <a:off x="1371600" y="1143000"/>
            <a:ext cx="4114800" cy="3086100"/>
          </a:xfrm>
          <a:prstGeom prst="rect">
            <a:avLst/>
          </a:prstGeom>
        </p:spPr>
      </p:sp>
      <p:sp>
        <p:nvSpPr>
          <p:cNvPr id="785"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43497A40-F121-408D-9231-40EC3DD498B4}" type="slidenum">
              <a:rPr lang="en-US" sz="1200" b="0" strike="noStrike" spc="-1">
                <a:solidFill>
                  <a:srgbClr val="000000"/>
                </a:solidFill>
                <a:latin typeface="Times New Roman"/>
              </a:rPr>
              <a:t>37</a:t>
            </a:fld>
            <a:endParaRPr lang="en-IN" sz="1200" b="0" strike="noStrike" spc="-1">
              <a:latin typeface="Times New Roman"/>
            </a:endParaRPr>
          </a:p>
        </p:txBody>
      </p:sp>
      <p:sp>
        <p:nvSpPr>
          <p:cNvPr id="787" name="PlaceHolder 2"/>
          <p:cNvSpPr>
            <a:spLocks noGrp="1" noRot="1" noChangeAspect="1"/>
          </p:cNvSpPr>
          <p:nvPr>
            <p:ph type="sldImg"/>
          </p:nvPr>
        </p:nvSpPr>
        <p:spPr>
          <a:xfrm>
            <a:off x="1371600" y="1143000"/>
            <a:ext cx="4114800" cy="3086100"/>
          </a:xfrm>
          <a:prstGeom prst="rect">
            <a:avLst/>
          </a:prstGeom>
        </p:spPr>
      </p:sp>
      <p:sp>
        <p:nvSpPr>
          <p:cNvPr id="788"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022028A0-BE19-4D1F-AE62-54CE7206E579}" type="slidenum">
              <a:rPr lang="en-US" sz="1200" b="0" strike="noStrike" spc="-1" baseline="-18000">
                <a:solidFill>
                  <a:srgbClr val="000000"/>
                </a:solidFill>
                <a:latin typeface="Times New Roman"/>
              </a:rPr>
              <a:t>38</a:t>
            </a:fld>
            <a:endParaRPr lang="en-IN" sz="1200" b="0" strike="noStrike" spc="-1">
              <a:latin typeface="Times New Roman"/>
            </a:endParaRPr>
          </a:p>
        </p:txBody>
      </p:sp>
      <p:sp>
        <p:nvSpPr>
          <p:cNvPr id="790" name="PlaceHolder 2"/>
          <p:cNvSpPr>
            <a:spLocks noGrp="1" noRot="1" noChangeAspect="1"/>
          </p:cNvSpPr>
          <p:nvPr>
            <p:ph type="sldImg"/>
          </p:nvPr>
        </p:nvSpPr>
        <p:spPr>
          <a:xfrm>
            <a:off x="1371600" y="1143000"/>
            <a:ext cx="4114800" cy="3086100"/>
          </a:xfrm>
          <a:prstGeom prst="rect">
            <a:avLst/>
          </a:prstGeom>
        </p:spPr>
      </p:sp>
      <p:sp>
        <p:nvSpPr>
          <p:cNvPr id="791"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BF1B446C-C541-4757-950E-899EB4CCD551}" type="slidenum">
              <a:rPr lang="en-US" sz="1200" b="0" strike="noStrike" spc="-1" baseline="-18000">
                <a:solidFill>
                  <a:srgbClr val="000000"/>
                </a:solidFill>
                <a:latin typeface="Times New Roman"/>
              </a:rPr>
              <a:t>39</a:t>
            </a:fld>
            <a:endParaRPr lang="en-IN" sz="1200" b="0" strike="noStrike" spc="-1">
              <a:latin typeface="Times New Roman"/>
            </a:endParaRPr>
          </a:p>
        </p:txBody>
      </p:sp>
      <p:sp>
        <p:nvSpPr>
          <p:cNvPr id="793" name="PlaceHolder 2"/>
          <p:cNvSpPr>
            <a:spLocks noGrp="1" noRot="1" noChangeAspect="1"/>
          </p:cNvSpPr>
          <p:nvPr>
            <p:ph type="sldImg"/>
          </p:nvPr>
        </p:nvSpPr>
        <p:spPr>
          <a:xfrm>
            <a:off x="1371600" y="1143000"/>
            <a:ext cx="4114800" cy="3086100"/>
          </a:xfrm>
          <a:prstGeom prst="rect">
            <a:avLst/>
          </a:prstGeom>
        </p:spPr>
      </p:sp>
      <p:sp>
        <p:nvSpPr>
          <p:cNvPr id="794"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E494BE4F-73A4-4D84-9A92-2424F181FB05}" type="slidenum">
              <a:rPr lang="en-US" sz="1200" b="0" strike="noStrike" spc="-1" baseline="-18000">
                <a:solidFill>
                  <a:srgbClr val="000000"/>
                </a:solidFill>
                <a:latin typeface="Times New Roman"/>
              </a:rPr>
              <a:t>40</a:t>
            </a:fld>
            <a:endParaRPr lang="en-IN" sz="1200" b="0" strike="noStrike" spc="-1">
              <a:latin typeface="Times New Roman"/>
            </a:endParaRPr>
          </a:p>
        </p:txBody>
      </p:sp>
      <p:sp>
        <p:nvSpPr>
          <p:cNvPr id="796" name="PlaceHolder 2"/>
          <p:cNvSpPr>
            <a:spLocks noGrp="1" noRot="1" noChangeAspect="1"/>
          </p:cNvSpPr>
          <p:nvPr>
            <p:ph type="sldImg"/>
          </p:nvPr>
        </p:nvSpPr>
        <p:spPr>
          <a:xfrm>
            <a:off x="1371600" y="1143000"/>
            <a:ext cx="4114800" cy="3086100"/>
          </a:xfrm>
          <a:prstGeom prst="rect">
            <a:avLst/>
          </a:prstGeom>
        </p:spPr>
      </p:sp>
      <p:sp>
        <p:nvSpPr>
          <p:cNvPr id="797"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A02BFBE4-E000-489E-A82A-58CB77B4F323}" type="slidenum">
              <a:rPr lang="en-US" sz="1200" b="0" strike="noStrike" spc="-1" baseline="-18000">
                <a:solidFill>
                  <a:srgbClr val="000000"/>
                </a:solidFill>
                <a:latin typeface="Times New Roman"/>
              </a:rPr>
              <a:t>41</a:t>
            </a:fld>
            <a:endParaRPr lang="en-IN" sz="1200" b="0" strike="noStrike" spc="-1">
              <a:latin typeface="Times New Roman"/>
            </a:endParaRPr>
          </a:p>
        </p:txBody>
      </p:sp>
      <p:sp>
        <p:nvSpPr>
          <p:cNvPr id="799" name="PlaceHolder 2"/>
          <p:cNvSpPr>
            <a:spLocks noGrp="1" noRot="1" noChangeAspect="1"/>
          </p:cNvSpPr>
          <p:nvPr>
            <p:ph type="sldImg"/>
          </p:nvPr>
        </p:nvSpPr>
        <p:spPr>
          <a:xfrm>
            <a:off x="1371600" y="1143000"/>
            <a:ext cx="4114800" cy="3086100"/>
          </a:xfrm>
          <a:prstGeom prst="rect">
            <a:avLst/>
          </a:prstGeom>
        </p:spPr>
      </p:sp>
      <p:sp>
        <p:nvSpPr>
          <p:cNvPr id="800"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737DBCC6-E8A7-42AB-AC18-62143E66FDF6}" type="slidenum">
              <a:rPr lang="en-US" sz="1200" b="0" strike="noStrike" spc="-1" baseline="-18000">
                <a:solidFill>
                  <a:srgbClr val="000000"/>
                </a:solidFill>
                <a:latin typeface="Times New Roman"/>
              </a:rPr>
              <a:t>42</a:t>
            </a:fld>
            <a:endParaRPr lang="en-IN" sz="1200" b="0" strike="noStrike" spc="-1">
              <a:latin typeface="Times New Roman"/>
            </a:endParaRPr>
          </a:p>
        </p:txBody>
      </p:sp>
      <p:sp>
        <p:nvSpPr>
          <p:cNvPr id="802" name="PlaceHolder 2"/>
          <p:cNvSpPr>
            <a:spLocks noGrp="1" noRot="1" noChangeAspect="1"/>
          </p:cNvSpPr>
          <p:nvPr>
            <p:ph type="sldImg"/>
          </p:nvPr>
        </p:nvSpPr>
        <p:spPr>
          <a:xfrm>
            <a:off x="1371600" y="1143000"/>
            <a:ext cx="4114800" cy="3086100"/>
          </a:xfrm>
          <a:prstGeom prst="rect">
            <a:avLst/>
          </a:prstGeom>
        </p:spPr>
      </p:sp>
      <p:sp>
        <p:nvSpPr>
          <p:cNvPr id="803"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BAABE62F-0118-402A-9C8E-ACD49BDD4821}" type="slidenum">
              <a:rPr lang="en-US" sz="1200" b="0" strike="noStrike" spc="-1" baseline="-18000">
                <a:solidFill>
                  <a:srgbClr val="000000"/>
                </a:solidFill>
                <a:latin typeface="Times New Roman"/>
              </a:rPr>
              <a:t>43</a:t>
            </a:fld>
            <a:endParaRPr lang="en-IN" sz="1200" b="0" strike="noStrike" spc="-1">
              <a:latin typeface="Times New Roman"/>
            </a:endParaRPr>
          </a:p>
        </p:txBody>
      </p:sp>
      <p:sp>
        <p:nvSpPr>
          <p:cNvPr id="805" name="PlaceHolder 2"/>
          <p:cNvSpPr>
            <a:spLocks noGrp="1" noRot="1" noChangeAspect="1"/>
          </p:cNvSpPr>
          <p:nvPr>
            <p:ph type="sldImg"/>
          </p:nvPr>
        </p:nvSpPr>
        <p:spPr>
          <a:xfrm>
            <a:off x="1371600" y="1143000"/>
            <a:ext cx="4114800" cy="3086100"/>
          </a:xfrm>
          <a:prstGeom prst="rect">
            <a:avLst/>
          </a:prstGeom>
        </p:spPr>
      </p:sp>
      <p:sp>
        <p:nvSpPr>
          <p:cNvPr id="806"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82E4ABE1-3FD2-48C8-8C30-DD84EA6AD334}" type="slidenum">
              <a:rPr lang="en-US" sz="1200" b="0" strike="noStrike" spc="-1" baseline="-18000">
                <a:solidFill>
                  <a:srgbClr val="000000"/>
                </a:solidFill>
                <a:latin typeface="Times New Roman"/>
              </a:rPr>
              <a:t>44</a:t>
            </a:fld>
            <a:endParaRPr lang="en-IN" sz="1200" b="0" strike="noStrike" spc="-1">
              <a:latin typeface="Times New Roman"/>
            </a:endParaRPr>
          </a:p>
        </p:txBody>
      </p:sp>
      <p:sp>
        <p:nvSpPr>
          <p:cNvPr id="808" name="PlaceHolder 2"/>
          <p:cNvSpPr>
            <a:spLocks noGrp="1" noRot="1" noChangeAspect="1"/>
          </p:cNvSpPr>
          <p:nvPr>
            <p:ph type="sldImg"/>
          </p:nvPr>
        </p:nvSpPr>
        <p:spPr>
          <a:xfrm>
            <a:off x="1371600" y="1143000"/>
            <a:ext cx="4114800" cy="3086100"/>
          </a:xfrm>
          <a:prstGeom prst="rect">
            <a:avLst/>
          </a:prstGeom>
        </p:spPr>
      </p:sp>
      <p:sp>
        <p:nvSpPr>
          <p:cNvPr id="809"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DE933E9-0B7C-43FD-9EF2-B87B5A69783C}" type="slidenum">
              <a:rPr lang="en-US" sz="1200" b="0" strike="noStrike" spc="-1" baseline="-18000">
                <a:solidFill>
                  <a:srgbClr val="000000"/>
                </a:solidFill>
                <a:latin typeface="Times New Roman"/>
              </a:rPr>
              <a:t>45</a:t>
            </a:fld>
            <a:endParaRPr lang="en-IN" sz="1200" b="0" strike="noStrike" spc="-1">
              <a:latin typeface="Times New Roman"/>
            </a:endParaRPr>
          </a:p>
        </p:txBody>
      </p:sp>
      <p:sp>
        <p:nvSpPr>
          <p:cNvPr id="811" name="PlaceHolder 2"/>
          <p:cNvSpPr>
            <a:spLocks noGrp="1" noRot="1" noChangeAspect="1"/>
          </p:cNvSpPr>
          <p:nvPr>
            <p:ph type="sldImg"/>
          </p:nvPr>
        </p:nvSpPr>
        <p:spPr>
          <a:xfrm>
            <a:off x="1371600" y="1143000"/>
            <a:ext cx="4114800" cy="3086100"/>
          </a:xfrm>
          <a:prstGeom prst="rect">
            <a:avLst/>
          </a:prstGeom>
        </p:spPr>
      </p:sp>
      <p:sp>
        <p:nvSpPr>
          <p:cNvPr id="812"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6491A059-7CFF-422D-A0BE-1F5DFC8B7A80}" type="slidenum">
              <a:rPr lang="en-US" sz="1200" b="0" strike="noStrike" spc="-1" baseline="-18000">
                <a:solidFill>
                  <a:srgbClr val="000000"/>
                </a:solidFill>
                <a:latin typeface="Times New Roman"/>
              </a:rPr>
              <a:t>46</a:t>
            </a:fld>
            <a:endParaRPr lang="en-IN" sz="1200" b="0" strike="noStrike" spc="-1">
              <a:latin typeface="Times New Roman"/>
            </a:endParaRPr>
          </a:p>
        </p:txBody>
      </p:sp>
      <p:sp>
        <p:nvSpPr>
          <p:cNvPr id="814" name="PlaceHolder 2"/>
          <p:cNvSpPr>
            <a:spLocks noGrp="1" noRot="1" noChangeAspect="1"/>
          </p:cNvSpPr>
          <p:nvPr>
            <p:ph type="sldImg"/>
          </p:nvPr>
        </p:nvSpPr>
        <p:spPr>
          <a:xfrm>
            <a:off x="1371600" y="1143000"/>
            <a:ext cx="4114800" cy="3086100"/>
          </a:xfrm>
          <a:prstGeom prst="rect">
            <a:avLst/>
          </a:prstGeom>
        </p:spPr>
      </p:sp>
      <p:sp>
        <p:nvSpPr>
          <p:cNvPr id="815"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F4E37F3A-6114-4E5E-B03C-B669D1F4ECBD}" type="slidenum">
              <a:rPr lang="en-US" sz="1200" b="0" strike="noStrike" spc="-1" baseline="-18000">
                <a:solidFill>
                  <a:srgbClr val="000000"/>
                </a:solidFill>
                <a:latin typeface="Times New Roman"/>
              </a:rPr>
              <a:t>47</a:t>
            </a:fld>
            <a:endParaRPr lang="en-IN" sz="1200" b="0" strike="noStrike" spc="-1">
              <a:latin typeface="Times New Roman"/>
            </a:endParaRPr>
          </a:p>
        </p:txBody>
      </p:sp>
      <p:sp>
        <p:nvSpPr>
          <p:cNvPr id="817" name="PlaceHolder 2"/>
          <p:cNvSpPr>
            <a:spLocks noGrp="1" noRot="1" noChangeAspect="1"/>
          </p:cNvSpPr>
          <p:nvPr>
            <p:ph type="sldImg"/>
          </p:nvPr>
        </p:nvSpPr>
        <p:spPr>
          <a:xfrm>
            <a:off x="1371600" y="1143000"/>
            <a:ext cx="4114800" cy="3086100"/>
          </a:xfrm>
          <a:prstGeom prst="rect">
            <a:avLst/>
          </a:prstGeom>
        </p:spPr>
      </p:sp>
      <p:sp>
        <p:nvSpPr>
          <p:cNvPr id="818"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84FA6530-8349-497F-B309-64F68412856B}" type="slidenum">
              <a:rPr lang="en-US" sz="1200" b="0" strike="noStrike" spc="-1">
                <a:solidFill>
                  <a:srgbClr val="000000"/>
                </a:solidFill>
                <a:latin typeface="Times New Roman"/>
              </a:rPr>
              <a:t>48</a:t>
            </a:fld>
            <a:endParaRPr lang="en-IN" sz="1200" b="0" strike="noStrike" spc="-1">
              <a:latin typeface="Times New Roman"/>
            </a:endParaRPr>
          </a:p>
        </p:txBody>
      </p:sp>
      <p:sp>
        <p:nvSpPr>
          <p:cNvPr id="820" name="PlaceHolder 2"/>
          <p:cNvSpPr>
            <a:spLocks noGrp="1" noRot="1" noChangeAspect="1"/>
          </p:cNvSpPr>
          <p:nvPr>
            <p:ph type="sldImg"/>
          </p:nvPr>
        </p:nvSpPr>
        <p:spPr>
          <a:xfrm>
            <a:off x="1371600" y="1143000"/>
            <a:ext cx="4114800" cy="3086100"/>
          </a:xfrm>
          <a:prstGeom prst="rect">
            <a:avLst/>
          </a:prstGeom>
        </p:spPr>
      </p:sp>
      <p:sp>
        <p:nvSpPr>
          <p:cNvPr id="821"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F89A6F79-F4BA-44ED-8CB9-F28886885B9F}" type="slidenum">
              <a:rPr lang="en-US" sz="1200" b="0" strike="noStrike" spc="-1">
                <a:solidFill>
                  <a:srgbClr val="000000"/>
                </a:solidFill>
                <a:latin typeface="Times New Roman"/>
              </a:rPr>
              <a:t>50</a:t>
            </a:fld>
            <a:endParaRPr lang="en-IN" sz="1200" b="0" strike="noStrike" spc="-1">
              <a:latin typeface="Times New Roman"/>
            </a:endParaRPr>
          </a:p>
        </p:txBody>
      </p:sp>
      <p:sp>
        <p:nvSpPr>
          <p:cNvPr id="826" name="PlaceHolder 2"/>
          <p:cNvSpPr>
            <a:spLocks noGrp="1" noRot="1" noChangeAspect="1"/>
          </p:cNvSpPr>
          <p:nvPr>
            <p:ph type="sldImg"/>
          </p:nvPr>
        </p:nvSpPr>
        <p:spPr>
          <a:xfrm>
            <a:off x="1371600" y="1143000"/>
            <a:ext cx="4114800" cy="3086100"/>
          </a:xfrm>
          <a:prstGeom prst="rect">
            <a:avLst/>
          </a:prstGeom>
        </p:spPr>
      </p:sp>
      <p:sp>
        <p:nvSpPr>
          <p:cNvPr id="827"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151ABBC8-139E-416A-B468-188EDD32A295}" type="slidenum">
              <a:rPr lang="en-US" sz="1200" b="0" strike="noStrike" spc="-1">
                <a:solidFill>
                  <a:srgbClr val="000000"/>
                </a:solidFill>
                <a:latin typeface="Times New Roman"/>
              </a:rPr>
              <a:t>51</a:t>
            </a:fld>
            <a:endParaRPr lang="en-IN" sz="1200" b="0" strike="noStrike" spc="-1">
              <a:latin typeface="Times New Roman"/>
            </a:endParaRPr>
          </a:p>
        </p:txBody>
      </p:sp>
      <p:sp>
        <p:nvSpPr>
          <p:cNvPr id="829" name="PlaceHolder 2"/>
          <p:cNvSpPr>
            <a:spLocks noGrp="1" noRot="1" noChangeAspect="1"/>
          </p:cNvSpPr>
          <p:nvPr>
            <p:ph type="sldImg"/>
          </p:nvPr>
        </p:nvSpPr>
        <p:spPr>
          <a:xfrm>
            <a:off x="1371600" y="1143000"/>
            <a:ext cx="4114800" cy="3086100"/>
          </a:xfrm>
          <a:prstGeom prst="rect">
            <a:avLst/>
          </a:prstGeom>
        </p:spPr>
      </p:sp>
      <p:sp>
        <p:nvSpPr>
          <p:cNvPr id="830"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C668A34E-CF08-4FB5-99CD-7A122C587BBC}" type="slidenum">
              <a:rPr lang="en-US" sz="1200" b="0" strike="noStrike" spc="-1">
                <a:solidFill>
                  <a:srgbClr val="000000"/>
                </a:solidFill>
                <a:latin typeface="Times New Roman"/>
              </a:rPr>
              <a:t>53</a:t>
            </a:fld>
            <a:endParaRPr lang="en-IN" sz="1200" b="0" strike="noStrike" spc="-1">
              <a:latin typeface="Times New Roman"/>
            </a:endParaRPr>
          </a:p>
        </p:txBody>
      </p:sp>
      <p:sp>
        <p:nvSpPr>
          <p:cNvPr id="832" name="PlaceHolder 2"/>
          <p:cNvSpPr>
            <a:spLocks noGrp="1" noRot="1" noChangeAspect="1"/>
          </p:cNvSpPr>
          <p:nvPr>
            <p:ph type="sldImg"/>
          </p:nvPr>
        </p:nvSpPr>
        <p:spPr>
          <a:xfrm>
            <a:off x="1371600" y="1143000"/>
            <a:ext cx="4114800" cy="3086100"/>
          </a:xfrm>
          <a:prstGeom prst="rect">
            <a:avLst/>
          </a:prstGeom>
        </p:spPr>
      </p:sp>
      <p:sp>
        <p:nvSpPr>
          <p:cNvPr id="833"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28039BD1-BBAA-4444-9CFB-C5D45ED8C935}" type="slidenum">
              <a:rPr lang="en-US" sz="1200" b="0" strike="noStrike" spc="-1">
                <a:solidFill>
                  <a:srgbClr val="000000"/>
                </a:solidFill>
                <a:latin typeface="Times New Roman"/>
              </a:rPr>
              <a:t>54</a:t>
            </a:fld>
            <a:endParaRPr lang="en-IN" sz="1200" b="0" strike="noStrike" spc="-1">
              <a:latin typeface="Times New Roman"/>
            </a:endParaRPr>
          </a:p>
        </p:txBody>
      </p:sp>
      <p:sp>
        <p:nvSpPr>
          <p:cNvPr id="835" name="PlaceHolder 2"/>
          <p:cNvSpPr>
            <a:spLocks noGrp="1" noRot="1" noChangeAspect="1"/>
          </p:cNvSpPr>
          <p:nvPr>
            <p:ph type="sldImg"/>
          </p:nvPr>
        </p:nvSpPr>
        <p:spPr>
          <a:xfrm>
            <a:off x="1371600" y="1143000"/>
            <a:ext cx="4114800" cy="3086100"/>
          </a:xfrm>
          <a:prstGeom prst="rect">
            <a:avLst/>
          </a:prstGeom>
        </p:spPr>
      </p:sp>
      <p:sp>
        <p:nvSpPr>
          <p:cNvPr id="836"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3E776815-568C-4088-A971-F1624D645B2C}" type="slidenum">
              <a:rPr lang="en-US" sz="1200" b="0" strike="noStrike" spc="-1">
                <a:solidFill>
                  <a:srgbClr val="000000"/>
                </a:solidFill>
                <a:latin typeface="Times New Roman"/>
              </a:rPr>
              <a:t>57</a:t>
            </a:fld>
            <a:endParaRPr lang="en-IN" sz="1200" b="0" strike="noStrike" spc="-1">
              <a:latin typeface="Times New Roman"/>
            </a:endParaRPr>
          </a:p>
        </p:txBody>
      </p:sp>
      <p:sp>
        <p:nvSpPr>
          <p:cNvPr id="838" name="PlaceHolder 2"/>
          <p:cNvSpPr>
            <a:spLocks noGrp="1" noRot="1" noChangeAspect="1"/>
          </p:cNvSpPr>
          <p:nvPr>
            <p:ph type="sldImg"/>
          </p:nvPr>
        </p:nvSpPr>
        <p:spPr>
          <a:xfrm>
            <a:off x="1371600" y="1143000"/>
            <a:ext cx="4114800" cy="3086100"/>
          </a:xfrm>
          <a:prstGeom prst="rect">
            <a:avLst/>
          </a:prstGeom>
        </p:spPr>
      </p:sp>
      <p:sp>
        <p:nvSpPr>
          <p:cNvPr id="839"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 name="TextShape 1"/>
          <p:cNvSpPr txBox="1"/>
          <p:nvPr/>
        </p:nvSpPr>
        <p:spPr>
          <a:xfrm>
            <a:off x="3884760" y="8685360"/>
            <a:ext cx="2971440" cy="458280"/>
          </a:xfrm>
          <a:prstGeom prst="rect">
            <a:avLst/>
          </a:prstGeom>
          <a:noFill/>
          <a:ln>
            <a:noFill/>
          </a:ln>
        </p:spPr>
        <p:txBody>
          <a:bodyPr anchor="b">
            <a:noAutofit/>
          </a:bodyPr>
          <a:lstStyle/>
          <a:p>
            <a:pPr algn="r">
              <a:lnSpc>
                <a:spcPct val="100000"/>
              </a:lnSpc>
            </a:pPr>
            <a:fld id="{50DDA81E-51B1-4BB4-BDDF-5C9F6324A251}" type="slidenum">
              <a:rPr lang="en-US" sz="1200" b="0" strike="noStrike" spc="-1">
                <a:solidFill>
                  <a:srgbClr val="000000"/>
                </a:solidFill>
                <a:latin typeface="Times New Roman"/>
              </a:rPr>
              <a:t>58</a:t>
            </a:fld>
            <a:endParaRPr lang="en-IN" sz="1200" b="0" strike="noStrike" spc="-1">
              <a:latin typeface="Times New Roman"/>
            </a:endParaRPr>
          </a:p>
        </p:txBody>
      </p:sp>
      <p:sp>
        <p:nvSpPr>
          <p:cNvPr id="841" name="PlaceHolder 2"/>
          <p:cNvSpPr>
            <a:spLocks noGrp="1" noRot="1" noChangeAspect="1"/>
          </p:cNvSpPr>
          <p:nvPr>
            <p:ph type="sldImg"/>
          </p:nvPr>
        </p:nvSpPr>
        <p:spPr>
          <a:xfrm>
            <a:off x="1371600" y="1143000"/>
            <a:ext cx="4114800" cy="3086100"/>
          </a:xfrm>
          <a:prstGeom prst="rect">
            <a:avLst/>
          </a:prstGeom>
        </p:spPr>
      </p:sp>
      <p:sp>
        <p:nvSpPr>
          <p:cNvPr id="842" name="PlaceHolder 3"/>
          <p:cNvSpPr>
            <a:spLocks noGrp="1"/>
          </p:cNvSpPr>
          <p:nvPr>
            <p:ph type="body"/>
          </p:nvPr>
        </p:nvSpPr>
        <p:spPr>
          <a:xfrm>
            <a:off x="685800" y="4400640"/>
            <a:ext cx="5486040" cy="3600000"/>
          </a:xfrm>
          <a:prstGeom prst="rect">
            <a:avLst/>
          </a:prstGeom>
        </p:spPr>
        <p:txBody>
          <a:bodyPr>
            <a:noAutofit/>
          </a:bodyPr>
          <a:lstStyle/>
          <a:p>
            <a:endParaRPr lang="en-IN" sz="20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DE78-3822-4F87-B731-3B6AEE7D53D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27D07BC-1780-44BA-8402-322A1C5B7F6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3C8998-D4E6-4AAE-820C-D464E8B145CC}"/>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5" name="Footer Placeholder 4">
            <a:extLst>
              <a:ext uri="{FF2B5EF4-FFF2-40B4-BE49-F238E27FC236}">
                <a16:creationId xmlns:a16="http://schemas.microsoft.com/office/drawing/2014/main" id="{21828328-9A00-4C54-9800-4568F8C285F1}"/>
              </a:ext>
            </a:extLst>
          </p:cNvPr>
          <p:cNvSpPr>
            <a:spLocks noGrp="1"/>
          </p:cNvSpPr>
          <p:nvPr>
            <p:ph type="ftr" sz="quarter" idx="11"/>
          </p:nvPr>
        </p:nvSpPr>
        <p:spPr/>
        <p:txBody>
          <a:bodyPr/>
          <a:lstStyle/>
          <a:p>
            <a:endParaRPr lang="en-IN" sz="1800" b="0" strike="noStrike" spc="-1">
              <a:latin typeface="Times New Roman"/>
            </a:endParaRPr>
          </a:p>
        </p:txBody>
      </p:sp>
      <p:sp>
        <p:nvSpPr>
          <p:cNvPr id="6" name="Slide Number Placeholder 5">
            <a:extLst>
              <a:ext uri="{FF2B5EF4-FFF2-40B4-BE49-F238E27FC236}">
                <a16:creationId xmlns:a16="http://schemas.microsoft.com/office/drawing/2014/main" id="{F9AD88BD-5E34-4EC9-A22B-E215BC519A75}"/>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2071377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7C60F-7143-4435-A67A-64BFAB8C09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9C90FA-2EB3-46B6-9993-8B479E3786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11199A-4987-4D70-BBCF-8F570AF0286E}"/>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5" name="Footer Placeholder 4">
            <a:extLst>
              <a:ext uri="{FF2B5EF4-FFF2-40B4-BE49-F238E27FC236}">
                <a16:creationId xmlns:a16="http://schemas.microsoft.com/office/drawing/2014/main" id="{D976875A-56DC-4B71-A169-B0928B4F1504}"/>
              </a:ext>
            </a:extLst>
          </p:cNvPr>
          <p:cNvSpPr>
            <a:spLocks noGrp="1"/>
          </p:cNvSpPr>
          <p:nvPr>
            <p:ph type="ftr" sz="quarter" idx="11"/>
          </p:nvPr>
        </p:nvSpPr>
        <p:spPr/>
        <p:txBody>
          <a:bodyPr/>
          <a:lstStyle/>
          <a:p>
            <a:endParaRPr lang="en-IN" sz="1800" b="0" strike="noStrike" spc="-1">
              <a:latin typeface="Times New Roman"/>
            </a:endParaRPr>
          </a:p>
        </p:txBody>
      </p:sp>
      <p:sp>
        <p:nvSpPr>
          <p:cNvPr id="6" name="Slide Number Placeholder 5">
            <a:extLst>
              <a:ext uri="{FF2B5EF4-FFF2-40B4-BE49-F238E27FC236}">
                <a16:creationId xmlns:a16="http://schemas.microsoft.com/office/drawing/2014/main" id="{B4E89A8A-6722-4200-B15D-83E7FB88EC54}"/>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344274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51323-8690-4F6A-99DD-1C1694ABF26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E1295E-EEBF-4228-873E-8823BD569CF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F6D01B-0586-4F8B-B5C7-DE4004328064}"/>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5" name="Footer Placeholder 4">
            <a:extLst>
              <a:ext uri="{FF2B5EF4-FFF2-40B4-BE49-F238E27FC236}">
                <a16:creationId xmlns:a16="http://schemas.microsoft.com/office/drawing/2014/main" id="{64822FC0-3ECE-4EBA-AB18-0BAD4CC85A44}"/>
              </a:ext>
            </a:extLst>
          </p:cNvPr>
          <p:cNvSpPr>
            <a:spLocks noGrp="1"/>
          </p:cNvSpPr>
          <p:nvPr>
            <p:ph type="ftr" sz="quarter" idx="11"/>
          </p:nvPr>
        </p:nvSpPr>
        <p:spPr/>
        <p:txBody>
          <a:bodyPr/>
          <a:lstStyle/>
          <a:p>
            <a:endParaRPr lang="en-IN" sz="1800" b="0" strike="noStrike" spc="-1">
              <a:latin typeface="Times New Roman"/>
            </a:endParaRPr>
          </a:p>
        </p:txBody>
      </p:sp>
      <p:sp>
        <p:nvSpPr>
          <p:cNvPr id="6" name="Slide Number Placeholder 5">
            <a:extLst>
              <a:ext uri="{FF2B5EF4-FFF2-40B4-BE49-F238E27FC236}">
                <a16:creationId xmlns:a16="http://schemas.microsoft.com/office/drawing/2014/main" id="{C771A00C-2029-4F8A-AA0C-DD35DF3F9265}"/>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3006074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E3E4-5BE9-408E-AA1C-38B61939B0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FE64EE-0A25-4FF6-ABDE-28769C6A0E8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80204A-081B-448E-A912-1EA9D5594F2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6FB8AD-5895-49CE-A0A0-B4B00783AA9A}"/>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6" name="Footer Placeholder 5">
            <a:extLst>
              <a:ext uri="{FF2B5EF4-FFF2-40B4-BE49-F238E27FC236}">
                <a16:creationId xmlns:a16="http://schemas.microsoft.com/office/drawing/2014/main" id="{1BED1217-CBA6-4BD1-9B1F-160264C81FD2}"/>
              </a:ext>
            </a:extLst>
          </p:cNvPr>
          <p:cNvSpPr>
            <a:spLocks noGrp="1"/>
          </p:cNvSpPr>
          <p:nvPr>
            <p:ph type="ftr" sz="quarter" idx="11"/>
          </p:nvPr>
        </p:nvSpPr>
        <p:spPr/>
        <p:txBody>
          <a:bodyPr/>
          <a:lstStyle/>
          <a:p>
            <a:endParaRPr lang="en-IN" sz="1800" b="0" strike="noStrike" spc="-1">
              <a:latin typeface="Times New Roman"/>
            </a:endParaRPr>
          </a:p>
        </p:txBody>
      </p:sp>
      <p:sp>
        <p:nvSpPr>
          <p:cNvPr id="7" name="Slide Number Placeholder 6">
            <a:extLst>
              <a:ext uri="{FF2B5EF4-FFF2-40B4-BE49-F238E27FC236}">
                <a16:creationId xmlns:a16="http://schemas.microsoft.com/office/drawing/2014/main" id="{01C9BEEF-2FFB-4868-A463-8D7C4E25BFED}"/>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1364272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D104B-294C-4404-8676-8752B38F2828}"/>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392310-73CF-48D6-86E4-87B32602C9E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61C201D-2DB8-4533-8A0B-DBFE6ECA2BE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15F9B7-8B74-409E-9A95-1D23443F8A0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CAF9AA3-00B4-471F-972E-8AF224F2E97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3B37BF-83EA-4F14-8071-42686E901F4B}"/>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8" name="Footer Placeholder 7">
            <a:extLst>
              <a:ext uri="{FF2B5EF4-FFF2-40B4-BE49-F238E27FC236}">
                <a16:creationId xmlns:a16="http://schemas.microsoft.com/office/drawing/2014/main" id="{FB32AA36-3EAB-43ED-B8D1-E7AA47215FCE}"/>
              </a:ext>
            </a:extLst>
          </p:cNvPr>
          <p:cNvSpPr>
            <a:spLocks noGrp="1"/>
          </p:cNvSpPr>
          <p:nvPr>
            <p:ph type="ftr" sz="quarter" idx="11"/>
          </p:nvPr>
        </p:nvSpPr>
        <p:spPr/>
        <p:txBody>
          <a:bodyPr/>
          <a:lstStyle/>
          <a:p>
            <a:endParaRPr lang="en-IN" sz="1800" b="0" strike="noStrike" spc="-1">
              <a:latin typeface="Times New Roman"/>
            </a:endParaRPr>
          </a:p>
        </p:txBody>
      </p:sp>
      <p:sp>
        <p:nvSpPr>
          <p:cNvPr id="9" name="Slide Number Placeholder 8">
            <a:extLst>
              <a:ext uri="{FF2B5EF4-FFF2-40B4-BE49-F238E27FC236}">
                <a16:creationId xmlns:a16="http://schemas.microsoft.com/office/drawing/2014/main" id="{BFD807EB-7F7F-4292-A5F2-41A9FC89011D}"/>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206494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6FEEE-EC74-491D-B264-459A86668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A08DF7-CCB0-4CD0-902D-7FA1D38B9D63}"/>
              </a:ext>
            </a:extLst>
          </p:cNvPr>
          <p:cNvSpPr>
            <a:spLocks noGrp="1"/>
          </p:cNvSpPr>
          <p:nvPr>
            <p:ph type="dt" sz="half" idx="10"/>
          </p:nvPr>
        </p:nvSpPr>
        <p:spPr/>
        <p:txBody>
          <a:bodyPr/>
          <a:lstStyle/>
          <a:p>
            <a:fld id="{DE9A347F-D74A-4FEE-AFB4-1BD7CA3E50DA}" type="datetimeFigureOut">
              <a:rPr lang="en-IN" smtClean="0"/>
              <a:t>05-12-2021</a:t>
            </a:fld>
            <a:endParaRPr lang="en-IN"/>
          </a:p>
        </p:txBody>
      </p:sp>
      <p:sp>
        <p:nvSpPr>
          <p:cNvPr id="4" name="Footer Placeholder 3">
            <a:extLst>
              <a:ext uri="{FF2B5EF4-FFF2-40B4-BE49-F238E27FC236}">
                <a16:creationId xmlns:a16="http://schemas.microsoft.com/office/drawing/2014/main" id="{8475D367-443E-457B-9004-B2516DA35D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905131-D26C-4E22-AAE2-36AFFED5F8AA}"/>
              </a:ext>
            </a:extLst>
          </p:cNvPr>
          <p:cNvSpPr>
            <a:spLocks noGrp="1"/>
          </p:cNvSpPr>
          <p:nvPr>
            <p:ph type="sldNum" sz="quarter" idx="12"/>
          </p:nvPr>
        </p:nvSpPr>
        <p:spPr/>
        <p:txBody>
          <a:bodyPr/>
          <a:lstStyle/>
          <a:p>
            <a:fld id="{1086EEBC-A284-4981-B0EB-DFEC48DD9766}" type="slidenum">
              <a:rPr lang="en-IN" smtClean="0"/>
              <a:t>‹#›</a:t>
            </a:fld>
            <a:endParaRPr lang="en-IN"/>
          </a:p>
        </p:txBody>
      </p:sp>
    </p:spTree>
    <p:extLst>
      <p:ext uri="{BB962C8B-B14F-4D97-AF65-F5344CB8AC3E}">
        <p14:creationId xmlns:p14="http://schemas.microsoft.com/office/powerpoint/2010/main" val="2472911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84BA4D-2412-4307-8451-426EAD44C2DB}"/>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3" name="Footer Placeholder 2">
            <a:extLst>
              <a:ext uri="{FF2B5EF4-FFF2-40B4-BE49-F238E27FC236}">
                <a16:creationId xmlns:a16="http://schemas.microsoft.com/office/drawing/2014/main" id="{0AF4CA47-1F3F-4E40-9E6C-C98C03864CA2}"/>
              </a:ext>
            </a:extLst>
          </p:cNvPr>
          <p:cNvSpPr>
            <a:spLocks noGrp="1"/>
          </p:cNvSpPr>
          <p:nvPr>
            <p:ph type="ftr" sz="quarter" idx="11"/>
          </p:nvPr>
        </p:nvSpPr>
        <p:spPr/>
        <p:txBody>
          <a:bodyPr/>
          <a:lstStyle/>
          <a:p>
            <a:endParaRPr lang="en-IN" sz="1800" b="0" strike="noStrike" spc="-1">
              <a:latin typeface="Times New Roman"/>
            </a:endParaRPr>
          </a:p>
        </p:txBody>
      </p:sp>
      <p:sp>
        <p:nvSpPr>
          <p:cNvPr id="4" name="Slide Number Placeholder 3">
            <a:extLst>
              <a:ext uri="{FF2B5EF4-FFF2-40B4-BE49-F238E27FC236}">
                <a16:creationId xmlns:a16="http://schemas.microsoft.com/office/drawing/2014/main" id="{2CF669D8-63AF-4FC4-AC80-8AD896345501}"/>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124023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3A4F0-0B73-4463-8860-2FC597E4385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208F0F-28F4-43AF-8D65-DD207D112EF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5C754CF-44BC-4053-88BD-569D46A0815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9EE9FC9-C37B-4FBE-B418-03E4FC5A04C0}"/>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6" name="Footer Placeholder 5">
            <a:extLst>
              <a:ext uri="{FF2B5EF4-FFF2-40B4-BE49-F238E27FC236}">
                <a16:creationId xmlns:a16="http://schemas.microsoft.com/office/drawing/2014/main" id="{0B486155-B577-42C4-A6BA-36E0EF133969}"/>
              </a:ext>
            </a:extLst>
          </p:cNvPr>
          <p:cNvSpPr>
            <a:spLocks noGrp="1"/>
          </p:cNvSpPr>
          <p:nvPr>
            <p:ph type="ftr" sz="quarter" idx="11"/>
          </p:nvPr>
        </p:nvSpPr>
        <p:spPr/>
        <p:txBody>
          <a:bodyPr/>
          <a:lstStyle/>
          <a:p>
            <a:endParaRPr lang="en-IN" sz="1800" b="0" strike="noStrike" spc="-1">
              <a:latin typeface="Times New Roman"/>
            </a:endParaRPr>
          </a:p>
        </p:txBody>
      </p:sp>
      <p:sp>
        <p:nvSpPr>
          <p:cNvPr id="7" name="Slide Number Placeholder 6">
            <a:extLst>
              <a:ext uri="{FF2B5EF4-FFF2-40B4-BE49-F238E27FC236}">
                <a16:creationId xmlns:a16="http://schemas.microsoft.com/office/drawing/2014/main" id="{CC278448-F909-48F5-9163-E11EAA47726A}"/>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910627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AA793-EAF8-4E98-A581-8E070A30908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356BD8-E321-4200-8B48-5D87AF78351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2FED47A-8FB4-4014-9FF4-EBE1871A1C1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472550E-7BE2-4F09-B95A-0C37A1AF7A39}"/>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6" name="Footer Placeholder 5">
            <a:extLst>
              <a:ext uri="{FF2B5EF4-FFF2-40B4-BE49-F238E27FC236}">
                <a16:creationId xmlns:a16="http://schemas.microsoft.com/office/drawing/2014/main" id="{CC9FC2C4-3A9E-491E-829F-3F7475946211}"/>
              </a:ext>
            </a:extLst>
          </p:cNvPr>
          <p:cNvSpPr>
            <a:spLocks noGrp="1"/>
          </p:cNvSpPr>
          <p:nvPr>
            <p:ph type="ftr" sz="quarter" idx="11"/>
          </p:nvPr>
        </p:nvSpPr>
        <p:spPr/>
        <p:txBody>
          <a:bodyPr/>
          <a:lstStyle/>
          <a:p>
            <a:endParaRPr lang="en-IN" sz="1800" b="0" strike="noStrike" spc="-1">
              <a:latin typeface="Times New Roman"/>
            </a:endParaRPr>
          </a:p>
        </p:txBody>
      </p:sp>
      <p:sp>
        <p:nvSpPr>
          <p:cNvPr id="7" name="Slide Number Placeholder 6">
            <a:extLst>
              <a:ext uri="{FF2B5EF4-FFF2-40B4-BE49-F238E27FC236}">
                <a16:creationId xmlns:a16="http://schemas.microsoft.com/office/drawing/2014/main" id="{86A21B42-BBE7-4E81-AF81-B3F95FF4B1DB}"/>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4025936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FD4A6-82D2-4A57-88C8-C7DFB7B0EC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D0403-0F5B-4FD1-8CE4-B63E1AE6CD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88E70-B573-4099-86EE-C62A9B4924D0}"/>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5" name="Footer Placeholder 4">
            <a:extLst>
              <a:ext uri="{FF2B5EF4-FFF2-40B4-BE49-F238E27FC236}">
                <a16:creationId xmlns:a16="http://schemas.microsoft.com/office/drawing/2014/main" id="{F67C9872-C298-42D5-BF23-67A57525E724}"/>
              </a:ext>
            </a:extLst>
          </p:cNvPr>
          <p:cNvSpPr>
            <a:spLocks noGrp="1"/>
          </p:cNvSpPr>
          <p:nvPr>
            <p:ph type="ftr" sz="quarter" idx="11"/>
          </p:nvPr>
        </p:nvSpPr>
        <p:spPr/>
        <p:txBody>
          <a:bodyPr/>
          <a:lstStyle/>
          <a:p>
            <a:endParaRPr lang="en-IN" sz="1800" b="0" strike="noStrike" spc="-1">
              <a:latin typeface="Times New Roman"/>
            </a:endParaRPr>
          </a:p>
        </p:txBody>
      </p:sp>
      <p:sp>
        <p:nvSpPr>
          <p:cNvPr id="6" name="Slide Number Placeholder 5">
            <a:extLst>
              <a:ext uri="{FF2B5EF4-FFF2-40B4-BE49-F238E27FC236}">
                <a16:creationId xmlns:a16="http://schemas.microsoft.com/office/drawing/2014/main" id="{96551531-1983-47D1-939B-563A93F1B1E7}"/>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116872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483F6-ABAE-4DCA-A1A2-6C9625356F76}"/>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0E3D7-30BB-4996-B136-B82CFAF9B28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3C8739-F627-4512-8719-934DDE46D637}"/>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5" name="Footer Placeholder 4">
            <a:extLst>
              <a:ext uri="{FF2B5EF4-FFF2-40B4-BE49-F238E27FC236}">
                <a16:creationId xmlns:a16="http://schemas.microsoft.com/office/drawing/2014/main" id="{DD58E88D-0758-4D83-9B9D-144D63837434}"/>
              </a:ext>
            </a:extLst>
          </p:cNvPr>
          <p:cNvSpPr>
            <a:spLocks noGrp="1"/>
          </p:cNvSpPr>
          <p:nvPr>
            <p:ph type="ftr" sz="quarter" idx="11"/>
          </p:nvPr>
        </p:nvSpPr>
        <p:spPr/>
        <p:txBody>
          <a:bodyPr/>
          <a:lstStyle/>
          <a:p>
            <a:endParaRPr lang="en-IN" sz="1800" b="0" strike="noStrike" spc="-1">
              <a:latin typeface="Times New Roman"/>
            </a:endParaRPr>
          </a:p>
        </p:txBody>
      </p:sp>
      <p:sp>
        <p:nvSpPr>
          <p:cNvPr id="6" name="Slide Number Placeholder 5">
            <a:extLst>
              <a:ext uri="{FF2B5EF4-FFF2-40B4-BE49-F238E27FC236}">
                <a16:creationId xmlns:a16="http://schemas.microsoft.com/office/drawing/2014/main" id="{FF51C86A-19C1-4254-B945-62849501E647}"/>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128061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129" name="PlaceHolder 1"/>
          <p:cNvSpPr>
            <a:spLocks noGrp="1"/>
          </p:cNvSpPr>
          <p:nvPr>
            <p:ph type="title"/>
          </p:nvPr>
        </p:nvSpPr>
        <p:spPr>
          <a:xfrm>
            <a:off x="457110" y="273600"/>
            <a:ext cx="8229330" cy="114480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130" name="PlaceHolder 2"/>
          <p:cNvSpPr>
            <a:spLocks noGrp="1"/>
          </p:cNvSpPr>
          <p:nvPr>
            <p:ph type="subTitle"/>
          </p:nvPr>
        </p:nvSpPr>
        <p:spPr>
          <a:xfrm>
            <a:off x="457110" y="1604520"/>
            <a:ext cx="8229330" cy="3977280"/>
          </a:xfrm>
          <a:prstGeom prst="rect">
            <a:avLst/>
          </a:prstGeom>
        </p:spPr>
        <p:txBody>
          <a:bodyPr lIns="0" tIns="0" rIns="0" bIns="0" anchor="ctr">
            <a:noAutofit/>
          </a:bodyPr>
          <a:lstStyle/>
          <a:p>
            <a:pPr algn="ctr"/>
            <a:endParaRPr lang="en-IN" sz="2400" b="0" strike="noStrike" spc="-1">
              <a:latin typeface="Arial"/>
            </a:endParaRPr>
          </a:p>
        </p:txBody>
      </p:sp>
    </p:spTree>
    <p:extLst>
      <p:ext uri="{BB962C8B-B14F-4D97-AF65-F5344CB8AC3E}">
        <p14:creationId xmlns:p14="http://schemas.microsoft.com/office/powerpoint/2010/main" val="1775656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84BA4D-2412-4307-8451-426EAD44C2DB}"/>
              </a:ext>
            </a:extLst>
          </p:cNvPr>
          <p:cNvSpPr>
            <a:spLocks noGrp="1"/>
          </p:cNvSpPr>
          <p:nvPr>
            <p:ph type="dt" sz="half" idx="10"/>
          </p:nvPr>
        </p:nvSpPr>
        <p:spPr/>
        <p:txBody>
          <a:body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3" name="Footer Placeholder 2">
            <a:extLst>
              <a:ext uri="{FF2B5EF4-FFF2-40B4-BE49-F238E27FC236}">
                <a16:creationId xmlns:a16="http://schemas.microsoft.com/office/drawing/2014/main" id="{0AF4CA47-1F3F-4E40-9E6C-C98C03864CA2}"/>
              </a:ext>
            </a:extLst>
          </p:cNvPr>
          <p:cNvSpPr>
            <a:spLocks noGrp="1"/>
          </p:cNvSpPr>
          <p:nvPr>
            <p:ph type="ftr" sz="quarter" idx="11"/>
          </p:nvPr>
        </p:nvSpPr>
        <p:spPr/>
        <p:txBody>
          <a:bodyPr/>
          <a:lstStyle/>
          <a:p>
            <a:endParaRPr lang="en-IN" sz="1800" b="0" strike="noStrike" spc="-1">
              <a:latin typeface="Times New Roman"/>
            </a:endParaRPr>
          </a:p>
        </p:txBody>
      </p:sp>
      <p:sp>
        <p:nvSpPr>
          <p:cNvPr id="4" name="Slide Number Placeholder 3">
            <a:extLst>
              <a:ext uri="{FF2B5EF4-FFF2-40B4-BE49-F238E27FC236}">
                <a16:creationId xmlns:a16="http://schemas.microsoft.com/office/drawing/2014/main" id="{2CF669D8-63AF-4FC4-AC80-8AD896345501}"/>
              </a:ext>
            </a:extLst>
          </p:cNvPr>
          <p:cNvSpPr>
            <a:spLocks noGrp="1"/>
          </p:cNvSpPr>
          <p:nvPr>
            <p:ph type="sldNum" sz="quarter" idx="12"/>
          </p:nvPr>
        </p:nvSpPr>
        <p:spPr/>
        <p:txBody>
          <a:body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
        <p:nvSpPr>
          <p:cNvPr id="5" name="Title 4">
            <a:extLst>
              <a:ext uri="{FF2B5EF4-FFF2-40B4-BE49-F238E27FC236}">
                <a16:creationId xmlns:a16="http://schemas.microsoft.com/office/drawing/2014/main" id="{F78EB6EB-68A4-4B60-8439-A682C39510A3}"/>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71346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457110" y="273600"/>
            <a:ext cx="8229330" cy="114480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134"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135" name="PlaceHolder 3"/>
          <p:cNvSpPr>
            <a:spLocks noGrp="1"/>
          </p:cNvSpPr>
          <p:nvPr>
            <p:ph type="body"/>
          </p:nvPr>
        </p:nvSpPr>
        <p:spPr>
          <a:xfrm>
            <a:off x="4673970" y="1604520"/>
            <a:ext cx="4015710" cy="3977280"/>
          </a:xfrm>
          <a:prstGeom prst="rect">
            <a:avLst/>
          </a:prstGeom>
        </p:spPr>
        <p:txBody>
          <a:bodyPr lIns="0" tIns="0" rIns="0" bIns="0">
            <a:normAutofit/>
          </a:bodyPr>
          <a:lstStyle/>
          <a:p>
            <a:endParaRPr lang="en-US" sz="2100" b="0" strike="noStrike" spc="-1">
              <a:solidFill>
                <a:srgbClr val="000000"/>
              </a:solidFill>
              <a:latin typeface="Calibri"/>
            </a:endParaRPr>
          </a:p>
        </p:txBody>
      </p:sp>
    </p:spTree>
    <p:extLst>
      <p:ext uri="{BB962C8B-B14F-4D97-AF65-F5344CB8AC3E}">
        <p14:creationId xmlns:p14="http://schemas.microsoft.com/office/powerpoint/2010/main" val="592788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9EBC67-386D-459C-BAF7-4A01F2660FD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0EF385-D60A-4376-ABD1-3E3ED931D37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A4DB5A-5635-441E-A1A6-93727CA457A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lnSpc>
                <a:spcPct val="100000"/>
              </a:lnSpc>
            </a:pPr>
            <a:fld id="{6CF8CBAE-A777-4F96-AB92-EFF4890C364D}" type="datetime">
              <a:rPr lang="en-IN" sz="900" b="0" strike="noStrike" spc="-1" smtClean="0">
                <a:solidFill>
                  <a:srgbClr val="8B8B8B"/>
                </a:solidFill>
                <a:latin typeface="Calibri"/>
              </a:rPr>
              <a:t>05-12-2021</a:t>
            </a:fld>
            <a:endParaRPr lang="en-IN" sz="900" b="0" strike="noStrike" spc="-1">
              <a:latin typeface="Times New Roman"/>
            </a:endParaRPr>
          </a:p>
        </p:txBody>
      </p:sp>
      <p:sp>
        <p:nvSpPr>
          <p:cNvPr id="5" name="Footer Placeholder 4">
            <a:extLst>
              <a:ext uri="{FF2B5EF4-FFF2-40B4-BE49-F238E27FC236}">
                <a16:creationId xmlns:a16="http://schemas.microsoft.com/office/drawing/2014/main" id="{663CA009-EC73-473B-ACD1-702E227AAE5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sz="1800" b="0" strike="noStrike" spc="-1">
              <a:latin typeface="Times New Roman"/>
            </a:endParaRPr>
          </a:p>
        </p:txBody>
      </p:sp>
      <p:sp>
        <p:nvSpPr>
          <p:cNvPr id="6" name="Slide Number Placeholder 5">
            <a:extLst>
              <a:ext uri="{FF2B5EF4-FFF2-40B4-BE49-F238E27FC236}">
                <a16:creationId xmlns:a16="http://schemas.microsoft.com/office/drawing/2014/main" id="{477FBC37-1E79-4122-A828-56C12D814D5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lgn="r">
              <a:lnSpc>
                <a:spcPct val="100000"/>
              </a:lnSpc>
            </a:pPr>
            <a:fld id="{6089A9C5-9326-4D47-B66E-3CE1110D7910}" type="slidenum">
              <a:rPr lang="en-IN" sz="900" b="0" strike="noStrike" spc="-1" smtClean="0">
                <a:solidFill>
                  <a:srgbClr val="8B8B8B"/>
                </a:solidFill>
                <a:latin typeface="Calibri"/>
              </a:rPr>
              <a:t>‹#›</a:t>
            </a:fld>
            <a:endParaRPr lang="en-IN" sz="900" b="0" strike="noStrike" spc="-1">
              <a:latin typeface="Times New Roman"/>
            </a:endParaRPr>
          </a:p>
        </p:txBody>
      </p:sp>
    </p:spTree>
    <p:extLst>
      <p:ext uri="{BB962C8B-B14F-4D97-AF65-F5344CB8AC3E}">
        <p14:creationId xmlns:p14="http://schemas.microsoft.com/office/powerpoint/2010/main" val="341561932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0.wmf"/></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png"/><Relationship Id="rId7" Type="http://schemas.openxmlformats.org/officeDocument/2006/relationships/image" Target="../media/image25.wmf"/><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4.wmf"/><Relationship Id="rId5" Type="http://schemas.openxmlformats.org/officeDocument/2006/relationships/image" Target="../media/image23.png"/><Relationship Id="rId10" Type="http://schemas.openxmlformats.org/officeDocument/2006/relationships/image" Target="../media/image28.wmf"/><Relationship Id="rId4" Type="http://schemas.openxmlformats.org/officeDocument/2006/relationships/image" Target="../media/image22.wmf"/><Relationship Id="rId9" Type="http://schemas.openxmlformats.org/officeDocument/2006/relationships/image" Target="../media/image27.wmf"/></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32.png"/><Relationship Id="rId5" Type="http://schemas.openxmlformats.org/officeDocument/2006/relationships/image" Target="../media/image31.wmf"/><Relationship Id="rId4" Type="http://schemas.openxmlformats.org/officeDocument/2006/relationships/image" Target="../media/image30.wmf"/></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52.wmf"/><Relationship Id="rId3" Type="http://schemas.openxmlformats.org/officeDocument/2006/relationships/image" Target="../media/image42.png"/><Relationship Id="rId7" Type="http://schemas.openxmlformats.org/officeDocument/2006/relationships/image" Target="../media/image46.wmf"/><Relationship Id="rId12" Type="http://schemas.openxmlformats.org/officeDocument/2006/relationships/image" Target="../media/image51.wmf"/><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45.wmf"/><Relationship Id="rId11" Type="http://schemas.openxmlformats.org/officeDocument/2006/relationships/image" Target="../media/image50.wmf"/><Relationship Id="rId5" Type="http://schemas.openxmlformats.org/officeDocument/2006/relationships/image" Target="../media/image44.wmf"/><Relationship Id="rId10" Type="http://schemas.openxmlformats.org/officeDocument/2006/relationships/image" Target="../media/image49.wmf"/><Relationship Id="rId4" Type="http://schemas.openxmlformats.org/officeDocument/2006/relationships/image" Target="../media/image43.wmf"/><Relationship Id="rId9" Type="http://schemas.openxmlformats.org/officeDocument/2006/relationships/image" Target="../media/image48.wmf"/></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1657260" y="3257550"/>
            <a:ext cx="5829030" cy="1257120"/>
          </a:xfrm>
          <a:prstGeom prst="rect">
            <a:avLst/>
          </a:prstGeom>
          <a:noFill/>
          <a:ln>
            <a:noFill/>
          </a:ln>
        </p:spPr>
        <p:txBody>
          <a:bodyPr anchor="b">
            <a:normAutofit fontScale="97000" lnSpcReduction="10000"/>
          </a:bodyPr>
          <a:lstStyle/>
          <a:p>
            <a:pPr algn="ctr">
              <a:lnSpc>
                <a:spcPct val="90000"/>
              </a:lnSpc>
            </a:pPr>
            <a:r>
              <a:rPr lang="en-US" sz="4500" b="1" spc="-1">
                <a:solidFill>
                  <a:srgbClr val="000000"/>
                </a:solidFill>
                <a:latin typeface="Calibri Light"/>
              </a:rPr>
              <a:t>COMPUTER NETWORKS</a:t>
            </a:r>
            <a:br>
              <a:rPr sz="1350"/>
            </a:br>
            <a:r>
              <a:rPr lang="en-US" sz="4500" b="1" spc="-1">
                <a:solidFill>
                  <a:srgbClr val="000000"/>
                </a:solidFill>
                <a:latin typeface="Calibri Light"/>
              </a:rPr>
              <a:t>(BCSC 0008)</a:t>
            </a:r>
            <a:endParaRPr lang="en-US" sz="4500" spc="-1">
              <a:solidFill>
                <a:srgbClr val="000000"/>
              </a:solidFill>
              <a:latin typeface="Calibri"/>
            </a:endParaRPr>
          </a:p>
        </p:txBody>
      </p:sp>
      <p:pic>
        <p:nvPicPr>
          <p:cNvPr id="172" name="Picture 2"/>
          <p:cNvPicPr/>
          <p:nvPr/>
        </p:nvPicPr>
        <p:blipFill>
          <a:blip r:embed="rId2"/>
          <a:stretch/>
        </p:blipFill>
        <p:spPr>
          <a:xfrm>
            <a:off x="3829140" y="1600290"/>
            <a:ext cx="1549260" cy="1614330"/>
          </a:xfrm>
          <a:prstGeom prst="rect">
            <a:avLst/>
          </a:prstGeom>
          <a:ln w="9360">
            <a:noFill/>
          </a:ln>
        </p:spPr>
      </p:pic>
      <p:sp>
        <p:nvSpPr>
          <p:cNvPr id="173" name="CustomShape 2"/>
          <p:cNvSpPr/>
          <p:nvPr/>
        </p:nvSpPr>
        <p:spPr>
          <a:xfrm>
            <a:off x="2057400" y="4469580"/>
            <a:ext cx="5085990" cy="273510"/>
          </a:xfrm>
          <a:prstGeom prst="rect">
            <a:avLst/>
          </a:prstGeom>
          <a:noFill/>
          <a:ln>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900" b="1" spc="-1">
                <a:solidFill>
                  <a:srgbClr val="000000"/>
                </a:solidFill>
                <a:latin typeface="Times New Roman"/>
                <a:ea typeface="Calibri"/>
              </a:rPr>
              <a:t>Copyright content, use only with the written permission of presenter mentioned</a:t>
            </a:r>
            <a:endParaRPr lang="en-IN" sz="900" spc="-1">
              <a:latin typeface="Arial"/>
            </a:endParaRPr>
          </a:p>
        </p:txBody>
      </p:sp>
      <p:sp>
        <p:nvSpPr>
          <p:cNvPr id="174" name="CustomShape 3"/>
          <p:cNvSpPr/>
          <p:nvPr/>
        </p:nvSpPr>
        <p:spPr>
          <a:xfrm>
            <a:off x="3657690" y="4914810"/>
            <a:ext cx="1828440" cy="273510"/>
          </a:xfrm>
          <a:prstGeom prst="rect">
            <a:avLst/>
          </a:prstGeom>
          <a:noFill/>
          <a:ln>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350" b="1" spc="-1" dirty="0">
                <a:solidFill>
                  <a:srgbClr val="000000"/>
                </a:solidFill>
                <a:latin typeface="Times New Roman"/>
                <a:ea typeface="Calibri"/>
              </a:rPr>
              <a:t>Transport Layer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Shape 1"/>
          <p:cNvSpPr txBox="1"/>
          <p:nvPr/>
        </p:nvSpPr>
        <p:spPr>
          <a:xfrm>
            <a:off x="628560" y="1131030"/>
            <a:ext cx="7886430" cy="993870"/>
          </a:xfrm>
          <a:prstGeom prst="rect">
            <a:avLst/>
          </a:prstGeom>
          <a:noFill/>
          <a:ln>
            <a:noFill/>
          </a:ln>
        </p:spPr>
        <p:txBody>
          <a:bodyPr anchor="ctr">
            <a:normAutofit fontScale="92500" lnSpcReduction="20000"/>
          </a:bodyPr>
          <a:lstStyle/>
          <a:p>
            <a:pPr>
              <a:lnSpc>
                <a:spcPct val="90000"/>
              </a:lnSpc>
            </a:pPr>
            <a:br>
              <a:rPr sz="1350"/>
            </a:br>
            <a:r>
              <a:rPr lang="en-US" sz="3300" b="1" spc="-1">
                <a:solidFill>
                  <a:srgbClr val="000000"/>
                </a:solidFill>
                <a:latin typeface="Calibri Light"/>
              </a:rPr>
              <a:t>Text and Reference Books</a:t>
            </a:r>
            <a:br>
              <a:rPr sz="1350"/>
            </a:br>
            <a:endParaRPr lang="en-US" sz="3300" spc="-1">
              <a:solidFill>
                <a:srgbClr val="000000"/>
              </a:solidFill>
              <a:latin typeface="Calibri"/>
            </a:endParaRPr>
          </a:p>
        </p:txBody>
      </p:sp>
      <p:sp>
        <p:nvSpPr>
          <p:cNvPr id="176" name="TextShape 2"/>
          <p:cNvSpPr txBox="1"/>
          <p:nvPr/>
        </p:nvSpPr>
        <p:spPr>
          <a:xfrm>
            <a:off x="628560" y="2226420"/>
            <a:ext cx="7886430" cy="3263220"/>
          </a:xfrm>
          <a:prstGeom prst="rect">
            <a:avLst/>
          </a:prstGeom>
          <a:noFill/>
          <a:ln>
            <a:noFill/>
          </a:ln>
        </p:spPr>
        <p:txBody>
          <a:bodyPr>
            <a:normAutofit lnSpcReduction="10000"/>
          </a:bodyPr>
          <a:lstStyle/>
          <a:p>
            <a:pPr marL="171446" indent="-171176" algn="just">
              <a:lnSpc>
                <a:spcPct val="90000"/>
              </a:lnSpc>
              <a:spcBef>
                <a:spcPts val="751"/>
              </a:spcBef>
              <a:tabLst>
                <a:tab pos="0" algn="l"/>
              </a:tabLst>
            </a:pPr>
            <a:r>
              <a:rPr lang="en-US" spc="-1">
                <a:solidFill>
                  <a:srgbClr val="FF0000"/>
                </a:solidFill>
                <a:latin typeface="Calibri"/>
              </a:rPr>
              <a:t>Text Books:</a:t>
            </a:r>
            <a:endParaRPr lang="en-US" spc="-1">
              <a:solidFill>
                <a:srgbClr val="000000"/>
              </a:solidFill>
              <a:latin typeface="Calibri"/>
            </a:endParaRPr>
          </a:p>
          <a:p>
            <a:pPr marL="342892" indent="-342622" algn="just">
              <a:lnSpc>
                <a:spcPct val="90000"/>
              </a:lnSpc>
              <a:spcBef>
                <a:spcPts val="751"/>
              </a:spcBef>
              <a:buClr>
                <a:srgbClr val="000000"/>
              </a:buClr>
              <a:buFont typeface="Calibri Light"/>
              <a:buAutoNum type="arabicPeriod"/>
              <a:tabLst>
                <a:tab pos="0" algn="l"/>
              </a:tabLst>
            </a:pPr>
            <a:r>
              <a:rPr lang="en-US" sz="2100" spc="-1">
                <a:solidFill>
                  <a:srgbClr val="000000"/>
                </a:solidFill>
                <a:latin typeface="Calibri"/>
              </a:rPr>
              <a:t>Fourouzan B. A. (2004), “Data Communication and Networking”, 4th Edition, McGraw-Hill.</a:t>
            </a:r>
          </a:p>
          <a:p>
            <a:pPr algn="just">
              <a:lnSpc>
                <a:spcPct val="90000"/>
              </a:lnSpc>
              <a:spcBef>
                <a:spcPts val="751"/>
              </a:spcBef>
              <a:tabLst>
                <a:tab pos="0" algn="l"/>
              </a:tabLst>
            </a:pPr>
            <a:endParaRPr lang="en-US" sz="2100" spc="-1">
              <a:solidFill>
                <a:srgbClr val="000000"/>
              </a:solidFill>
              <a:latin typeface="Calibri"/>
            </a:endParaRPr>
          </a:p>
          <a:p>
            <a:pPr marL="171446" indent="-171176" algn="just">
              <a:lnSpc>
                <a:spcPct val="90000"/>
              </a:lnSpc>
              <a:spcBef>
                <a:spcPts val="751"/>
              </a:spcBef>
              <a:tabLst>
                <a:tab pos="0" algn="l"/>
              </a:tabLst>
            </a:pPr>
            <a:r>
              <a:rPr lang="en-US" spc="-1">
                <a:solidFill>
                  <a:srgbClr val="FF0000"/>
                </a:solidFill>
                <a:latin typeface="Calibri"/>
              </a:rPr>
              <a:t>References:</a:t>
            </a:r>
            <a:endParaRPr lang="en-US" spc="-1">
              <a:solidFill>
                <a:srgbClr val="000000"/>
              </a:solidFill>
              <a:latin typeface="Calibri"/>
            </a:endParaRPr>
          </a:p>
          <a:p>
            <a:pPr marL="342892" indent="-342622" algn="just">
              <a:lnSpc>
                <a:spcPct val="90000"/>
              </a:lnSpc>
              <a:spcBef>
                <a:spcPts val="751"/>
              </a:spcBef>
              <a:buClr>
                <a:srgbClr val="000000"/>
              </a:buClr>
              <a:buFont typeface="Calibri Light"/>
              <a:buAutoNum type="arabicPeriod"/>
              <a:tabLst>
                <a:tab pos="0" algn="l"/>
              </a:tabLst>
            </a:pPr>
            <a:r>
              <a:rPr lang="en-US" sz="2100" spc="-1">
                <a:solidFill>
                  <a:srgbClr val="000000"/>
                </a:solidFill>
                <a:latin typeface="Calibri"/>
              </a:rPr>
              <a:t>Kurose, J. F. and Ross K. W. (2005), “Computer Networking: A Top-Down Approach Featuring the Internet”, 3rd Edition, Addison-Wesley.</a:t>
            </a:r>
          </a:p>
          <a:p>
            <a:pPr marL="342892" indent="-342622" algn="just">
              <a:lnSpc>
                <a:spcPct val="90000"/>
              </a:lnSpc>
              <a:spcBef>
                <a:spcPts val="751"/>
              </a:spcBef>
              <a:buClr>
                <a:srgbClr val="000000"/>
              </a:buClr>
              <a:buFont typeface="Calibri Light"/>
              <a:buAutoNum type="arabicPeriod"/>
              <a:tabLst>
                <a:tab pos="0" algn="l"/>
              </a:tabLst>
            </a:pPr>
            <a:r>
              <a:rPr lang="en-US" sz="2100" spc="-1">
                <a:solidFill>
                  <a:srgbClr val="000000"/>
                </a:solidFill>
                <a:latin typeface="Calibri"/>
              </a:rPr>
              <a:t>A. S. Tanenbaum (2006), “Computer Networks”, 2nd Edition, Prentice Hall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D2383743-F697-43E9-B1E3-2A8C9F4D9BE1}" type="slidenum">
              <a:rPr lang="en-US" sz="900" spc="-1">
                <a:solidFill>
                  <a:srgbClr val="8B8B8B"/>
                </a:solidFill>
                <a:latin typeface="Calibri"/>
              </a:rPr>
              <a:t>3</a:t>
            </a:fld>
            <a:endParaRPr lang="en-IN" sz="900" spc="-1">
              <a:latin typeface="Times New Roman"/>
            </a:endParaRPr>
          </a:p>
        </p:txBody>
      </p:sp>
      <p:sp>
        <p:nvSpPr>
          <p:cNvPr id="178"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179"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180" name="CustomShape 4"/>
          <p:cNvSpPr/>
          <p:nvPr/>
        </p:nvSpPr>
        <p:spPr>
          <a:xfrm>
            <a:off x="1384562" y="1142912"/>
            <a:ext cx="2919709" cy="345158"/>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i="1" spc="-1">
                <a:solidFill>
                  <a:srgbClr val="954F72"/>
                </a:solidFill>
                <a:latin typeface="Times New Roman"/>
              </a:rPr>
              <a:t>Transport Layer: Introduction</a:t>
            </a:r>
            <a:endParaRPr lang="en-IN" spc="-1">
              <a:latin typeface="Arial"/>
            </a:endParaRPr>
          </a:p>
        </p:txBody>
      </p:sp>
      <p:sp>
        <p:nvSpPr>
          <p:cNvPr id="181"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182" name="Picture 6"/>
          <p:cNvPicPr/>
          <p:nvPr/>
        </p:nvPicPr>
        <p:blipFill>
          <a:blip r:embed="rId3"/>
          <a:stretch/>
        </p:blipFill>
        <p:spPr>
          <a:xfrm>
            <a:off x="1690740" y="1657260"/>
            <a:ext cx="5354100" cy="375732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Times New Roman"/>
              </a:rPr>
              <a:t>Why we need transport layer?</a:t>
            </a:r>
            <a:endParaRPr lang="en-US" sz="3300" spc="-1">
              <a:solidFill>
                <a:srgbClr val="000000"/>
              </a:solidFill>
              <a:latin typeface="Calibri"/>
            </a:endParaRPr>
          </a:p>
        </p:txBody>
      </p:sp>
      <p:sp>
        <p:nvSpPr>
          <p:cNvPr id="184" name="TextShape 2"/>
          <p:cNvSpPr txBox="1"/>
          <p:nvPr/>
        </p:nvSpPr>
        <p:spPr>
          <a:xfrm>
            <a:off x="718200" y="2125170"/>
            <a:ext cx="7183350" cy="3263220"/>
          </a:xfrm>
          <a:prstGeom prst="rect">
            <a:avLst/>
          </a:prstGeom>
          <a:noFill/>
          <a:ln>
            <a:noFill/>
          </a:ln>
        </p:spPr>
        <p:txBody>
          <a:bodyPr>
            <a:noAutofit/>
          </a:bodyPr>
          <a:lstStyle/>
          <a:p>
            <a:pPr marL="171446" indent="-171176" algn="just">
              <a:lnSpc>
                <a:spcPct val="90000"/>
              </a:lnSpc>
              <a:spcBef>
                <a:spcPts val="751"/>
              </a:spcBef>
              <a:buClr>
                <a:srgbClr val="000000"/>
              </a:buClr>
              <a:buFont typeface="Arial"/>
              <a:buChar char="•"/>
            </a:pPr>
            <a:r>
              <a:rPr lang="en-US" sz="2100" i="1" spc="-1">
                <a:solidFill>
                  <a:srgbClr val="000000"/>
                </a:solidFill>
                <a:latin typeface="Times New Roman"/>
              </a:rPr>
              <a:t>Network layer is responsible for end to end (Host to Host) communication (IP address).</a:t>
            </a:r>
            <a:endParaRPr lang="en-US" sz="2100" spc="-1">
              <a:solidFill>
                <a:srgbClr val="000000"/>
              </a:solidFill>
              <a:latin typeface="Calibri"/>
            </a:endParaRPr>
          </a:p>
          <a:p>
            <a:pPr marL="171446" indent="-171176" algn="just">
              <a:lnSpc>
                <a:spcPct val="90000"/>
              </a:lnSpc>
              <a:spcBef>
                <a:spcPts val="751"/>
              </a:spcBef>
              <a:buClr>
                <a:srgbClr val="000000"/>
              </a:buClr>
              <a:buFont typeface="Arial"/>
              <a:buChar char="•"/>
            </a:pPr>
            <a:r>
              <a:rPr lang="en-US" sz="2100" i="1" spc="-1">
                <a:solidFill>
                  <a:srgbClr val="000000"/>
                </a:solidFill>
                <a:latin typeface="Times New Roman"/>
              </a:rPr>
              <a:t>There are several network application running in OS.</a:t>
            </a:r>
            <a:endParaRPr lang="en-US" sz="2100" spc="-1">
              <a:solidFill>
                <a:srgbClr val="000000"/>
              </a:solidFill>
              <a:latin typeface="Calibri"/>
            </a:endParaRPr>
          </a:p>
          <a:p>
            <a:pPr marL="171446" indent="-171176" algn="just">
              <a:lnSpc>
                <a:spcPct val="90000"/>
              </a:lnSpc>
              <a:spcBef>
                <a:spcPts val="751"/>
              </a:spcBef>
              <a:buClr>
                <a:srgbClr val="000000"/>
              </a:buClr>
              <a:buFont typeface="Arial"/>
              <a:buChar char="•"/>
            </a:pPr>
            <a:r>
              <a:rPr lang="en-US" sz="2100" i="1" spc="-1">
                <a:solidFill>
                  <a:srgbClr val="000000"/>
                </a:solidFill>
                <a:latin typeface="Times New Roman"/>
              </a:rPr>
              <a:t>How did NIC knows which packet belongs to which process/application?</a:t>
            </a:r>
            <a:endParaRPr lang="en-US" sz="2100" spc="-1">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Types of data deliveries: Internet Stack</a:t>
            </a:r>
            <a:endParaRPr lang="en-US" sz="3300" spc="-1">
              <a:solidFill>
                <a:srgbClr val="000000"/>
              </a:solidFill>
              <a:latin typeface="Calibri"/>
            </a:endParaRPr>
          </a:p>
        </p:txBody>
      </p:sp>
      <p:pic>
        <p:nvPicPr>
          <p:cNvPr id="186" name="Picture 6"/>
          <p:cNvPicPr/>
          <p:nvPr/>
        </p:nvPicPr>
        <p:blipFill>
          <a:blip r:embed="rId2"/>
          <a:stretch/>
        </p:blipFill>
        <p:spPr>
          <a:xfrm>
            <a:off x="1769310" y="2485620"/>
            <a:ext cx="6032610" cy="247374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Continued..</a:t>
            </a:r>
            <a:endParaRPr lang="en-US" sz="3300" spc="-1">
              <a:solidFill>
                <a:srgbClr val="000000"/>
              </a:solidFill>
              <a:latin typeface="Calibri"/>
            </a:endParaRPr>
          </a:p>
        </p:txBody>
      </p:sp>
      <p:sp>
        <p:nvSpPr>
          <p:cNvPr id="188" name="CustomShape 2"/>
          <p:cNvSpPr/>
          <p:nvPr/>
        </p:nvSpPr>
        <p:spPr>
          <a:xfrm>
            <a:off x="741690" y="1898911"/>
            <a:ext cx="7660440" cy="3946144"/>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marL="257303" indent="-257033">
              <a:buClr>
                <a:srgbClr val="000000"/>
              </a:buClr>
              <a:buFont typeface="Arial"/>
              <a:buChar char="•"/>
            </a:pPr>
            <a:r>
              <a:rPr lang="en-US" sz="2100" spc="-1">
                <a:solidFill>
                  <a:srgbClr val="000000"/>
                </a:solidFill>
                <a:latin typeface="Calibri"/>
              </a:rPr>
              <a:t>The transport layer is responsible for process-to-process delivery—the delivery of a packet, part of a message, from one process to another.</a:t>
            </a:r>
            <a:endParaRPr lang="en-IN" sz="2100" spc="-1">
              <a:latin typeface="Arial"/>
            </a:endParaRPr>
          </a:p>
          <a:p>
            <a:pPr marL="257303" indent="-257033">
              <a:buClr>
                <a:srgbClr val="000000"/>
              </a:buClr>
              <a:buFont typeface="Arial"/>
              <a:buChar char="•"/>
            </a:pPr>
            <a:r>
              <a:rPr lang="en-US" sz="2100" spc="-1">
                <a:solidFill>
                  <a:srgbClr val="000000"/>
                </a:solidFill>
                <a:latin typeface="Calibri"/>
              </a:rPr>
              <a:t>It provides</a:t>
            </a:r>
            <a:r>
              <a:rPr lang="en-US" sz="2100" i="1" spc="-1">
                <a:solidFill>
                  <a:srgbClr val="FF0000"/>
                </a:solidFill>
                <a:latin typeface="Calibri"/>
              </a:rPr>
              <a:t> logical communication</a:t>
            </a:r>
            <a:r>
              <a:rPr lang="en-US" sz="2100" spc="-1">
                <a:solidFill>
                  <a:srgbClr val="000000"/>
                </a:solidFill>
                <a:latin typeface="Calibri"/>
              </a:rPr>
              <a:t> between app processes running on different hosts</a:t>
            </a:r>
            <a:endParaRPr lang="en-IN" sz="2100" spc="-1">
              <a:latin typeface="Arial"/>
            </a:endParaRPr>
          </a:p>
          <a:p>
            <a:pPr marL="257303" indent="-257033">
              <a:buClr>
                <a:srgbClr val="000000"/>
              </a:buClr>
              <a:buFont typeface="Arial"/>
              <a:buChar char="•"/>
            </a:pPr>
            <a:r>
              <a:rPr lang="en-US" sz="2100" spc="-1">
                <a:solidFill>
                  <a:srgbClr val="000000"/>
                </a:solidFill>
                <a:latin typeface="Calibri"/>
              </a:rPr>
              <a:t>transport protocols run in end systems </a:t>
            </a:r>
            <a:endParaRPr lang="en-IN" sz="2100" spc="-1">
              <a:latin typeface="Arial"/>
            </a:endParaRPr>
          </a:p>
          <a:p>
            <a:pPr marL="600195" lvl="1" indent="-257033">
              <a:buClr>
                <a:srgbClr val="000000"/>
              </a:buClr>
              <a:buFont typeface="Arial"/>
              <a:buChar char="•"/>
            </a:pPr>
            <a:r>
              <a:rPr lang="en-US" sz="2100" spc="-1">
                <a:solidFill>
                  <a:srgbClr val="000000"/>
                </a:solidFill>
                <a:latin typeface="Calibri"/>
              </a:rPr>
              <a:t>send side: breaks app messages into </a:t>
            </a:r>
            <a:r>
              <a:rPr lang="en-US" sz="2100" spc="-1">
                <a:solidFill>
                  <a:srgbClr val="FF0000"/>
                </a:solidFill>
                <a:latin typeface="Calibri"/>
              </a:rPr>
              <a:t>segments</a:t>
            </a:r>
            <a:r>
              <a:rPr lang="en-US" sz="2100" spc="-1">
                <a:solidFill>
                  <a:srgbClr val="000000"/>
                </a:solidFill>
                <a:latin typeface="Calibri"/>
              </a:rPr>
              <a:t>, passes to  network layer</a:t>
            </a:r>
            <a:endParaRPr lang="en-IN" sz="2100" spc="-1">
              <a:latin typeface="Arial"/>
            </a:endParaRPr>
          </a:p>
          <a:p>
            <a:pPr marL="600195" lvl="1" indent="-257033">
              <a:buClr>
                <a:srgbClr val="000000"/>
              </a:buClr>
              <a:buFont typeface="Arial"/>
              <a:buChar char="•"/>
            </a:pPr>
            <a:r>
              <a:rPr lang="en-US" sz="2100" spc="-1">
                <a:solidFill>
                  <a:srgbClr val="000000"/>
                </a:solidFill>
                <a:latin typeface="Calibri"/>
              </a:rPr>
              <a:t>rcv side: reassembles segments into messages, passes to app layer</a:t>
            </a:r>
            <a:endParaRPr lang="en-IN" sz="2100" spc="-1">
              <a:latin typeface="Arial"/>
            </a:endParaRPr>
          </a:p>
          <a:p>
            <a:pPr marL="257303" indent="-257033">
              <a:buClr>
                <a:srgbClr val="000000"/>
              </a:buClr>
              <a:buFont typeface="Arial"/>
              <a:buChar char="•"/>
            </a:pPr>
            <a:r>
              <a:rPr lang="en-US" sz="2100" spc="-1">
                <a:solidFill>
                  <a:srgbClr val="000000"/>
                </a:solidFill>
                <a:latin typeface="Calibri"/>
              </a:rPr>
              <a:t>more than one transport protocol available to apps</a:t>
            </a:r>
            <a:endParaRPr lang="en-IN" sz="2100" spc="-1">
              <a:latin typeface="Arial"/>
            </a:endParaRPr>
          </a:p>
          <a:p>
            <a:pPr marL="600195" lvl="1" indent="-257033">
              <a:buClr>
                <a:srgbClr val="000000"/>
              </a:buClr>
              <a:buFont typeface="Arial"/>
              <a:buChar char="•"/>
            </a:pPr>
            <a:r>
              <a:rPr lang="en-US" sz="2100" spc="-1">
                <a:solidFill>
                  <a:srgbClr val="000000"/>
                </a:solidFill>
                <a:latin typeface="Calibri"/>
              </a:rPr>
              <a:t>Internet: TCP and UDP</a:t>
            </a:r>
            <a:endParaRPr lang="en-IN" sz="2100"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How It delivers messages to specific process</a:t>
            </a:r>
            <a:endParaRPr lang="en-US" sz="3300" spc="-1">
              <a:solidFill>
                <a:srgbClr val="000000"/>
              </a:solidFill>
              <a:latin typeface="Calibri"/>
            </a:endParaRPr>
          </a:p>
        </p:txBody>
      </p:sp>
      <p:sp>
        <p:nvSpPr>
          <p:cNvPr id="190" name="TextShape 2"/>
          <p:cNvSpPr txBox="1"/>
          <p:nvPr/>
        </p:nvSpPr>
        <p:spPr>
          <a:xfrm>
            <a:off x="628560" y="2226420"/>
            <a:ext cx="7886430" cy="3263220"/>
          </a:xfrm>
          <a:prstGeom prst="rect">
            <a:avLst/>
          </a:prstGeom>
          <a:noFill/>
          <a:ln>
            <a:noFill/>
          </a:ln>
        </p:spPr>
        <p:txBody>
          <a:bodyPr>
            <a:noAutofit/>
          </a:bodyPr>
          <a:lstStyle/>
          <a:p>
            <a:pPr marL="171446" indent="-171176">
              <a:lnSpc>
                <a:spcPct val="90000"/>
              </a:lnSpc>
              <a:spcBef>
                <a:spcPts val="751"/>
              </a:spcBef>
              <a:buClr>
                <a:srgbClr val="000000"/>
              </a:buClr>
              <a:buFont typeface="Arial"/>
              <a:buChar char="•"/>
            </a:pPr>
            <a:r>
              <a:rPr lang="en-US" sz="2100" spc="-1">
                <a:solidFill>
                  <a:srgbClr val="000000"/>
                </a:solidFill>
                <a:latin typeface="Calibri"/>
              </a:rPr>
              <a:t>Using Port address (16 bit) </a:t>
            </a:r>
          </a:p>
          <a:p>
            <a:pPr marL="171446" indent="-171176">
              <a:lnSpc>
                <a:spcPct val="90000"/>
              </a:lnSpc>
              <a:spcBef>
                <a:spcPts val="751"/>
              </a:spcBef>
              <a:buClr>
                <a:srgbClr val="000000"/>
              </a:buClr>
              <a:buFont typeface="Arial"/>
              <a:buChar char="•"/>
            </a:pPr>
            <a:r>
              <a:rPr lang="en-US" sz="2100" spc="-1">
                <a:solidFill>
                  <a:srgbClr val="000000"/>
                </a:solidFill>
                <a:latin typeface="Calibri"/>
              </a:rPr>
              <a:t>Ranges from 0 to 65,535</a:t>
            </a:r>
          </a:p>
          <a:p>
            <a:pPr>
              <a:lnSpc>
                <a:spcPct val="90000"/>
              </a:lnSpc>
              <a:spcBef>
                <a:spcPts val="751"/>
              </a:spcBef>
            </a:pPr>
            <a:endParaRPr lang="en-US" sz="2100" spc="-1">
              <a:solidFill>
                <a:srgbClr val="000000"/>
              </a:solidFill>
              <a:latin typeface="Calibri"/>
            </a:endParaRPr>
          </a:p>
        </p:txBody>
      </p:sp>
      <p:pic>
        <p:nvPicPr>
          <p:cNvPr id="191" name="Picture 6"/>
          <p:cNvPicPr/>
          <p:nvPr/>
        </p:nvPicPr>
        <p:blipFill>
          <a:blip r:embed="rId2"/>
          <a:stretch/>
        </p:blipFill>
        <p:spPr>
          <a:xfrm>
            <a:off x="1152900" y="3115800"/>
            <a:ext cx="6273180" cy="247509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9451AD6C-C98E-4EFD-813B-8FF7E1B69D0F}" type="slidenum">
              <a:rPr lang="en-US" sz="900" spc="-1">
                <a:solidFill>
                  <a:srgbClr val="8B8B8B"/>
                </a:solidFill>
                <a:latin typeface="Calibri"/>
              </a:rPr>
              <a:t>8</a:t>
            </a:fld>
            <a:endParaRPr lang="en-IN" sz="900" spc="-1">
              <a:latin typeface="Times New Roman"/>
            </a:endParaRPr>
          </a:p>
        </p:txBody>
      </p:sp>
      <p:sp>
        <p:nvSpPr>
          <p:cNvPr id="193"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194"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195" name="CustomShape 4"/>
          <p:cNvSpPr/>
          <p:nvPr/>
        </p:nvSpPr>
        <p:spPr>
          <a:xfrm>
            <a:off x="1378081" y="1142913"/>
            <a:ext cx="2731324"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IP addresses versus port numbers</a:t>
            </a:r>
            <a:endParaRPr lang="en-IN" sz="1500" spc="-1">
              <a:latin typeface="Arial"/>
            </a:endParaRPr>
          </a:p>
        </p:txBody>
      </p:sp>
      <p:sp>
        <p:nvSpPr>
          <p:cNvPr id="196"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197" name="Picture 6"/>
          <p:cNvPicPr/>
          <p:nvPr/>
        </p:nvPicPr>
        <p:blipFill>
          <a:blip r:embed="rId3"/>
          <a:stretch/>
        </p:blipFill>
        <p:spPr>
          <a:xfrm>
            <a:off x="2677590" y="1863270"/>
            <a:ext cx="4408560" cy="356562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B569F424-17EF-4B2D-AA31-F79A4700AD08}" type="slidenum">
              <a:rPr lang="en-US" sz="900" spc="-1">
                <a:solidFill>
                  <a:srgbClr val="8B8B8B"/>
                </a:solidFill>
                <a:latin typeface="Calibri"/>
              </a:rPr>
              <a:t>9</a:t>
            </a:fld>
            <a:endParaRPr lang="en-IN" sz="900" spc="-1">
              <a:latin typeface="Times New Roman"/>
            </a:endParaRPr>
          </a:p>
        </p:txBody>
      </p:sp>
      <p:sp>
        <p:nvSpPr>
          <p:cNvPr id="199"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200"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201" name="CustomShape 4"/>
          <p:cNvSpPr/>
          <p:nvPr/>
        </p:nvSpPr>
        <p:spPr>
          <a:xfrm>
            <a:off x="1375651" y="1142913"/>
            <a:ext cx="1130117"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IANA ranges</a:t>
            </a:r>
            <a:endParaRPr lang="en-IN" sz="1500" spc="-1">
              <a:latin typeface="Arial"/>
            </a:endParaRPr>
          </a:p>
        </p:txBody>
      </p:sp>
      <p:sp>
        <p:nvSpPr>
          <p:cNvPr id="202"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203" name="Picture 6"/>
          <p:cNvPicPr/>
          <p:nvPr/>
        </p:nvPicPr>
        <p:blipFill>
          <a:blip r:embed="rId3"/>
          <a:stretch/>
        </p:blipFill>
        <p:spPr>
          <a:xfrm>
            <a:off x="1846530" y="2700270"/>
            <a:ext cx="5182650" cy="112833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71B5415C-3330-4599-B804-06BA7552C2F1}" type="slidenum">
              <a:rPr lang="en-US" sz="900" spc="-1">
                <a:solidFill>
                  <a:srgbClr val="8B8B8B"/>
                </a:solidFill>
                <a:latin typeface="Calibri"/>
              </a:rPr>
              <a:t>10</a:t>
            </a:fld>
            <a:endParaRPr lang="en-IN" sz="900" spc="-1">
              <a:latin typeface="Times New Roman"/>
            </a:endParaRPr>
          </a:p>
        </p:txBody>
      </p:sp>
      <p:sp>
        <p:nvSpPr>
          <p:cNvPr id="205"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206"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207" name="CustomShape 4"/>
          <p:cNvSpPr/>
          <p:nvPr/>
        </p:nvSpPr>
        <p:spPr>
          <a:xfrm>
            <a:off x="1394280" y="1142910"/>
            <a:ext cx="4836066" cy="3913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i="1" spc="-1">
                <a:solidFill>
                  <a:srgbClr val="000000"/>
                </a:solidFill>
                <a:latin typeface="Times New Roman"/>
              </a:rPr>
              <a:t>Socket address (IP address + Port Address)</a:t>
            </a:r>
            <a:endParaRPr lang="en-IN" sz="2100" spc="-1">
              <a:latin typeface="Arial"/>
            </a:endParaRPr>
          </a:p>
        </p:txBody>
      </p:sp>
      <p:sp>
        <p:nvSpPr>
          <p:cNvPr id="208" name="Line 5"/>
          <p:cNvSpPr/>
          <p:nvPr/>
        </p:nvSpPr>
        <p:spPr>
          <a:xfrm>
            <a:off x="1257120" y="578664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209" name="Picture 6"/>
          <p:cNvPicPr/>
          <p:nvPr/>
        </p:nvPicPr>
        <p:blipFill>
          <a:blip r:embed="rId3"/>
          <a:stretch/>
        </p:blipFill>
        <p:spPr>
          <a:xfrm>
            <a:off x="1657260" y="1940220"/>
            <a:ext cx="5209920" cy="1062990"/>
          </a:xfrm>
          <a:prstGeom prst="rect">
            <a:avLst/>
          </a:prstGeom>
          <a:ln>
            <a:noFill/>
          </a:ln>
        </p:spPr>
      </p:pic>
      <p:sp>
        <p:nvSpPr>
          <p:cNvPr id="210" name="CustomShape 6"/>
          <p:cNvSpPr/>
          <p:nvPr/>
        </p:nvSpPr>
        <p:spPr>
          <a:xfrm>
            <a:off x="628560" y="3496500"/>
            <a:ext cx="7570800" cy="2007152"/>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pc="-1">
                <a:solidFill>
                  <a:srgbClr val="000000"/>
                </a:solidFill>
                <a:latin typeface="Calibri"/>
              </a:rPr>
              <a:t>What is the use of socket?</a:t>
            </a:r>
            <a:endParaRPr lang="en-IN" spc="-1">
              <a:latin typeface="Arial"/>
            </a:endParaRPr>
          </a:p>
          <a:p>
            <a:pPr marL="600195" lvl="1" indent="-257033">
              <a:buClr>
                <a:srgbClr val="000000"/>
              </a:buClr>
              <a:buFont typeface="Arial"/>
              <a:buChar char="•"/>
            </a:pPr>
            <a:r>
              <a:rPr lang="en-US" spc="-1">
                <a:solidFill>
                  <a:srgbClr val="000000"/>
                </a:solidFill>
                <a:latin typeface="Times New Roman"/>
              </a:rPr>
              <a:t>The socket mechanism provides a means of inter-process communication (IPC). </a:t>
            </a:r>
            <a:endParaRPr lang="en-IN" spc="-1">
              <a:latin typeface="Arial"/>
            </a:endParaRPr>
          </a:p>
          <a:p>
            <a:pPr marL="557266" lvl="1" indent="-214105">
              <a:buClr>
                <a:srgbClr val="000000"/>
              </a:buClr>
              <a:buFont typeface="Arial"/>
              <a:buChar char="•"/>
            </a:pPr>
            <a:r>
              <a:rPr lang="en-US" spc="-1">
                <a:solidFill>
                  <a:srgbClr val="000000"/>
                </a:solidFill>
                <a:latin typeface="Times New Roman"/>
              </a:rPr>
              <a:t>Socket is basically an API for enabling communication between two end points.</a:t>
            </a:r>
            <a:endParaRPr lang="en-IN" spc="-1">
              <a:latin typeface="Arial"/>
            </a:endParaRPr>
          </a:p>
          <a:p>
            <a:pPr marL="557266" lvl="1" indent="-214105">
              <a:buClr>
                <a:srgbClr val="000000"/>
              </a:buClr>
              <a:buFont typeface="Arial"/>
              <a:buChar char="•"/>
            </a:pPr>
            <a:r>
              <a:rPr lang="en-US" spc="-1">
                <a:solidFill>
                  <a:srgbClr val="000000"/>
                </a:solidFill>
                <a:latin typeface="Times New Roman"/>
              </a:rPr>
              <a:t>A </a:t>
            </a:r>
            <a:r>
              <a:rPr lang="en-US" b="1" spc="-1">
                <a:solidFill>
                  <a:srgbClr val="000000"/>
                </a:solidFill>
                <a:latin typeface="Times New Roman"/>
              </a:rPr>
              <a:t>socket</a:t>
            </a:r>
            <a:r>
              <a:rPr lang="en-US" spc="-1">
                <a:solidFill>
                  <a:srgbClr val="000000"/>
                </a:solidFill>
                <a:latin typeface="Times New Roman"/>
              </a:rPr>
              <a:t> is one endpoint of a </a:t>
            </a:r>
            <a:r>
              <a:rPr lang="en-US" b="1" spc="-1">
                <a:solidFill>
                  <a:srgbClr val="000000"/>
                </a:solidFill>
                <a:latin typeface="Times New Roman"/>
              </a:rPr>
              <a:t>two way</a:t>
            </a:r>
            <a:r>
              <a:rPr lang="en-US" spc="-1">
                <a:solidFill>
                  <a:srgbClr val="000000"/>
                </a:solidFill>
                <a:latin typeface="Times New Roman"/>
              </a:rPr>
              <a:t> communication link between two programs running on the network. </a:t>
            </a:r>
            <a:endParaRPr lang="en-IN"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Socket API</a:t>
            </a:r>
            <a:endParaRPr lang="en-US" sz="3300" spc="-1">
              <a:solidFill>
                <a:srgbClr val="000000"/>
              </a:solidFill>
              <a:latin typeface="Calibri"/>
            </a:endParaRPr>
          </a:p>
        </p:txBody>
      </p:sp>
      <p:sp>
        <p:nvSpPr>
          <p:cNvPr id="212" name="CustomShape 2"/>
          <p:cNvSpPr/>
          <p:nvPr/>
        </p:nvSpPr>
        <p:spPr>
          <a:xfrm>
            <a:off x="1468530" y="227583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application</a:t>
            </a:r>
            <a:endParaRPr lang="en-IN" sz="1350" spc="-1">
              <a:latin typeface="Arial"/>
            </a:endParaRPr>
          </a:p>
        </p:txBody>
      </p:sp>
      <p:sp>
        <p:nvSpPr>
          <p:cNvPr id="213" name="CustomShape 3"/>
          <p:cNvSpPr/>
          <p:nvPr/>
        </p:nvSpPr>
        <p:spPr>
          <a:xfrm>
            <a:off x="1468530" y="263304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transport</a:t>
            </a:r>
            <a:endParaRPr lang="en-IN" sz="1350" spc="-1">
              <a:latin typeface="Arial"/>
            </a:endParaRPr>
          </a:p>
        </p:txBody>
      </p:sp>
      <p:sp>
        <p:nvSpPr>
          <p:cNvPr id="214" name="CustomShape 4"/>
          <p:cNvSpPr/>
          <p:nvPr/>
        </p:nvSpPr>
        <p:spPr>
          <a:xfrm>
            <a:off x="1468530" y="299025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network</a:t>
            </a:r>
            <a:endParaRPr lang="en-IN" sz="1350" spc="-1">
              <a:latin typeface="Arial"/>
            </a:endParaRPr>
          </a:p>
        </p:txBody>
      </p:sp>
      <p:sp>
        <p:nvSpPr>
          <p:cNvPr id="215" name="CustomShape 5"/>
          <p:cNvSpPr/>
          <p:nvPr/>
        </p:nvSpPr>
        <p:spPr>
          <a:xfrm>
            <a:off x="1468530" y="334746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link</a:t>
            </a:r>
            <a:endParaRPr lang="en-IN" sz="1350" spc="-1">
              <a:latin typeface="Arial"/>
            </a:endParaRPr>
          </a:p>
        </p:txBody>
      </p:sp>
      <p:sp>
        <p:nvSpPr>
          <p:cNvPr id="216" name="CustomShape 6"/>
          <p:cNvSpPr/>
          <p:nvPr/>
        </p:nvSpPr>
        <p:spPr>
          <a:xfrm>
            <a:off x="1468530" y="370467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physical</a:t>
            </a:r>
            <a:endParaRPr lang="en-IN" sz="1350" spc="-1">
              <a:latin typeface="Arial"/>
            </a:endParaRPr>
          </a:p>
        </p:txBody>
      </p:sp>
      <p:sp>
        <p:nvSpPr>
          <p:cNvPr id="217" name="CustomShape 7"/>
          <p:cNvSpPr/>
          <p:nvPr/>
        </p:nvSpPr>
        <p:spPr>
          <a:xfrm>
            <a:off x="3443850" y="253422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18" name="CustomShape 8"/>
          <p:cNvSpPr/>
          <p:nvPr/>
        </p:nvSpPr>
        <p:spPr>
          <a:xfrm>
            <a:off x="3443850" y="230580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P1</a:t>
            </a:r>
            <a:endParaRPr lang="en-IN" sz="1350" spc="-1">
              <a:latin typeface="Arial"/>
            </a:endParaRPr>
          </a:p>
        </p:txBody>
      </p:sp>
      <p:sp>
        <p:nvSpPr>
          <p:cNvPr id="219" name="CustomShape 9"/>
          <p:cNvSpPr/>
          <p:nvPr/>
        </p:nvSpPr>
        <p:spPr>
          <a:xfrm>
            <a:off x="3419820" y="227583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ctr">
              <a:lnSpc>
                <a:spcPct val="100000"/>
              </a:lnSpc>
            </a:pPr>
            <a:r>
              <a:rPr lang="en-US" sz="1350" spc="-1">
                <a:solidFill>
                  <a:srgbClr val="000000"/>
                </a:solidFill>
                <a:latin typeface="Calibri"/>
              </a:rPr>
              <a:t>application</a:t>
            </a:r>
            <a:endParaRPr lang="en-IN" sz="1350" spc="-1">
              <a:latin typeface="Arial"/>
            </a:endParaRPr>
          </a:p>
        </p:txBody>
      </p:sp>
      <p:sp>
        <p:nvSpPr>
          <p:cNvPr id="220" name="CustomShape 10"/>
          <p:cNvSpPr/>
          <p:nvPr/>
        </p:nvSpPr>
        <p:spPr>
          <a:xfrm>
            <a:off x="3419820" y="263304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transport</a:t>
            </a:r>
            <a:endParaRPr lang="en-IN" sz="1350" spc="-1">
              <a:latin typeface="Arial"/>
            </a:endParaRPr>
          </a:p>
        </p:txBody>
      </p:sp>
      <p:sp>
        <p:nvSpPr>
          <p:cNvPr id="221" name="CustomShape 11"/>
          <p:cNvSpPr/>
          <p:nvPr/>
        </p:nvSpPr>
        <p:spPr>
          <a:xfrm>
            <a:off x="3419820" y="299025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network</a:t>
            </a:r>
            <a:endParaRPr lang="en-IN" sz="1350" spc="-1">
              <a:latin typeface="Arial"/>
            </a:endParaRPr>
          </a:p>
        </p:txBody>
      </p:sp>
      <p:sp>
        <p:nvSpPr>
          <p:cNvPr id="222" name="CustomShape 12"/>
          <p:cNvSpPr/>
          <p:nvPr/>
        </p:nvSpPr>
        <p:spPr>
          <a:xfrm>
            <a:off x="3419820" y="334746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link</a:t>
            </a:r>
            <a:endParaRPr lang="en-IN" sz="1350" spc="-1">
              <a:latin typeface="Arial"/>
            </a:endParaRPr>
          </a:p>
        </p:txBody>
      </p:sp>
      <p:sp>
        <p:nvSpPr>
          <p:cNvPr id="223" name="CustomShape 13"/>
          <p:cNvSpPr/>
          <p:nvPr/>
        </p:nvSpPr>
        <p:spPr>
          <a:xfrm>
            <a:off x="3419820" y="370467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physical</a:t>
            </a:r>
            <a:endParaRPr lang="en-IN" sz="1350" spc="-1">
              <a:latin typeface="Arial"/>
            </a:endParaRPr>
          </a:p>
        </p:txBody>
      </p:sp>
      <p:sp>
        <p:nvSpPr>
          <p:cNvPr id="224" name="CustomShape 14"/>
          <p:cNvSpPr/>
          <p:nvPr/>
        </p:nvSpPr>
        <p:spPr>
          <a:xfrm>
            <a:off x="4940460" y="253908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25" name="CustomShape 15"/>
          <p:cNvSpPr/>
          <p:nvPr/>
        </p:nvSpPr>
        <p:spPr>
          <a:xfrm>
            <a:off x="4940460" y="231039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P2</a:t>
            </a:r>
            <a:endParaRPr lang="en-IN" sz="1350" spc="-1">
              <a:latin typeface="Arial"/>
            </a:endParaRPr>
          </a:p>
        </p:txBody>
      </p:sp>
      <p:sp>
        <p:nvSpPr>
          <p:cNvPr id="226" name="CustomShape 16"/>
          <p:cNvSpPr/>
          <p:nvPr/>
        </p:nvSpPr>
        <p:spPr>
          <a:xfrm>
            <a:off x="2412720" y="255690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27" name="CustomShape 17"/>
          <p:cNvSpPr/>
          <p:nvPr/>
        </p:nvSpPr>
        <p:spPr>
          <a:xfrm>
            <a:off x="2412720" y="232848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P3</a:t>
            </a:r>
            <a:endParaRPr lang="en-IN" sz="1350" spc="-1">
              <a:latin typeface="Arial"/>
            </a:endParaRPr>
          </a:p>
        </p:txBody>
      </p:sp>
      <p:sp>
        <p:nvSpPr>
          <p:cNvPr id="228" name="CustomShape 18"/>
          <p:cNvSpPr/>
          <p:nvPr/>
        </p:nvSpPr>
        <p:spPr>
          <a:xfrm>
            <a:off x="3490290" y="256176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29" name="CustomShape 19"/>
          <p:cNvSpPr/>
          <p:nvPr/>
        </p:nvSpPr>
        <p:spPr>
          <a:xfrm>
            <a:off x="3490290" y="233307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P1</a:t>
            </a:r>
            <a:endParaRPr lang="en-IN" sz="1350" spc="-1">
              <a:latin typeface="Arial"/>
            </a:endParaRPr>
          </a:p>
        </p:txBody>
      </p:sp>
      <p:sp>
        <p:nvSpPr>
          <p:cNvPr id="230" name="CustomShape 20"/>
          <p:cNvSpPr/>
          <p:nvPr/>
        </p:nvSpPr>
        <p:spPr>
          <a:xfrm>
            <a:off x="1912412" y="4120203"/>
            <a:ext cx="675761"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99"/>
                </a:solidFill>
                <a:latin typeface="Comic Sans MS"/>
              </a:rPr>
              <a:t>host 1</a:t>
            </a:r>
            <a:endParaRPr lang="en-IN" sz="1500" spc="-1">
              <a:latin typeface="Arial"/>
            </a:endParaRPr>
          </a:p>
        </p:txBody>
      </p:sp>
      <p:sp>
        <p:nvSpPr>
          <p:cNvPr id="231" name="CustomShape 21"/>
          <p:cNvSpPr/>
          <p:nvPr/>
        </p:nvSpPr>
        <p:spPr>
          <a:xfrm>
            <a:off x="4183112" y="4110753"/>
            <a:ext cx="706218"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99"/>
                </a:solidFill>
                <a:latin typeface="Comic Sans MS"/>
              </a:rPr>
              <a:t>host 2</a:t>
            </a:r>
            <a:endParaRPr lang="en-IN" sz="1500" spc="-1">
              <a:latin typeface="Arial"/>
            </a:endParaRPr>
          </a:p>
        </p:txBody>
      </p:sp>
      <p:grpSp>
        <p:nvGrpSpPr>
          <p:cNvPr id="232" name="Group 22"/>
          <p:cNvGrpSpPr/>
          <p:nvPr/>
        </p:nvGrpSpPr>
        <p:grpSpPr>
          <a:xfrm>
            <a:off x="2685150" y="2631690"/>
            <a:ext cx="1697760" cy="1257390"/>
            <a:chOff x="3580200" y="2365920"/>
            <a:chExt cx="2263680" cy="1676520"/>
          </a:xfrm>
        </p:grpSpPr>
        <p:sp>
          <p:nvSpPr>
            <p:cNvPr id="233" name="Line 23"/>
            <p:cNvSpPr/>
            <p:nvPr/>
          </p:nvSpPr>
          <p:spPr>
            <a:xfrm>
              <a:off x="3580200" y="2365920"/>
              <a:ext cx="0" cy="1676520"/>
            </a:xfrm>
            <a:prstGeom prst="line">
              <a:avLst/>
            </a:prstGeom>
            <a:ln w="19080">
              <a:solidFill>
                <a:srgbClr val="FF0000"/>
              </a:solidFill>
              <a:round/>
            </a:ln>
          </p:spPr>
          <p:style>
            <a:lnRef idx="0">
              <a:scrgbClr r="0" g="0" b="0"/>
            </a:lnRef>
            <a:fillRef idx="0">
              <a:scrgbClr r="0" g="0" b="0"/>
            </a:fillRef>
            <a:effectRef idx="0">
              <a:scrgbClr r="0" g="0" b="0"/>
            </a:effectRef>
            <a:fontRef idx="minor"/>
          </p:style>
        </p:sp>
        <p:sp>
          <p:nvSpPr>
            <p:cNvPr id="234" name="CustomShape 24"/>
            <p:cNvSpPr/>
            <p:nvPr/>
          </p:nvSpPr>
          <p:spPr>
            <a:xfrm>
              <a:off x="5366520" y="2451960"/>
              <a:ext cx="453600" cy="1569600"/>
            </a:xfrm>
            <a:custGeom>
              <a:avLst/>
              <a:gdLst/>
              <a:ahLst/>
              <a:cxnLst/>
              <a:rect l="l" t="t" r="r" b="b"/>
              <a:pathLst>
                <a:path w="286" h="989">
                  <a:moveTo>
                    <a:pt x="286" y="989"/>
                  </a:moveTo>
                  <a:lnTo>
                    <a:pt x="284" y="117"/>
                  </a:lnTo>
                  <a:lnTo>
                    <a:pt x="0" y="0"/>
                  </a:lnTo>
                </a:path>
              </a:pathLst>
            </a:custGeom>
            <a:noFill/>
            <a:ln w="19080">
              <a:solidFill>
                <a:srgbClr val="FF0000"/>
              </a:solidFill>
              <a:round/>
              <a:tailEnd type="triangle" w="med" len="med"/>
            </a:ln>
          </p:spPr>
          <p:style>
            <a:lnRef idx="0">
              <a:scrgbClr r="0" g="0" b="0"/>
            </a:lnRef>
            <a:fillRef idx="0">
              <a:scrgbClr r="0" g="0" b="0"/>
            </a:fillRef>
            <a:effectRef idx="0">
              <a:scrgbClr r="0" g="0" b="0"/>
            </a:effectRef>
            <a:fontRef idx="minor"/>
          </p:style>
        </p:sp>
        <p:sp>
          <p:nvSpPr>
            <p:cNvPr id="235" name="CustomShape 25"/>
            <p:cNvSpPr/>
            <p:nvPr/>
          </p:nvSpPr>
          <p:spPr>
            <a:xfrm>
              <a:off x="3580560" y="4028400"/>
              <a:ext cx="2263320" cy="14040"/>
            </a:xfrm>
            <a:custGeom>
              <a:avLst/>
              <a:gdLst/>
              <a:ahLst/>
              <a:cxnLst/>
              <a:rect l="l" t="t" r="r" b="b"/>
              <a:pathLst>
                <a:path w="1426" h="9">
                  <a:moveTo>
                    <a:pt x="0" y="9"/>
                  </a:moveTo>
                  <a:lnTo>
                    <a:pt x="1426" y="0"/>
                  </a:lnTo>
                </a:path>
              </a:pathLst>
            </a:custGeom>
            <a:noFill/>
            <a:ln w="19080">
              <a:solidFill>
                <a:srgbClr val="FF0000"/>
              </a:solidFill>
              <a:round/>
            </a:ln>
          </p:spPr>
          <p:style>
            <a:lnRef idx="0">
              <a:scrgbClr r="0" g="0" b="0"/>
            </a:lnRef>
            <a:fillRef idx="0">
              <a:scrgbClr r="0" g="0" b="0"/>
            </a:fillRef>
            <a:effectRef idx="0">
              <a:scrgbClr r="0" g="0" b="0"/>
            </a:effectRef>
            <a:fontRef idx="minor"/>
          </p:style>
        </p:sp>
      </p:grpSp>
      <p:sp>
        <p:nvSpPr>
          <p:cNvPr id="236" name="CustomShape 26"/>
          <p:cNvSpPr/>
          <p:nvPr/>
        </p:nvSpPr>
        <p:spPr>
          <a:xfrm>
            <a:off x="2412720" y="504603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37" name="CustomShape 27"/>
          <p:cNvSpPr/>
          <p:nvPr/>
        </p:nvSpPr>
        <p:spPr>
          <a:xfrm>
            <a:off x="4012740" y="498879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sp>
      <p:sp>
        <p:nvSpPr>
          <p:cNvPr id="238" name="CustomShape 28"/>
          <p:cNvSpPr/>
          <p:nvPr/>
        </p:nvSpPr>
        <p:spPr>
          <a:xfrm>
            <a:off x="4620242" y="4988790"/>
            <a:ext cx="810029" cy="2528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200" spc="-1">
                <a:solidFill>
                  <a:srgbClr val="000000"/>
                </a:solidFill>
                <a:latin typeface="Comic Sans MS"/>
              </a:rPr>
              <a:t>= process</a:t>
            </a:r>
            <a:endParaRPr lang="en-IN" sz="1200" spc="-1">
              <a:latin typeface="Arial"/>
            </a:endParaRPr>
          </a:p>
        </p:txBody>
      </p:sp>
      <p:sp>
        <p:nvSpPr>
          <p:cNvPr id="239" name="CustomShape 29"/>
          <p:cNvSpPr/>
          <p:nvPr/>
        </p:nvSpPr>
        <p:spPr>
          <a:xfrm>
            <a:off x="3006724" y="4988790"/>
            <a:ext cx="734816" cy="2528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200" spc="-1">
                <a:solidFill>
                  <a:srgbClr val="000000"/>
                </a:solidFill>
                <a:latin typeface="Comic Sans MS"/>
              </a:rPr>
              <a:t>= socket</a:t>
            </a:r>
            <a:endParaRPr lang="en-IN" sz="1200" spc="-1">
              <a:latin typeface="Arial"/>
            </a:endParaRPr>
          </a:p>
        </p:txBody>
      </p:sp>
      <p:sp>
        <p:nvSpPr>
          <p:cNvPr id="240" name="CustomShape 30"/>
          <p:cNvSpPr/>
          <p:nvPr/>
        </p:nvSpPr>
        <p:spPr>
          <a:xfrm>
            <a:off x="5904900" y="220995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application</a:t>
            </a:r>
            <a:endParaRPr lang="en-IN" sz="1350" spc="-1">
              <a:latin typeface="Arial"/>
            </a:endParaRPr>
          </a:p>
        </p:txBody>
      </p:sp>
      <p:sp>
        <p:nvSpPr>
          <p:cNvPr id="241" name="CustomShape 31"/>
          <p:cNvSpPr/>
          <p:nvPr/>
        </p:nvSpPr>
        <p:spPr>
          <a:xfrm>
            <a:off x="5904900" y="256176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transport</a:t>
            </a:r>
            <a:endParaRPr lang="en-IN" sz="1350" spc="-1">
              <a:latin typeface="Arial"/>
            </a:endParaRPr>
          </a:p>
        </p:txBody>
      </p:sp>
      <p:sp>
        <p:nvSpPr>
          <p:cNvPr id="242" name="CustomShape 32"/>
          <p:cNvSpPr/>
          <p:nvPr/>
        </p:nvSpPr>
        <p:spPr>
          <a:xfrm>
            <a:off x="5904900" y="291897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network</a:t>
            </a:r>
            <a:endParaRPr lang="en-IN" sz="1350" spc="-1">
              <a:latin typeface="Arial"/>
            </a:endParaRPr>
          </a:p>
        </p:txBody>
      </p:sp>
      <p:sp>
        <p:nvSpPr>
          <p:cNvPr id="243" name="CustomShape 33"/>
          <p:cNvSpPr/>
          <p:nvPr/>
        </p:nvSpPr>
        <p:spPr>
          <a:xfrm>
            <a:off x="5904900" y="327618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link</a:t>
            </a:r>
            <a:endParaRPr lang="en-IN" sz="1350" spc="-1">
              <a:latin typeface="Arial"/>
            </a:endParaRPr>
          </a:p>
        </p:txBody>
      </p:sp>
      <p:sp>
        <p:nvSpPr>
          <p:cNvPr id="244" name="CustomShape 34"/>
          <p:cNvSpPr/>
          <p:nvPr/>
        </p:nvSpPr>
        <p:spPr>
          <a:xfrm>
            <a:off x="5904900" y="363339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physical</a:t>
            </a:r>
            <a:endParaRPr lang="en-IN" sz="1350" spc="-1">
              <a:latin typeface="Arial"/>
            </a:endParaRPr>
          </a:p>
        </p:txBody>
      </p:sp>
      <p:sp>
        <p:nvSpPr>
          <p:cNvPr id="245" name="CustomShape 35"/>
          <p:cNvSpPr/>
          <p:nvPr/>
        </p:nvSpPr>
        <p:spPr>
          <a:xfrm>
            <a:off x="4929660" y="252720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46" name="CustomShape 36"/>
          <p:cNvSpPr/>
          <p:nvPr/>
        </p:nvSpPr>
        <p:spPr>
          <a:xfrm>
            <a:off x="4929660" y="229851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P2</a:t>
            </a:r>
            <a:endParaRPr lang="en-IN" sz="1350" spc="-1">
              <a:latin typeface="Arial"/>
            </a:endParaRPr>
          </a:p>
        </p:txBody>
      </p:sp>
      <p:sp>
        <p:nvSpPr>
          <p:cNvPr id="247" name="CustomShape 37"/>
          <p:cNvSpPr/>
          <p:nvPr/>
        </p:nvSpPr>
        <p:spPr>
          <a:xfrm>
            <a:off x="5982120" y="248076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48" name="CustomShape 38"/>
          <p:cNvSpPr/>
          <p:nvPr/>
        </p:nvSpPr>
        <p:spPr>
          <a:xfrm>
            <a:off x="5982120" y="225207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P4</a:t>
            </a:r>
            <a:endParaRPr lang="en-IN" sz="1350" spc="-1">
              <a:latin typeface="Arial"/>
            </a:endParaRPr>
          </a:p>
        </p:txBody>
      </p:sp>
      <p:grpSp>
        <p:nvGrpSpPr>
          <p:cNvPr id="249" name="Group 39"/>
          <p:cNvGrpSpPr/>
          <p:nvPr/>
        </p:nvGrpSpPr>
        <p:grpSpPr>
          <a:xfrm>
            <a:off x="4429350" y="2604420"/>
            <a:ext cx="1698030" cy="1257390"/>
            <a:chOff x="5905800" y="2329560"/>
            <a:chExt cx="2264040" cy="1676520"/>
          </a:xfrm>
        </p:grpSpPr>
        <p:sp>
          <p:nvSpPr>
            <p:cNvPr id="250" name="Line 40"/>
            <p:cNvSpPr/>
            <p:nvPr/>
          </p:nvSpPr>
          <p:spPr>
            <a:xfrm>
              <a:off x="8169840" y="2329560"/>
              <a:ext cx="0" cy="1676520"/>
            </a:xfrm>
            <a:prstGeom prst="line">
              <a:avLst/>
            </a:prstGeom>
            <a:ln w="19080">
              <a:solidFill>
                <a:srgbClr val="FF0000"/>
              </a:solidFill>
              <a:round/>
            </a:ln>
          </p:spPr>
          <p:style>
            <a:lnRef idx="0">
              <a:scrgbClr r="0" g="0" b="0"/>
            </a:lnRef>
            <a:fillRef idx="0">
              <a:scrgbClr r="0" g="0" b="0"/>
            </a:fillRef>
            <a:effectRef idx="0">
              <a:scrgbClr r="0" g="0" b="0"/>
            </a:effectRef>
            <a:fontRef idx="minor"/>
          </p:style>
        </p:sp>
        <p:sp>
          <p:nvSpPr>
            <p:cNvPr id="251" name="CustomShape 41"/>
            <p:cNvSpPr/>
            <p:nvPr/>
          </p:nvSpPr>
          <p:spPr>
            <a:xfrm flipH="1">
              <a:off x="5929920" y="2415600"/>
              <a:ext cx="453600" cy="1569600"/>
            </a:xfrm>
            <a:custGeom>
              <a:avLst/>
              <a:gdLst/>
              <a:ahLst/>
              <a:cxnLst/>
              <a:rect l="l" t="t" r="r" b="b"/>
              <a:pathLst>
                <a:path w="286" h="989">
                  <a:moveTo>
                    <a:pt x="286" y="989"/>
                  </a:moveTo>
                  <a:lnTo>
                    <a:pt x="284" y="117"/>
                  </a:lnTo>
                  <a:lnTo>
                    <a:pt x="0" y="0"/>
                  </a:lnTo>
                </a:path>
              </a:pathLst>
            </a:custGeom>
            <a:noFill/>
            <a:ln w="19080">
              <a:solidFill>
                <a:srgbClr val="FF0000"/>
              </a:solidFill>
              <a:round/>
              <a:tailEnd type="triangle" w="med" len="med"/>
            </a:ln>
          </p:spPr>
          <p:style>
            <a:lnRef idx="0">
              <a:scrgbClr r="0" g="0" b="0"/>
            </a:lnRef>
            <a:fillRef idx="0">
              <a:scrgbClr r="0" g="0" b="0"/>
            </a:fillRef>
            <a:effectRef idx="0">
              <a:scrgbClr r="0" g="0" b="0"/>
            </a:effectRef>
            <a:fontRef idx="minor"/>
          </p:style>
        </p:sp>
        <p:sp>
          <p:nvSpPr>
            <p:cNvPr id="252" name="CustomShape 42"/>
            <p:cNvSpPr/>
            <p:nvPr/>
          </p:nvSpPr>
          <p:spPr>
            <a:xfrm flipH="1">
              <a:off x="5905440" y="3992040"/>
              <a:ext cx="2263320" cy="14040"/>
            </a:xfrm>
            <a:custGeom>
              <a:avLst/>
              <a:gdLst/>
              <a:ahLst/>
              <a:cxnLst/>
              <a:rect l="l" t="t" r="r" b="b"/>
              <a:pathLst>
                <a:path w="1426" h="9">
                  <a:moveTo>
                    <a:pt x="0" y="9"/>
                  </a:moveTo>
                  <a:lnTo>
                    <a:pt x="1426" y="0"/>
                  </a:lnTo>
                </a:path>
              </a:pathLst>
            </a:custGeom>
            <a:noFill/>
            <a:ln w="19080">
              <a:solidFill>
                <a:srgbClr val="FF0000"/>
              </a:solidFill>
              <a:round/>
            </a:ln>
          </p:spPr>
          <p:style>
            <a:lnRef idx="0">
              <a:scrgbClr r="0" g="0" b="0"/>
            </a:lnRef>
            <a:fillRef idx="0">
              <a:scrgbClr r="0" g="0" b="0"/>
            </a:fillRef>
            <a:effectRef idx="0">
              <a:scrgbClr r="0" g="0" b="0"/>
            </a:effectRef>
            <a:fontRef idx="minor"/>
          </p:style>
        </p:sp>
      </p:grpSp>
      <p:sp>
        <p:nvSpPr>
          <p:cNvPr id="253" name="CustomShape 43"/>
          <p:cNvSpPr/>
          <p:nvPr/>
        </p:nvSpPr>
        <p:spPr>
          <a:xfrm>
            <a:off x="6513212" y="4120203"/>
            <a:ext cx="706218"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99"/>
                </a:solidFill>
                <a:latin typeface="Comic Sans MS"/>
              </a:rPr>
              <a:t>host 3</a:t>
            </a:r>
            <a:endParaRPr lang="en-IN" sz="1500"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379C3E23-4986-4D08-ABFD-1354C12BAD4F}" type="slidenum">
              <a:rPr lang="en-US" sz="900" spc="-1">
                <a:solidFill>
                  <a:srgbClr val="8B8B8B"/>
                </a:solidFill>
                <a:latin typeface="Calibri"/>
              </a:rPr>
              <a:t>12</a:t>
            </a:fld>
            <a:endParaRPr lang="en-IN" sz="900" spc="-1">
              <a:latin typeface="Times New Roman"/>
            </a:endParaRPr>
          </a:p>
        </p:txBody>
      </p:sp>
      <p:sp>
        <p:nvSpPr>
          <p:cNvPr id="255"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256"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257" name="CustomShape 4"/>
          <p:cNvSpPr/>
          <p:nvPr/>
        </p:nvSpPr>
        <p:spPr>
          <a:xfrm>
            <a:off x="1386724" y="1142910"/>
            <a:ext cx="3655743" cy="3913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i="1" spc="-1">
                <a:solidFill>
                  <a:srgbClr val="000000"/>
                </a:solidFill>
                <a:latin typeface="Times New Roman"/>
              </a:rPr>
              <a:t>Multiplexing and demultiplexing</a:t>
            </a:r>
            <a:endParaRPr lang="en-IN" sz="2100" spc="-1">
              <a:latin typeface="Arial"/>
            </a:endParaRPr>
          </a:p>
        </p:txBody>
      </p:sp>
      <p:sp>
        <p:nvSpPr>
          <p:cNvPr id="258"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259" name="Picture 6"/>
          <p:cNvPicPr/>
          <p:nvPr/>
        </p:nvPicPr>
        <p:blipFill>
          <a:blip r:embed="rId3"/>
          <a:stretch/>
        </p:blipFill>
        <p:spPr>
          <a:xfrm>
            <a:off x="1912140" y="2057400"/>
            <a:ext cx="5059800" cy="279423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TextShape 1"/>
          <p:cNvSpPr txBox="1"/>
          <p:nvPr/>
        </p:nvSpPr>
        <p:spPr>
          <a:xfrm>
            <a:off x="1657260" y="1085940"/>
            <a:ext cx="5829030" cy="856980"/>
          </a:xfrm>
          <a:prstGeom prst="rect">
            <a:avLst/>
          </a:prstGeom>
          <a:noFill/>
          <a:ln>
            <a:noFill/>
          </a:ln>
        </p:spPr>
        <p:txBody>
          <a:bodyPr anchor="ctr">
            <a:noAutofit/>
          </a:bodyPr>
          <a:lstStyle/>
          <a:p>
            <a:pPr>
              <a:lnSpc>
                <a:spcPct val="90000"/>
              </a:lnSpc>
            </a:pPr>
            <a:r>
              <a:rPr lang="en-US" sz="3300" spc="-1">
                <a:solidFill>
                  <a:srgbClr val="000000"/>
                </a:solidFill>
                <a:latin typeface="Calibri Light"/>
              </a:rPr>
              <a:t>Multiplexing/demultiplexing</a:t>
            </a:r>
            <a:endParaRPr lang="en-US" sz="3300" spc="-1">
              <a:solidFill>
                <a:srgbClr val="000000"/>
              </a:solidFill>
              <a:latin typeface="Calibri"/>
            </a:endParaRPr>
          </a:p>
        </p:txBody>
      </p:sp>
      <p:sp>
        <p:nvSpPr>
          <p:cNvPr id="261" name="CustomShape 2"/>
          <p:cNvSpPr/>
          <p:nvPr/>
        </p:nvSpPr>
        <p:spPr>
          <a:xfrm>
            <a:off x="1657260" y="348840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application</a:t>
            </a:r>
            <a:endParaRPr lang="en-IN" sz="1350" spc="-1">
              <a:latin typeface="Arial"/>
            </a:endParaRPr>
          </a:p>
        </p:txBody>
      </p:sp>
      <p:sp>
        <p:nvSpPr>
          <p:cNvPr id="262" name="CustomShape 3"/>
          <p:cNvSpPr/>
          <p:nvPr/>
        </p:nvSpPr>
        <p:spPr>
          <a:xfrm>
            <a:off x="1657260" y="384561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transport</a:t>
            </a:r>
            <a:endParaRPr lang="en-IN" sz="1350" spc="-1">
              <a:latin typeface="Arial"/>
            </a:endParaRPr>
          </a:p>
        </p:txBody>
      </p:sp>
      <p:sp>
        <p:nvSpPr>
          <p:cNvPr id="263" name="CustomShape 4"/>
          <p:cNvSpPr/>
          <p:nvPr/>
        </p:nvSpPr>
        <p:spPr>
          <a:xfrm>
            <a:off x="1657260" y="420282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network</a:t>
            </a:r>
            <a:endParaRPr lang="en-IN" sz="1350" spc="-1">
              <a:latin typeface="Arial"/>
            </a:endParaRPr>
          </a:p>
        </p:txBody>
      </p:sp>
      <p:sp>
        <p:nvSpPr>
          <p:cNvPr id="264" name="CustomShape 5"/>
          <p:cNvSpPr/>
          <p:nvPr/>
        </p:nvSpPr>
        <p:spPr>
          <a:xfrm>
            <a:off x="1657260" y="456003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link</a:t>
            </a:r>
            <a:endParaRPr lang="en-IN" sz="1350" spc="-1">
              <a:latin typeface="Arial"/>
            </a:endParaRPr>
          </a:p>
        </p:txBody>
      </p:sp>
      <p:sp>
        <p:nvSpPr>
          <p:cNvPr id="265" name="CustomShape 6"/>
          <p:cNvSpPr/>
          <p:nvPr/>
        </p:nvSpPr>
        <p:spPr>
          <a:xfrm>
            <a:off x="1657260" y="491724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physical</a:t>
            </a:r>
            <a:endParaRPr lang="en-IN" sz="1350" spc="-1">
              <a:latin typeface="Arial"/>
            </a:endParaRPr>
          </a:p>
        </p:txBody>
      </p:sp>
      <p:sp>
        <p:nvSpPr>
          <p:cNvPr id="266" name="CustomShape 7"/>
          <p:cNvSpPr/>
          <p:nvPr/>
        </p:nvSpPr>
        <p:spPr>
          <a:xfrm>
            <a:off x="3632580" y="374679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67" name="CustomShape 8"/>
          <p:cNvSpPr/>
          <p:nvPr/>
        </p:nvSpPr>
        <p:spPr>
          <a:xfrm>
            <a:off x="3632580" y="351837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P1</a:t>
            </a:r>
            <a:endParaRPr lang="en-IN" sz="1350" spc="-1">
              <a:latin typeface="Arial"/>
            </a:endParaRPr>
          </a:p>
        </p:txBody>
      </p:sp>
      <p:sp>
        <p:nvSpPr>
          <p:cNvPr id="268" name="CustomShape 9"/>
          <p:cNvSpPr/>
          <p:nvPr/>
        </p:nvSpPr>
        <p:spPr>
          <a:xfrm>
            <a:off x="6104430" y="342900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application</a:t>
            </a:r>
            <a:endParaRPr lang="en-IN" sz="1350" spc="-1">
              <a:latin typeface="Arial"/>
            </a:endParaRPr>
          </a:p>
        </p:txBody>
      </p:sp>
      <p:sp>
        <p:nvSpPr>
          <p:cNvPr id="269" name="CustomShape 10"/>
          <p:cNvSpPr/>
          <p:nvPr/>
        </p:nvSpPr>
        <p:spPr>
          <a:xfrm>
            <a:off x="6104430" y="378621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transport</a:t>
            </a:r>
            <a:endParaRPr lang="en-IN" sz="1350" spc="-1">
              <a:latin typeface="Arial"/>
            </a:endParaRPr>
          </a:p>
        </p:txBody>
      </p:sp>
      <p:sp>
        <p:nvSpPr>
          <p:cNvPr id="270" name="CustomShape 11"/>
          <p:cNvSpPr/>
          <p:nvPr/>
        </p:nvSpPr>
        <p:spPr>
          <a:xfrm>
            <a:off x="6104430" y="414342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network</a:t>
            </a:r>
            <a:endParaRPr lang="en-IN" sz="1350" spc="-1">
              <a:latin typeface="Arial"/>
            </a:endParaRPr>
          </a:p>
        </p:txBody>
      </p:sp>
      <p:sp>
        <p:nvSpPr>
          <p:cNvPr id="271" name="CustomShape 12"/>
          <p:cNvSpPr/>
          <p:nvPr/>
        </p:nvSpPr>
        <p:spPr>
          <a:xfrm>
            <a:off x="6104430" y="450063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link</a:t>
            </a:r>
            <a:endParaRPr lang="en-IN" sz="1350" spc="-1">
              <a:latin typeface="Arial"/>
            </a:endParaRPr>
          </a:p>
        </p:txBody>
      </p:sp>
      <p:sp>
        <p:nvSpPr>
          <p:cNvPr id="272" name="CustomShape 13"/>
          <p:cNvSpPr/>
          <p:nvPr/>
        </p:nvSpPr>
        <p:spPr>
          <a:xfrm>
            <a:off x="6104430" y="4857840"/>
            <a:ext cx="150120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r">
              <a:lnSpc>
                <a:spcPct val="100000"/>
              </a:lnSpc>
            </a:pPr>
            <a:r>
              <a:rPr lang="en-US" sz="1350" spc="-1">
                <a:solidFill>
                  <a:srgbClr val="000000"/>
                </a:solidFill>
                <a:latin typeface="Calibri"/>
              </a:rPr>
              <a:t>physical</a:t>
            </a:r>
            <a:endParaRPr lang="en-IN" sz="1350" spc="-1">
              <a:latin typeface="Arial"/>
            </a:endParaRPr>
          </a:p>
        </p:txBody>
      </p:sp>
      <p:sp>
        <p:nvSpPr>
          <p:cNvPr id="273" name="CustomShape 14"/>
          <p:cNvSpPr/>
          <p:nvPr/>
        </p:nvSpPr>
        <p:spPr>
          <a:xfrm>
            <a:off x="3608820" y="348840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gn="ctr">
              <a:lnSpc>
                <a:spcPct val="100000"/>
              </a:lnSpc>
            </a:pPr>
            <a:r>
              <a:rPr lang="en-US" sz="1350" spc="-1">
                <a:solidFill>
                  <a:srgbClr val="000000"/>
                </a:solidFill>
                <a:latin typeface="Calibri"/>
              </a:rPr>
              <a:t>application</a:t>
            </a:r>
            <a:endParaRPr lang="en-IN" sz="1350" spc="-1">
              <a:latin typeface="Arial"/>
            </a:endParaRPr>
          </a:p>
        </p:txBody>
      </p:sp>
      <p:sp>
        <p:nvSpPr>
          <p:cNvPr id="274" name="CustomShape 15"/>
          <p:cNvSpPr/>
          <p:nvPr/>
        </p:nvSpPr>
        <p:spPr>
          <a:xfrm>
            <a:off x="3608820" y="384561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transport</a:t>
            </a:r>
            <a:endParaRPr lang="en-IN" sz="1350" spc="-1">
              <a:latin typeface="Arial"/>
            </a:endParaRPr>
          </a:p>
        </p:txBody>
      </p:sp>
      <p:sp>
        <p:nvSpPr>
          <p:cNvPr id="275" name="CustomShape 16"/>
          <p:cNvSpPr/>
          <p:nvPr/>
        </p:nvSpPr>
        <p:spPr>
          <a:xfrm>
            <a:off x="3608820" y="420282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network</a:t>
            </a:r>
            <a:endParaRPr lang="en-IN" sz="1350" spc="-1">
              <a:latin typeface="Arial"/>
            </a:endParaRPr>
          </a:p>
        </p:txBody>
      </p:sp>
      <p:sp>
        <p:nvSpPr>
          <p:cNvPr id="276" name="CustomShape 17"/>
          <p:cNvSpPr/>
          <p:nvPr/>
        </p:nvSpPr>
        <p:spPr>
          <a:xfrm>
            <a:off x="3608820" y="456003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link</a:t>
            </a:r>
            <a:endParaRPr lang="en-IN" sz="1350" spc="-1">
              <a:latin typeface="Arial"/>
            </a:endParaRPr>
          </a:p>
        </p:txBody>
      </p:sp>
      <p:sp>
        <p:nvSpPr>
          <p:cNvPr id="277" name="CustomShape 18"/>
          <p:cNvSpPr/>
          <p:nvPr/>
        </p:nvSpPr>
        <p:spPr>
          <a:xfrm>
            <a:off x="3608820" y="4917240"/>
            <a:ext cx="2051190" cy="3569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physical</a:t>
            </a:r>
            <a:endParaRPr lang="en-IN" sz="1350" spc="-1">
              <a:latin typeface="Arial"/>
            </a:endParaRPr>
          </a:p>
        </p:txBody>
      </p:sp>
      <p:sp>
        <p:nvSpPr>
          <p:cNvPr id="278" name="CustomShape 19"/>
          <p:cNvSpPr/>
          <p:nvPr/>
        </p:nvSpPr>
        <p:spPr>
          <a:xfrm>
            <a:off x="5129190" y="375165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79" name="CustomShape 20"/>
          <p:cNvSpPr/>
          <p:nvPr/>
        </p:nvSpPr>
        <p:spPr>
          <a:xfrm>
            <a:off x="5129190" y="352296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P2</a:t>
            </a:r>
            <a:endParaRPr lang="en-IN" sz="1350" spc="-1">
              <a:latin typeface="Arial"/>
            </a:endParaRPr>
          </a:p>
        </p:txBody>
      </p:sp>
      <p:sp>
        <p:nvSpPr>
          <p:cNvPr id="280" name="CustomShape 21"/>
          <p:cNvSpPr/>
          <p:nvPr/>
        </p:nvSpPr>
        <p:spPr>
          <a:xfrm>
            <a:off x="2601450" y="376947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81" name="CustomShape 22"/>
          <p:cNvSpPr/>
          <p:nvPr/>
        </p:nvSpPr>
        <p:spPr>
          <a:xfrm>
            <a:off x="2601450" y="354105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P3</a:t>
            </a:r>
            <a:endParaRPr lang="en-IN" sz="1350" spc="-1">
              <a:latin typeface="Arial"/>
            </a:endParaRPr>
          </a:p>
        </p:txBody>
      </p:sp>
      <p:sp>
        <p:nvSpPr>
          <p:cNvPr id="282" name="CustomShape 23"/>
          <p:cNvSpPr/>
          <p:nvPr/>
        </p:nvSpPr>
        <p:spPr>
          <a:xfrm>
            <a:off x="6181650" y="370521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83" name="CustomShape 24"/>
          <p:cNvSpPr/>
          <p:nvPr/>
        </p:nvSpPr>
        <p:spPr>
          <a:xfrm>
            <a:off x="6181650" y="347652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P4</a:t>
            </a:r>
            <a:endParaRPr lang="en-IN" sz="1350" spc="-1">
              <a:latin typeface="Arial"/>
            </a:endParaRPr>
          </a:p>
        </p:txBody>
      </p:sp>
      <p:sp>
        <p:nvSpPr>
          <p:cNvPr id="284" name="CustomShape 25"/>
          <p:cNvSpPr/>
          <p:nvPr/>
        </p:nvSpPr>
        <p:spPr>
          <a:xfrm>
            <a:off x="3679020" y="377433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85" name="CustomShape 26"/>
          <p:cNvSpPr/>
          <p:nvPr/>
        </p:nvSpPr>
        <p:spPr>
          <a:xfrm>
            <a:off x="3679020" y="354564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350" spc="-1">
                <a:solidFill>
                  <a:srgbClr val="000000"/>
                </a:solidFill>
                <a:latin typeface="Calibri"/>
              </a:rPr>
              <a:t>P1</a:t>
            </a:r>
            <a:endParaRPr lang="en-IN" sz="1350" spc="-1">
              <a:latin typeface="Arial"/>
            </a:endParaRPr>
          </a:p>
        </p:txBody>
      </p:sp>
      <p:sp>
        <p:nvSpPr>
          <p:cNvPr id="286" name="CustomShape 27"/>
          <p:cNvSpPr/>
          <p:nvPr/>
        </p:nvSpPr>
        <p:spPr>
          <a:xfrm>
            <a:off x="2101142" y="5332773"/>
            <a:ext cx="675761"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99"/>
                </a:solidFill>
                <a:latin typeface="Comic Sans MS"/>
              </a:rPr>
              <a:t>host 1</a:t>
            </a:r>
            <a:endParaRPr lang="en-IN" sz="1500" spc="-1">
              <a:latin typeface="Arial"/>
            </a:endParaRPr>
          </a:p>
        </p:txBody>
      </p:sp>
      <p:sp>
        <p:nvSpPr>
          <p:cNvPr id="287" name="CustomShape 28"/>
          <p:cNvSpPr/>
          <p:nvPr/>
        </p:nvSpPr>
        <p:spPr>
          <a:xfrm>
            <a:off x="4371842" y="5323323"/>
            <a:ext cx="706218"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99"/>
                </a:solidFill>
                <a:latin typeface="Comic Sans MS"/>
              </a:rPr>
              <a:t>host 2</a:t>
            </a:r>
            <a:endParaRPr lang="en-IN" sz="1500" spc="-1">
              <a:latin typeface="Arial"/>
            </a:endParaRPr>
          </a:p>
        </p:txBody>
      </p:sp>
      <p:sp>
        <p:nvSpPr>
          <p:cNvPr id="288" name="CustomShape 29"/>
          <p:cNvSpPr/>
          <p:nvPr/>
        </p:nvSpPr>
        <p:spPr>
          <a:xfrm>
            <a:off x="6643622" y="5231523"/>
            <a:ext cx="706218"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99"/>
                </a:solidFill>
                <a:latin typeface="Comic Sans MS"/>
              </a:rPr>
              <a:t>host 3</a:t>
            </a:r>
            <a:endParaRPr lang="en-IN" sz="1500" spc="-1">
              <a:latin typeface="Arial"/>
            </a:endParaRPr>
          </a:p>
        </p:txBody>
      </p:sp>
      <p:grpSp>
        <p:nvGrpSpPr>
          <p:cNvPr id="289" name="Group 30"/>
          <p:cNvGrpSpPr/>
          <p:nvPr/>
        </p:nvGrpSpPr>
        <p:grpSpPr>
          <a:xfrm>
            <a:off x="2874150" y="3844260"/>
            <a:ext cx="1697490" cy="1257390"/>
            <a:chOff x="3832200" y="3982680"/>
            <a:chExt cx="2263320" cy="1676520"/>
          </a:xfrm>
        </p:grpSpPr>
        <p:sp>
          <p:nvSpPr>
            <p:cNvPr id="290" name="Line 31"/>
            <p:cNvSpPr/>
            <p:nvPr/>
          </p:nvSpPr>
          <p:spPr>
            <a:xfrm>
              <a:off x="3832200" y="3982680"/>
              <a:ext cx="0" cy="1676520"/>
            </a:xfrm>
            <a:prstGeom prst="line">
              <a:avLst/>
            </a:prstGeom>
            <a:ln w="19080">
              <a:solidFill>
                <a:srgbClr val="FF0000"/>
              </a:solidFill>
              <a:round/>
            </a:ln>
          </p:spPr>
          <p:style>
            <a:lnRef idx="0">
              <a:scrgbClr r="0" g="0" b="0"/>
            </a:lnRef>
            <a:fillRef idx="0">
              <a:scrgbClr r="0" g="0" b="0"/>
            </a:fillRef>
            <a:effectRef idx="0">
              <a:scrgbClr r="0" g="0" b="0"/>
            </a:effectRef>
            <a:fontRef idx="minor"/>
          </p:style>
        </p:sp>
        <p:sp>
          <p:nvSpPr>
            <p:cNvPr id="291" name="CustomShape 32"/>
            <p:cNvSpPr/>
            <p:nvPr/>
          </p:nvSpPr>
          <p:spPr>
            <a:xfrm>
              <a:off x="5618160" y="4068720"/>
              <a:ext cx="453600" cy="1569600"/>
            </a:xfrm>
            <a:custGeom>
              <a:avLst/>
              <a:gdLst/>
              <a:ahLst/>
              <a:cxnLst/>
              <a:rect l="l" t="t" r="r" b="b"/>
              <a:pathLst>
                <a:path w="286" h="989">
                  <a:moveTo>
                    <a:pt x="286" y="989"/>
                  </a:moveTo>
                  <a:lnTo>
                    <a:pt x="284" y="117"/>
                  </a:lnTo>
                  <a:lnTo>
                    <a:pt x="0" y="0"/>
                  </a:lnTo>
                </a:path>
              </a:pathLst>
            </a:custGeom>
            <a:noFill/>
            <a:ln w="19080">
              <a:solidFill>
                <a:srgbClr val="FF0000"/>
              </a:solidFill>
              <a:round/>
              <a:tailEnd type="triangle" w="med" len="med"/>
            </a:ln>
          </p:spPr>
          <p:style>
            <a:lnRef idx="0">
              <a:scrgbClr r="0" g="0" b="0"/>
            </a:lnRef>
            <a:fillRef idx="0">
              <a:scrgbClr r="0" g="0" b="0"/>
            </a:fillRef>
            <a:effectRef idx="0">
              <a:scrgbClr r="0" g="0" b="0"/>
            </a:effectRef>
            <a:fontRef idx="minor"/>
          </p:style>
        </p:sp>
        <p:sp>
          <p:nvSpPr>
            <p:cNvPr id="292" name="CustomShape 33"/>
            <p:cNvSpPr/>
            <p:nvPr/>
          </p:nvSpPr>
          <p:spPr>
            <a:xfrm>
              <a:off x="3832200" y="5645160"/>
              <a:ext cx="2263320" cy="14040"/>
            </a:xfrm>
            <a:custGeom>
              <a:avLst/>
              <a:gdLst/>
              <a:ahLst/>
              <a:cxnLst/>
              <a:rect l="l" t="t" r="r" b="b"/>
              <a:pathLst>
                <a:path w="1426" h="9">
                  <a:moveTo>
                    <a:pt x="0" y="9"/>
                  </a:moveTo>
                  <a:lnTo>
                    <a:pt x="1426" y="0"/>
                  </a:lnTo>
                </a:path>
              </a:pathLst>
            </a:custGeom>
            <a:noFill/>
            <a:ln w="19080">
              <a:solidFill>
                <a:srgbClr val="FF0000"/>
              </a:solidFill>
              <a:round/>
            </a:ln>
          </p:spPr>
          <p:style>
            <a:lnRef idx="0">
              <a:scrgbClr r="0" g="0" b="0"/>
            </a:lnRef>
            <a:fillRef idx="0">
              <a:scrgbClr r="0" g="0" b="0"/>
            </a:fillRef>
            <a:effectRef idx="0">
              <a:scrgbClr r="0" g="0" b="0"/>
            </a:effectRef>
            <a:fontRef idx="minor"/>
          </p:style>
        </p:sp>
      </p:grpSp>
      <p:sp>
        <p:nvSpPr>
          <p:cNvPr id="293" name="CustomShape 34"/>
          <p:cNvSpPr/>
          <p:nvPr/>
        </p:nvSpPr>
        <p:spPr>
          <a:xfrm>
            <a:off x="1485810" y="3028860"/>
            <a:ext cx="448470" cy="146070"/>
          </a:xfrm>
          <a:prstGeom prst="rect">
            <a:avLst/>
          </a:prstGeom>
          <a:solidFill>
            <a:srgbClr val="FFFF00"/>
          </a:solidFill>
          <a:ln w="9360">
            <a:solidFill>
              <a:schemeClr val="tx1"/>
            </a:solidFill>
            <a:miter/>
          </a:ln>
        </p:spPr>
        <p:style>
          <a:lnRef idx="0">
            <a:scrgbClr r="0" g="0" b="0"/>
          </a:lnRef>
          <a:fillRef idx="0">
            <a:scrgbClr r="0" g="0" b="0"/>
          </a:fillRef>
          <a:effectRef idx="0">
            <a:scrgbClr r="0" g="0" b="0"/>
          </a:effectRef>
          <a:fontRef idx="minor"/>
        </p:style>
      </p:sp>
      <p:sp>
        <p:nvSpPr>
          <p:cNvPr id="294" name="CustomShape 35"/>
          <p:cNvSpPr/>
          <p:nvPr/>
        </p:nvSpPr>
        <p:spPr>
          <a:xfrm>
            <a:off x="3086100" y="2971890"/>
            <a:ext cx="448470" cy="228420"/>
          </a:xfrm>
          <a:prstGeom prst="ellipse">
            <a:avLst/>
          </a:prstGeom>
          <a:solidFill>
            <a:srgbClr val="CCFFFF"/>
          </a:solidFill>
          <a:ln w="9360">
            <a:solidFill>
              <a:schemeClr val="tx1"/>
            </a:solidFill>
            <a:round/>
          </a:ln>
        </p:spPr>
        <p:style>
          <a:lnRef idx="0">
            <a:scrgbClr r="0" g="0" b="0"/>
          </a:lnRef>
          <a:fillRef idx="0">
            <a:scrgbClr r="0" g="0" b="0"/>
          </a:fillRef>
          <a:effectRef idx="0">
            <a:scrgbClr r="0" g="0" b="0"/>
          </a:effectRef>
          <a:fontRef idx="minor"/>
        </p:style>
      </p:sp>
      <p:sp>
        <p:nvSpPr>
          <p:cNvPr id="295" name="CustomShape 36"/>
          <p:cNvSpPr/>
          <p:nvPr/>
        </p:nvSpPr>
        <p:spPr>
          <a:xfrm>
            <a:off x="3693602" y="2971890"/>
            <a:ext cx="810029" cy="2528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200" spc="-1">
                <a:solidFill>
                  <a:srgbClr val="000000"/>
                </a:solidFill>
                <a:latin typeface="Comic Sans MS"/>
              </a:rPr>
              <a:t>= process</a:t>
            </a:r>
            <a:endParaRPr lang="en-IN" sz="1200" spc="-1">
              <a:latin typeface="Arial"/>
            </a:endParaRPr>
          </a:p>
        </p:txBody>
      </p:sp>
      <p:sp>
        <p:nvSpPr>
          <p:cNvPr id="296" name="CustomShape 37"/>
          <p:cNvSpPr/>
          <p:nvPr/>
        </p:nvSpPr>
        <p:spPr>
          <a:xfrm>
            <a:off x="2079814" y="2971890"/>
            <a:ext cx="734816" cy="2528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200" spc="-1">
                <a:solidFill>
                  <a:srgbClr val="000000"/>
                </a:solidFill>
                <a:latin typeface="Comic Sans MS"/>
              </a:rPr>
              <a:t>= socket</a:t>
            </a:r>
            <a:endParaRPr lang="en-IN" sz="1200" spc="-1">
              <a:latin typeface="Arial"/>
            </a:endParaRPr>
          </a:p>
        </p:txBody>
      </p:sp>
      <p:sp>
        <p:nvSpPr>
          <p:cNvPr id="297" name="CustomShape 38"/>
          <p:cNvSpPr/>
          <p:nvPr/>
        </p:nvSpPr>
        <p:spPr>
          <a:xfrm>
            <a:off x="1476360" y="2049030"/>
            <a:ext cx="138240" cy="253530"/>
          </a:xfrm>
          <a:prstGeom prst="rect">
            <a:avLst/>
          </a:prstGeom>
          <a:noFill/>
          <a:ln>
            <a:noFill/>
          </a:ln>
        </p:spPr>
        <p:style>
          <a:lnRef idx="0">
            <a:scrgbClr r="0" g="0" b="0"/>
          </a:lnRef>
          <a:fillRef idx="0">
            <a:scrgbClr r="0" g="0" b="0"/>
          </a:fillRef>
          <a:effectRef idx="0">
            <a:scrgbClr r="0" g="0" b="0"/>
          </a:effectRef>
          <a:fontRef idx="minor"/>
        </p:style>
      </p:sp>
      <p:sp>
        <p:nvSpPr>
          <p:cNvPr id="298" name="CustomShape 39"/>
          <p:cNvSpPr/>
          <p:nvPr/>
        </p:nvSpPr>
        <p:spPr>
          <a:xfrm>
            <a:off x="1494180" y="1882440"/>
            <a:ext cx="138240" cy="345870"/>
          </a:xfrm>
          <a:prstGeom prst="rect">
            <a:avLst/>
          </a:prstGeom>
          <a:noFill/>
          <a:ln>
            <a:noFill/>
          </a:ln>
        </p:spPr>
        <p:style>
          <a:lnRef idx="0">
            <a:scrgbClr r="0" g="0" b="0"/>
          </a:lnRef>
          <a:fillRef idx="0">
            <a:scrgbClr r="0" g="0" b="0"/>
          </a:fillRef>
          <a:effectRef idx="0">
            <a:scrgbClr r="0" g="0" b="0"/>
          </a:effectRef>
          <a:fontRef idx="minor"/>
        </p:style>
      </p:sp>
      <p:sp>
        <p:nvSpPr>
          <p:cNvPr id="299" name="CustomShape 40"/>
          <p:cNvSpPr/>
          <p:nvPr/>
        </p:nvSpPr>
        <p:spPr>
          <a:xfrm>
            <a:off x="1476360" y="2114640"/>
            <a:ext cx="2856060" cy="799740"/>
          </a:xfrm>
          <a:prstGeom prst="rect">
            <a:avLst/>
          </a:prstGeom>
          <a:noFill/>
          <a:ln w="19080">
            <a:solidFill>
              <a:srgbClr val="FF0000"/>
            </a:solidFill>
            <a:miter/>
          </a:ln>
        </p:spPr>
        <p:style>
          <a:lnRef idx="0">
            <a:scrgbClr r="0" g="0" b="0"/>
          </a:lnRef>
          <a:fillRef idx="0">
            <a:scrgbClr r="0" g="0" b="0"/>
          </a:fillRef>
          <a:effectRef idx="0">
            <a:scrgbClr r="0" g="0" b="0"/>
          </a:effectRef>
          <a:fontRef idx="minor"/>
        </p:style>
        <p:txBody>
          <a:bodyPr wrap="none" lIns="67500" tIns="33750" rIns="67500" bIns="33750" anchor="ctr">
            <a:noAutofit/>
          </a:bodyPr>
          <a:lstStyle/>
          <a:p>
            <a:pPr>
              <a:lnSpc>
                <a:spcPct val="100000"/>
              </a:lnSpc>
            </a:pPr>
            <a:r>
              <a:rPr lang="en-US" sz="1500" spc="-1">
                <a:solidFill>
                  <a:srgbClr val="000000"/>
                </a:solidFill>
                <a:latin typeface="Calibri"/>
              </a:rPr>
              <a:t>delivering received segments</a:t>
            </a:r>
            <a:endParaRPr lang="en-IN" sz="1500" spc="-1">
              <a:latin typeface="Arial"/>
            </a:endParaRPr>
          </a:p>
          <a:p>
            <a:pPr>
              <a:lnSpc>
                <a:spcPct val="100000"/>
              </a:lnSpc>
            </a:pPr>
            <a:r>
              <a:rPr lang="en-US" sz="1500" spc="-1">
                <a:solidFill>
                  <a:srgbClr val="000000"/>
                </a:solidFill>
                <a:latin typeface="Calibri"/>
              </a:rPr>
              <a:t>to correct socket</a:t>
            </a:r>
            <a:endParaRPr lang="en-IN" sz="1500" spc="-1">
              <a:latin typeface="Arial"/>
            </a:endParaRPr>
          </a:p>
        </p:txBody>
      </p:sp>
      <p:grpSp>
        <p:nvGrpSpPr>
          <p:cNvPr id="300" name="Group 41"/>
          <p:cNvGrpSpPr/>
          <p:nvPr/>
        </p:nvGrpSpPr>
        <p:grpSpPr>
          <a:xfrm>
            <a:off x="1820072" y="1943192"/>
            <a:ext cx="2559802" cy="298992"/>
            <a:chOff x="2426760" y="1447920"/>
            <a:chExt cx="3413066" cy="398656"/>
          </a:xfrm>
        </p:grpSpPr>
        <p:sp>
          <p:nvSpPr>
            <p:cNvPr id="301" name="CustomShape 42"/>
            <p:cNvSpPr/>
            <p:nvPr/>
          </p:nvSpPr>
          <p:spPr>
            <a:xfrm>
              <a:off x="2733120" y="1477800"/>
              <a:ext cx="1979640" cy="333000"/>
            </a:xfrm>
            <a:prstGeom prst="rect">
              <a:avLst/>
            </a:prstGeom>
            <a:solidFill>
              <a:schemeClr val="bg1"/>
            </a:solidFill>
            <a:ln>
              <a:noFill/>
            </a:ln>
          </p:spPr>
          <p:style>
            <a:lnRef idx="0">
              <a:scrgbClr r="0" g="0" b="0"/>
            </a:lnRef>
            <a:fillRef idx="0">
              <a:scrgbClr r="0" g="0" b="0"/>
            </a:fillRef>
            <a:effectRef idx="0">
              <a:scrgbClr r="0" g="0" b="0"/>
            </a:effectRef>
            <a:fontRef idx="minor"/>
          </p:style>
        </p:sp>
        <p:sp>
          <p:nvSpPr>
            <p:cNvPr id="302" name="CustomShape 43"/>
            <p:cNvSpPr/>
            <p:nvPr/>
          </p:nvSpPr>
          <p:spPr>
            <a:xfrm>
              <a:off x="2426760" y="1447920"/>
              <a:ext cx="3413066" cy="398656"/>
            </a:xfrm>
            <a:prstGeom prst="rect">
              <a:avLst/>
            </a:prstGeom>
            <a:solidFill>
              <a:schemeClr val="bg1"/>
            </a:solid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u="sng" spc="-1">
                  <a:solidFill>
                    <a:srgbClr val="FF0000"/>
                  </a:solidFill>
                  <a:latin typeface="Comic Sans MS"/>
                </a:rPr>
                <a:t>Demultiplexing at rcv host:</a:t>
              </a:r>
              <a:endParaRPr lang="en-IN" sz="1500" spc="-1">
                <a:latin typeface="Arial"/>
              </a:endParaRPr>
            </a:p>
          </p:txBody>
        </p:sp>
      </p:grpSp>
      <p:sp>
        <p:nvSpPr>
          <p:cNvPr id="303" name="CustomShape 44"/>
          <p:cNvSpPr/>
          <p:nvPr/>
        </p:nvSpPr>
        <p:spPr>
          <a:xfrm>
            <a:off x="5306853" y="2216973"/>
            <a:ext cx="2811090" cy="991489"/>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spc="-1">
                <a:solidFill>
                  <a:srgbClr val="000000"/>
                </a:solidFill>
                <a:latin typeface="Comic Sans MS"/>
              </a:rPr>
              <a:t>gathering data from multiple</a:t>
            </a:r>
            <a:endParaRPr lang="en-IN" sz="1500" spc="-1">
              <a:latin typeface="Arial"/>
            </a:endParaRPr>
          </a:p>
          <a:p>
            <a:pPr>
              <a:lnSpc>
                <a:spcPct val="100000"/>
              </a:lnSpc>
            </a:pPr>
            <a:r>
              <a:rPr lang="en-US" sz="1500" spc="-1">
                <a:solidFill>
                  <a:srgbClr val="000000"/>
                </a:solidFill>
                <a:latin typeface="Comic Sans MS"/>
              </a:rPr>
              <a:t>sockets, enveloping data with </a:t>
            </a:r>
            <a:endParaRPr lang="en-IN" sz="1500" spc="-1">
              <a:latin typeface="Arial"/>
            </a:endParaRPr>
          </a:p>
          <a:p>
            <a:pPr>
              <a:lnSpc>
                <a:spcPct val="100000"/>
              </a:lnSpc>
            </a:pPr>
            <a:r>
              <a:rPr lang="en-US" sz="1500" spc="-1">
                <a:solidFill>
                  <a:srgbClr val="000000"/>
                </a:solidFill>
                <a:latin typeface="Comic Sans MS"/>
              </a:rPr>
              <a:t>header (later used for </a:t>
            </a:r>
            <a:endParaRPr lang="en-IN" sz="1500" spc="-1">
              <a:latin typeface="Arial"/>
            </a:endParaRPr>
          </a:p>
          <a:p>
            <a:pPr>
              <a:lnSpc>
                <a:spcPct val="100000"/>
              </a:lnSpc>
            </a:pPr>
            <a:r>
              <a:rPr lang="en-US" sz="1500" spc="-1">
                <a:solidFill>
                  <a:srgbClr val="000000"/>
                </a:solidFill>
                <a:latin typeface="Comic Sans MS"/>
              </a:rPr>
              <a:t>demultiplexing)</a:t>
            </a:r>
            <a:endParaRPr lang="en-IN" sz="1500" spc="-1">
              <a:latin typeface="Arial"/>
            </a:endParaRPr>
          </a:p>
        </p:txBody>
      </p:sp>
      <p:sp>
        <p:nvSpPr>
          <p:cNvPr id="304" name="CustomShape 45"/>
          <p:cNvSpPr/>
          <p:nvPr/>
        </p:nvSpPr>
        <p:spPr>
          <a:xfrm>
            <a:off x="4972050" y="2135970"/>
            <a:ext cx="2707290" cy="1064070"/>
          </a:xfrm>
          <a:prstGeom prst="rect">
            <a:avLst/>
          </a:prstGeom>
          <a:noFill/>
          <a:ln w="19080">
            <a:solidFill>
              <a:srgbClr val="FF0000"/>
            </a:solidFill>
            <a:miter/>
          </a:ln>
        </p:spPr>
        <p:style>
          <a:lnRef idx="0">
            <a:scrgbClr r="0" g="0" b="0"/>
          </a:lnRef>
          <a:fillRef idx="0">
            <a:scrgbClr r="0" g="0" b="0"/>
          </a:fillRef>
          <a:effectRef idx="0">
            <a:scrgbClr r="0" g="0" b="0"/>
          </a:effectRef>
          <a:fontRef idx="minor"/>
        </p:style>
      </p:sp>
      <p:grpSp>
        <p:nvGrpSpPr>
          <p:cNvPr id="305" name="Group 46"/>
          <p:cNvGrpSpPr/>
          <p:nvPr/>
        </p:nvGrpSpPr>
        <p:grpSpPr>
          <a:xfrm>
            <a:off x="5348165" y="1952642"/>
            <a:ext cx="2462148" cy="298992"/>
            <a:chOff x="7130880" y="1460520"/>
            <a:chExt cx="3282864" cy="398656"/>
          </a:xfrm>
        </p:grpSpPr>
        <p:sp>
          <p:nvSpPr>
            <p:cNvPr id="306" name="CustomShape 47"/>
            <p:cNvSpPr/>
            <p:nvPr/>
          </p:nvSpPr>
          <p:spPr>
            <a:xfrm>
              <a:off x="7589880" y="1490760"/>
              <a:ext cx="1590480" cy="333000"/>
            </a:xfrm>
            <a:prstGeom prst="rect">
              <a:avLst/>
            </a:prstGeom>
            <a:solidFill>
              <a:schemeClr val="bg1"/>
            </a:solidFill>
            <a:ln>
              <a:noFill/>
            </a:ln>
          </p:spPr>
          <p:style>
            <a:lnRef idx="0">
              <a:scrgbClr r="0" g="0" b="0"/>
            </a:lnRef>
            <a:fillRef idx="0">
              <a:scrgbClr r="0" g="0" b="0"/>
            </a:fillRef>
            <a:effectRef idx="0">
              <a:scrgbClr r="0" g="0" b="0"/>
            </a:effectRef>
            <a:fontRef idx="minor"/>
          </p:style>
        </p:sp>
        <p:sp>
          <p:nvSpPr>
            <p:cNvPr id="307" name="CustomShape 48"/>
            <p:cNvSpPr/>
            <p:nvPr/>
          </p:nvSpPr>
          <p:spPr>
            <a:xfrm>
              <a:off x="7130880" y="1460520"/>
              <a:ext cx="3282864" cy="398656"/>
            </a:xfrm>
            <a:prstGeom prst="rect">
              <a:avLst/>
            </a:prstGeom>
            <a:solidFill>
              <a:schemeClr val="bg1"/>
            </a:solid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u="sng" spc="-1">
                  <a:solidFill>
                    <a:srgbClr val="FF0000"/>
                  </a:solidFill>
                  <a:latin typeface="Comic Sans MS"/>
                </a:rPr>
                <a:t>Multiplexing at send host:</a:t>
              </a:r>
              <a:endParaRPr lang="en-IN" sz="1500" spc="-1">
                <a:latin typeface="Arial"/>
              </a:endParaRPr>
            </a:p>
          </p:txBody>
        </p:sp>
      </p:grpSp>
      <p:grpSp>
        <p:nvGrpSpPr>
          <p:cNvPr id="308" name="Group 49"/>
          <p:cNvGrpSpPr/>
          <p:nvPr/>
        </p:nvGrpSpPr>
        <p:grpSpPr>
          <a:xfrm>
            <a:off x="4628880" y="3828870"/>
            <a:ext cx="1698030" cy="1257390"/>
            <a:chOff x="6171840" y="3962160"/>
            <a:chExt cx="2264040" cy="1676520"/>
          </a:xfrm>
        </p:grpSpPr>
        <p:sp>
          <p:nvSpPr>
            <p:cNvPr id="309" name="Line 50"/>
            <p:cNvSpPr/>
            <p:nvPr/>
          </p:nvSpPr>
          <p:spPr>
            <a:xfrm>
              <a:off x="8435880" y="3962160"/>
              <a:ext cx="0" cy="1676520"/>
            </a:xfrm>
            <a:prstGeom prst="line">
              <a:avLst/>
            </a:prstGeom>
            <a:ln w="19080">
              <a:solidFill>
                <a:srgbClr val="FF0000"/>
              </a:solidFill>
              <a:round/>
            </a:ln>
          </p:spPr>
          <p:style>
            <a:lnRef idx="0">
              <a:scrgbClr r="0" g="0" b="0"/>
            </a:lnRef>
            <a:fillRef idx="0">
              <a:scrgbClr r="0" g="0" b="0"/>
            </a:fillRef>
            <a:effectRef idx="0">
              <a:scrgbClr r="0" g="0" b="0"/>
            </a:effectRef>
            <a:fontRef idx="minor"/>
          </p:style>
        </p:sp>
        <p:sp>
          <p:nvSpPr>
            <p:cNvPr id="310" name="CustomShape 51"/>
            <p:cNvSpPr/>
            <p:nvPr/>
          </p:nvSpPr>
          <p:spPr>
            <a:xfrm flipH="1">
              <a:off x="6195960" y="4048200"/>
              <a:ext cx="453600" cy="1569600"/>
            </a:xfrm>
            <a:custGeom>
              <a:avLst/>
              <a:gdLst/>
              <a:ahLst/>
              <a:cxnLst/>
              <a:rect l="l" t="t" r="r" b="b"/>
              <a:pathLst>
                <a:path w="286" h="989">
                  <a:moveTo>
                    <a:pt x="286" y="989"/>
                  </a:moveTo>
                  <a:lnTo>
                    <a:pt x="284" y="117"/>
                  </a:lnTo>
                  <a:lnTo>
                    <a:pt x="0" y="0"/>
                  </a:lnTo>
                </a:path>
              </a:pathLst>
            </a:custGeom>
            <a:noFill/>
            <a:ln w="19080">
              <a:solidFill>
                <a:srgbClr val="FF0000"/>
              </a:solidFill>
              <a:round/>
              <a:tailEnd type="triangle" w="med" len="med"/>
            </a:ln>
          </p:spPr>
          <p:style>
            <a:lnRef idx="0">
              <a:scrgbClr r="0" g="0" b="0"/>
            </a:lnRef>
            <a:fillRef idx="0">
              <a:scrgbClr r="0" g="0" b="0"/>
            </a:fillRef>
            <a:effectRef idx="0">
              <a:scrgbClr r="0" g="0" b="0"/>
            </a:effectRef>
            <a:fontRef idx="minor"/>
          </p:style>
        </p:sp>
        <p:sp>
          <p:nvSpPr>
            <p:cNvPr id="311" name="CustomShape 52"/>
            <p:cNvSpPr/>
            <p:nvPr/>
          </p:nvSpPr>
          <p:spPr>
            <a:xfrm flipH="1">
              <a:off x="6171480" y="5624640"/>
              <a:ext cx="2263320" cy="14040"/>
            </a:xfrm>
            <a:custGeom>
              <a:avLst/>
              <a:gdLst/>
              <a:ahLst/>
              <a:cxnLst/>
              <a:rect l="l" t="t" r="r" b="b"/>
              <a:pathLst>
                <a:path w="1426" h="9">
                  <a:moveTo>
                    <a:pt x="0" y="9"/>
                  </a:moveTo>
                  <a:lnTo>
                    <a:pt x="1426" y="0"/>
                  </a:lnTo>
                </a:path>
              </a:pathLst>
            </a:custGeom>
            <a:noFill/>
            <a:ln w="19080">
              <a:solidFill>
                <a:srgbClr val="FF0000"/>
              </a:solidFill>
              <a:round/>
            </a:ln>
          </p:spPr>
          <p:style>
            <a:lnRef idx="0">
              <a:scrgbClr r="0" g="0" b="0"/>
            </a:lnRef>
            <a:fillRef idx="0">
              <a:scrgbClr r="0" g="0" b="0"/>
            </a:fillRef>
            <a:effectRef idx="0">
              <a:scrgbClr r="0" g="0" b="0"/>
            </a:effectRef>
            <a:fontRef idx="minor"/>
          </p:style>
        </p:sp>
      </p:grpSp>
      <p:sp>
        <p:nvSpPr>
          <p:cNvPr id="312" name="TextShape 53"/>
          <p:cNvSpPr txBox="1"/>
          <p:nvPr/>
        </p:nvSpPr>
        <p:spPr>
          <a:xfrm>
            <a:off x="7143660" y="5624640"/>
            <a:ext cx="514080" cy="273510"/>
          </a:xfrm>
          <a:prstGeom prst="rect">
            <a:avLst/>
          </a:prstGeom>
          <a:noFill/>
          <a:ln>
            <a:noFill/>
          </a:ln>
        </p:spPr>
        <p:txBody>
          <a:bodyPr anchor="ctr">
            <a:noAutofit/>
          </a:bodyPr>
          <a:lstStyle/>
          <a:p>
            <a:pPr algn="r">
              <a:lnSpc>
                <a:spcPct val="100000"/>
              </a:lnSpc>
            </a:pPr>
            <a:fld id="{AF2AE2C8-A34B-44E4-B15E-47463BE4DBD6}" type="slidenum">
              <a:rPr lang="en-US" sz="900" spc="-1">
                <a:solidFill>
                  <a:srgbClr val="8B8B8B"/>
                </a:solidFill>
                <a:latin typeface="Calibri"/>
              </a:rPr>
              <a:t>13</a:t>
            </a:fld>
            <a:endParaRPr lang="en-IN" sz="900" spc="-1">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Transport Layer Protocols (UDP and TCP)</a:t>
            </a:r>
            <a:endParaRPr lang="en-US" sz="3300" spc="-1">
              <a:solidFill>
                <a:srgbClr val="000000"/>
              </a:solidFill>
              <a:latin typeface="Calibri"/>
            </a:endParaRPr>
          </a:p>
        </p:txBody>
      </p:sp>
      <p:sp>
        <p:nvSpPr>
          <p:cNvPr id="314" name="TextShape 2"/>
          <p:cNvSpPr txBox="1"/>
          <p:nvPr/>
        </p:nvSpPr>
        <p:spPr>
          <a:xfrm>
            <a:off x="628560" y="2226420"/>
            <a:ext cx="7886430" cy="3263220"/>
          </a:xfrm>
          <a:prstGeom prst="rect">
            <a:avLst/>
          </a:prstGeom>
          <a:noFill/>
          <a:ln>
            <a:noFill/>
          </a:ln>
        </p:spPr>
        <p:txBody>
          <a:bodyPr>
            <a:normAutofit lnSpcReduction="10000"/>
          </a:bodyPr>
          <a:lstStyle/>
          <a:p>
            <a:pPr marL="171446" indent="-171176">
              <a:lnSpc>
                <a:spcPct val="90000"/>
              </a:lnSpc>
              <a:spcBef>
                <a:spcPts val="751"/>
              </a:spcBef>
              <a:buClr>
                <a:srgbClr val="000000"/>
              </a:buClr>
              <a:buFont typeface="Arial"/>
              <a:buChar char="•"/>
            </a:pPr>
            <a:r>
              <a:rPr lang="en-US" sz="2100" spc="-1">
                <a:solidFill>
                  <a:srgbClr val="000000"/>
                </a:solidFill>
                <a:latin typeface="Calibri"/>
              </a:rPr>
              <a:t>UDP</a:t>
            </a:r>
            <a:r>
              <a:rPr lang="en-IN" sz="2100" spc="-1">
                <a:solidFill>
                  <a:srgbClr val="000000"/>
                </a:solidFill>
                <a:latin typeface="Calibri"/>
              </a:rPr>
              <a:t> provides </a:t>
            </a:r>
            <a:endParaRPr lang="en-US" sz="2100" spc="-1">
              <a:solidFill>
                <a:srgbClr val="000000"/>
              </a:solidFill>
              <a:latin typeface="Calibri"/>
            </a:endParaRPr>
          </a:p>
          <a:p>
            <a:pPr marL="514337" lvl="1" indent="-171176">
              <a:lnSpc>
                <a:spcPct val="90000"/>
              </a:lnSpc>
              <a:spcBef>
                <a:spcPts val="374"/>
              </a:spcBef>
              <a:buClr>
                <a:srgbClr val="000000"/>
              </a:buClr>
              <a:buFont typeface="Arial"/>
              <a:buChar char="•"/>
            </a:pPr>
            <a:r>
              <a:rPr lang="en-IN" spc="-1">
                <a:solidFill>
                  <a:srgbClr val="000000"/>
                </a:solidFill>
                <a:latin typeface="Calibri"/>
              </a:rPr>
              <a:t>best effort delivery</a:t>
            </a:r>
            <a:endParaRPr lang="en-US" spc="-1">
              <a:solidFill>
                <a:srgbClr val="000000"/>
              </a:solidFill>
              <a:latin typeface="Calibri"/>
            </a:endParaRPr>
          </a:p>
          <a:p>
            <a:pPr marL="514337" lvl="1" indent="-171176">
              <a:lnSpc>
                <a:spcPct val="90000"/>
              </a:lnSpc>
              <a:spcBef>
                <a:spcPts val="374"/>
              </a:spcBef>
              <a:buClr>
                <a:srgbClr val="000000"/>
              </a:buClr>
              <a:buFont typeface="Arial"/>
              <a:buChar char="•"/>
            </a:pPr>
            <a:r>
              <a:rPr lang="en-IN" spc="-1">
                <a:solidFill>
                  <a:srgbClr val="000000"/>
                </a:solidFill>
                <a:latin typeface="Calibri"/>
              </a:rPr>
              <a:t>Connectionless</a:t>
            </a:r>
            <a:endParaRPr lang="en-US" spc="-1">
              <a:solidFill>
                <a:srgbClr val="000000"/>
              </a:solidFill>
              <a:latin typeface="Calibri"/>
            </a:endParaRPr>
          </a:p>
          <a:p>
            <a:pPr marL="514337" lvl="1" indent="-171176">
              <a:lnSpc>
                <a:spcPct val="90000"/>
              </a:lnSpc>
              <a:spcBef>
                <a:spcPts val="374"/>
              </a:spcBef>
              <a:buClr>
                <a:srgbClr val="000000"/>
              </a:buClr>
              <a:buFont typeface="Arial"/>
              <a:buChar char="•"/>
            </a:pPr>
            <a:r>
              <a:rPr lang="en-IN" spc="-1">
                <a:solidFill>
                  <a:srgbClr val="000000"/>
                </a:solidFill>
                <a:latin typeface="Calibri"/>
              </a:rPr>
              <a:t>Unreliable</a:t>
            </a:r>
            <a:endParaRPr lang="en-US" spc="-1">
              <a:solidFill>
                <a:srgbClr val="000000"/>
              </a:solidFill>
              <a:latin typeface="Calibri"/>
            </a:endParaRPr>
          </a:p>
          <a:p>
            <a:pPr marL="514337" lvl="1" indent="-171176">
              <a:lnSpc>
                <a:spcPct val="90000"/>
              </a:lnSpc>
              <a:spcBef>
                <a:spcPts val="374"/>
              </a:spcBef>
              <a:buClr>
                <a:srgbClr val="000000"/>
              </a:buClr>
              <a:buFont typeface="Arial"/>
              <a:buChar char="•"/>
            </a:pPr>
            <a:r>
              <a:rPr lang="en-IN" spc="-1">
                <a:solidFill>
                  <a:srgbClr val="000000"/>
                </a:solidFill>
                <a:latin typeface="Calibri"/>
              </a:rPr>
              <a:t>Out of order delivery</a:t>
            </a:r>
            <a:endParaRPr lang="en-US" spc="-1">
              <a:solidFill>
                <a:srgbClr val="000000"/>
              </a:solidFill>
              <a:latin typeface="Calibri"/>
            </a:endParaRPr>
          </a:p>
          <a:p>
            <a:pPr marL="171446" indent="-171176">
              <a:lnSpc>
                <a:spcPct val="90000"/>
              </a:lnSpc>
              <a:spcBef>
                <a:spcPts val="751"/>
              </a:spcBef>
              <a:buClr>
                <a:srgbClr val="000000"/>
              </a:buClr>
              <a:buFont typeface="Arial"/>
              <a:buChar char="•"/>
            </a:pPr>
            <a:r>
              <a:rPr lang="en-US" spc="-1">
                <a:solidFill>
                  <a:srgbClr val="000000"/>
                </a:solidFill>
                <a:latin typeface="Calibri"/>
              </a:rPr>
              <a:t>TCP</a:t>
            </a:r>
          </a:p>
          <a:p>
            <a:pPr marL="514337" lvl="1" indent="-171176">
              <a:lnSpc>
                <a:spcPct val="90000"/>
              </a:lnSpc>
              <a:spcBef>
                <a:spcPts val="374"/>
              </a:spcBef>
              <a:buClr>
                <a:srgbClr val="000000"/>
              </a:buClr>
              <a:buFont typeface="Arial"/>
              <a:buChar char="•"/>
            </a:pPr>
            <a:r>
              <a:rPr lang="en-US" spc="-1">
                <a:solidFill>
                  <a:srgbClr val="000000"/>
                </a:solidFill>
                <a:latin typeface="Calibri"/>
              </a:rPr>
              <a:t>Reliable</a:t>
            </a:r>
          </a:p>
          <a:p>
            <a:pPr marL="514337" lvl="1" indent="-171176">
              <a:lnSpc>
                <a:spcPct val="90000"/>
              </a:lnSpc>
              <a:spcBef>
                <a:spcPts val="374"/>
              </a:spcBef>
              <a:buClr>
                <a:srgbClr val="000000"/>
              </a:buClr>
              <a:buFont typeface="Arial"/>
              <a:buChar char="•"/>
            </a:pPr>
            <a:r>
              <a:rPr lang="en-US" spc="-1">
                <a:solidFill>
                  <a:srgbClr val="000000"/>
                </a:solidFill>
                <a:latin typeface="Calibri"/>
              </a:rPr>
              <a:t>In-order delivery </a:t>
            </a:r>
          </a:p>
          <a:p>
            <a:pPr marL="514337" lvl="1" indent="-171176">
              <a:lnSpc>
                <a:spcPct val="90000"/>
              </a:lnSpc>
              <a:spcBef>
                <a:spcPts val="374"/>
              </a:spcBef>
              <a:buClr>
                <a:srgbClr val="000000"/>
              </a:buClr>
              <a:buFont typeface="Arial"/>
              <a:buChar char="•"/>
            </a:pPr>
            <a:r>
              <a:rPr lang="en-US" spc="-1">
                <a:solidFill>
                  <a:srgbClr val="000000"/>
                </a:solidFill>
                <a:latin typeface="Calibri"/>
              </a:rPr>
              <a:t>Congestion control </a:t>
            </a:r>
          </a:p>
          <a:p>
            <a:pPr marL="514337" lvl="1" indent="-171176">
              <a:lnSpc>
                <a:spcPct val="90000"/>
              </a:lnSpc>
              <a:spcBef>
                <a:spcPts val="374"/>
              </a:spcBef>
              <a:buClr>
                <a:srgbClr val="000000"/>
              </a:buClr>
              <a:buFont typeface="Arial"/>
              <a:buChar char="•"/>
            </a:pPr>
            <a:r>
              <a:rPr lang="en-US" spc="-1">
                <a:solidFill>
                  <a:srgbClr val="000000"/>
                </a:solidFill>
                <a:latin typeface="Calibri"/>
              </a:rPr>
              <a:t>Flow control</a:t>
            </a:r>
          </a:p>
          <a:p>
            <a:pPr marL="514337" lvl="1" indent="-171176">
              <a:lnSpc>
                <a:spcPct val="90000"/>
              </a:lnSpc>
              <a:spcBef>
                <a:spcPts val="374"/>
              </a:spcBef>
              <a:buClr>
                <a:srgbClr val="000000"/>
              </a:buClr>
              <a:buFont typeface="Arial"/>
              <a:buChar char="•"/>
            </a:pPr>
            <a:r>
              <a:rPr lang="en-US" spc="-1">
                <a:solidFill>
                  <a:srgbClr val="000000"/>
                </a:solidFill>
                <a:latin typeface="Calibri"/>
              </a:rPr>
              <a:t>Connection setup</a:t>
            </a:r>
          </a:p>
          <a:p>
            <a:pPr>
              <a:lnSpc>
                <a:spcPct val="90000"/>
              </a:lnSpc>
              <a:spcBef>
                <a:spcPts val="751"/>
              </a:spcBef>
            </a:pPr>
            <a:endParaRPr lang="en-US" spc="-1">
              <a:solidFill>
                <a:srgbClr val="0000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8DD4CEF8-3AF5-4663-8012-3F486DC371E1}" type="slidenum">
              <a:rPr lang="en-US" sz="900" spc="-1">
                <a:solidFill>
                  <a:srgbClr val="8B8B8B"/>
                </a:solidFill>
                <a:latin typeface="Calibri"/>
              </a:rPr>
              <a:t>15</a:t>
            </a:fld>
            <a:endParaRPr lang="en-IN" sz="900" spc="-1">
              <a:latin typeface="Times New Roman"/>
            </a:endParaRPr>
          </a:p>
        </p:txBody>
      </p:sp>
      <p:sp>
        <p:nvSpPr>
          <p:cNvPr id="316" name="CustomShape 2"/>
          <p:cNvSpPr/>
          <p:nvPr/>
        </p:nvSpPr>
        <p:spPr>
          <a:xfrm>
            <a:off x="1355403" y="1162080"/>
            <a:ext cx="4713405" cy="391325"/>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spc="-1">
                <a:solidFill>
                  <a:srgbClr val="000000"/>
                </a:solidFill>
                <a:latin typeface="Times New Roman"/>
              </a:rPr>
              <a:t> USER DATAGRAM PROTOCOL (UDP)</a:t>
            </a:r>
            <a:endParaRPr lang="en-IN" sz="2100" spc="-1">
              <a:latin typeface="Arial"/>
            </a:endParaRPr>
          </a:p>
        </p:txBody>
      </p:sp>
      <p:sp>
        <p:nvSpPr>
          <p:cNvPr id="317" name="CustomShape 3"/>
          <p:cNvSpPr/>
          <p:nvPr/>
        </p:nvSpPr>
        <p:spPr>
          <a:xfrm>
            <a:off x="7315110" y="5657850"/>
            <a:ext cx="137970" cy="274860"/>
          </a:xfrm>
          <a:prstGeom prst="rect">
            <a:avLst/>
          </a:prstGeom>
          <a:noFill/>
          <a:ln>
            <a:noFill/>
          </a:ln>
        </p:spPr>
        <p:style>
          <a:lnRef idx="0">
            <a:scrgbClr r="0" g="0" b="0"/>
          </a:lnRef>
          <a:fillRef idx="0">
            <a:scrgbClr r="0" g="0" b="0"/>
          </a:fillRef>
          <a:effectRef idx="0">
            <a:scrgbClr r="0" g="0" b="0"/>
          </a:effectRef>
          <a:fontRef idx="minor"/>
        </p:style>
      </p:sp>
      <p:sp>
        <p:nvSpPr>
          <p:cNvPr id="318" name="CustomShape 4"/>
          <p:cNvSpPr/>
          <p:nvPr/>
        </p:nvSpPr>
        <p:spPr>
          <a:xfrm>
            <a:off x="1314360" y="2505066"/>
            <a:ext cx="6171930" cy="1683986"/>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chor="ctr">
            <a:spAutoFit/>
          </a:bodyPr>
          <a:lstStyle/>
          <a:p>
            <a:pPr algn="just">
              <a:lnSpc>
                <a:spcPct val="100000"/>
              </a:lnSpc>
            </a:pPr>
            <a:r>
              <a:rPr lang="en-US" sz="2100" i="1" spc="-1">
                <a:solidFill>
                  <a:srgbClr val="000000"/>
                </a:solidFill>
                <a:latin typeface="Times New Roman"/>
              </a:rPr>
              <a:t>The User Datagram Protocol (UDP) is called a connectionless, unreliable transport protocol. It does not add anything to the services of IP except to provide process-to-process communication instead of host-to-host communication. </a:t>
            </a:r>
            <a:endParaRPr lang="en-IN" sz="2100"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4C436CD3-2029-48E1-B82C-12CE5B18174B}" type="slidenum">
              <a:rPr lang="en-US" sz="900" spc="-1">
                <a:solidFill>
                  <a:srgbClr val="8B8B8B"/>
                </a:solidFill>
                <a:latin typeface="Calibri"/>
              </a:rPr>
              <a:t>16</a:t>
            </a:fld>
            <a:endParaRPr lang="en-IN" sz="900" spc="-1">
              <a:latin typeface="Times New Roman"/>
            </a:endParaRPr>
          </a:p>
        </p:txBody>
      </p:sp>
      <p:sp>
        <p:nvSpPr>
          <p:cNvPr id="320" name="CustomShape 2"/>
          <p:cNvSpPr/>
          <p:nvPr/>
        </p:nvSpPr>
        <p:spPr>
          <a:xfrm>
            <a:off x="1722602" y="914493"/>
            <a:ext cx="2698879"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Well-known ports used with UDP</a:t>
            </a:r>
            <a:endParaRPr lang="en-IN" sz="1500" spc="-1">
              <a:latin typeface="Arial"/>
            </a:endParaRPr>
          </a:p>
        </p:txBody>
      </p:sp>
      <p:grpSp>
        <p:nvGrpSpPr>
          <p:cNvPr id="321" name="Group 3"/>
          <p:cNvGrpSpPr/>
          <p:nvPr/>
        </p:nvGrpSpPr>
        <p:grpSpPr>
          <a:xfrm>
            <a:off x="1647810" y="1257390"/>
            <a:ext cx="5781510" cy="4400190"/>
            <a:chOff x="2197080" y="533520"/>
            <a:chExt cx="7708680" cy="5866920"/>
          </a:xfrm>
        </p:grpSpPr>
        <p:pic>
          <p:nvPicPr>
            <p:cNvPr id="322" name="Picture 4_1"/>
            <p:cNvPicPr/>
            <p:nvPr/>
          </p:nvPicPr>
          <p:blipFill>
            <a:blip r:embed="rId3"/>
            <a:stretch/>
          </p:blipFill>
          <p:spPr>
            <a:xfrm>
              <a:off x="2197080" y="533520"/>
              <a:ext cx="7708680" cy="1667160"/>
            </a:xfrm>
            <a:prstGeom prst="rect">
              <a:avLst/>
            </a:prstGeom>
            <a:ln>
              <a:noFill/>
            </a:ln>
          </p:spPr>
        </p:pic>
        <p:pic>
          <p:nvPicPr>
            <p:cNvPr id="323" name="Picture 5_1"/>
            <p:cNvPicPr/>
            <p:nvPr/>
          </p:nvPicPr>
          <p:blipFill>
            <a:blip r:embed="rId4"/>
            <a:stretch/>
          </p:blipFill>
          <p:spPr>
            <a:xfrm>
              <a:off x="2212920" y="2135880"/>
              <a:ext cx="7677000" cy="4264560"/>
            </a:xfrm>
            <a:prstGeom prst="rect">
              <a:avLst/>
            </a:prstGeom>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C1CB8027-05D9-4380-85B3-822149F426C6}" type="slidenum">
              <a:rPr lang="en-US" sz="900" spc="-1">
                <a:solidFill>
                  <a:srgbClr val="8B8B8B"/>
                </a:solidFill>
                <a:latin typeface="Calibri"/>
              </a:rPr>
              <a:t>17</a:t>
            </a:fld>
            <a:endParaRPr lang="en-IN" sz="900" spc="-1">
              <a:latin typeface="Times New Roman"/>
            </a:endParaRPr>
          </a:p>
        </p:txBody>
      </p:sp>
      <p:sp>
        <p:nvSpPr>
          <p:cNvPr id="325"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326"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327" name="CustomShape 4"/>
          <p:cNvSpPr/>
          <p:nvPr/>
        </p:nvSpPr>
        <p:spPr>
          <a:xfrm>
            <a:off x="1376462" y="1142913"/>
            <a:ext cx="1866600"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User datagram format</a:t>
            </a:r>
            <a:endParaRPr lang="en-IN" sz="1500" spc="-1">
              <a:latin typeface="Arial"/>
            </a:endParaRPr>
          </a:p>
        </p:txBody>
      </p:sp>
      <p:sp>
        <p:nvSpPr>
          <p:cNvPr id="328"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329" name="Picture 6_0"/>
          <p:cNvPicPr/>
          <p:nvPr/>
        </p:nvPicPr>
        <p:blipFill>
          <a:blip r:embed="rId3"/>
          <a:stretch/>
        </p:blipFill>
        <p:spPr>
          <a:xfrm>
            <a:off x="1844370" y="2257470"/>
            <a:ext cx="5299290" cy="2314440"/>
          </a:xfrm>
          <a:prstGeom prst="rect">
            <a:avLst/>
          </a:prstGeom>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A2CE9795-F389-426A-8EF8-8EEB5C9D14A5}" type="slidenum">
              <a:rPr lang="en-US" sz="900" spc="-1">
                <a:solidFill>
                  <a:srgbClr val="8B8B8B"/>
                </a:solidFill>
                <a:latin typeface="Calibri"/>
              </a:rPr>
              <a:t>18</a:t>
            </a:fld>
            <a:endParaRPr lang="en-IN" sz="900" spc="-1">
              <a:latin typeface="Times New Roman"/>
            </a:endParaRPr>
          </a:p>
        </p:txBody>
      </p:sp>
      <p:sp>
        <p:nvSpPr>
          <p:cNvPr id="331"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332"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333" name="CustomShape 4"/>
          <p:cNvSpPr/>
          <p:nvPr/>
        </p:nvSpPr>
        <p:spPr>
          <a:xfrm>
            <a:off x="1379971" y="1142913"/>
            <a:ext cx="3209339"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Pseudoheader for checksum calculation</a:t>
            </a:r>
            <a:endParaRPr lang="en-IN" sz="1500" spc="-1">
              <a:latin typeface="Arial"/>
            </a:endParaRPr>
          </a:p>
        </p:txBody>
      </p:sp>
      <p:sp>
        <p:nvSpPr>
          <p:cNvPr id="334"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335" name="Picture 6_3"/>
          <p:cNvPicPr/>
          <p:nvPr/>
        </p:nvPicPr>
        <p:blipFill>
          <a:blip r:embed="rId3"/>
          <a:stretch/>
        </p:blipFill>
        <p:spPr>
          <a:xfrm>
            <a:off x="2138400" y="1943190"/>
            <a:ext cx="4490640" cy="2921400"/>
          </a:xfrm>
          <a:prstGeom prst="rect">
            <a:avLst/>
          </a:prstGeom>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214D2579-B7E3-4660-97AB-427FFB4D190A}" type="slidenum">
              <a:rPr lang="en-US" sz="900" spc="-1">
                <a:solidFill>
                  <a:srgbClr val="8B8B8B"/>
                </a:solidFill>
                <a:latin typeface="Calibri"/>
              </a:rPr>
              <a:t>19</a:t>
            </a:fld>
            <a:endParaRPr lang="en-IN" sz="900" spc="-1">
              <a:latin typeface="Times New Roman"/>
            </a:endParaRPr>
          </a:p>
        </p:txBody>
      </p:sp>
      <p:sp>
        <p:nvSpPr>
          <p:cNvPr id="337" name="CustomShape 2"/>
          <p:cNvSpPr/>
          <p:nvPr/>
        </p:nvSpPr>
        <p:spPr>
          <a:xfrm>
            <a:off x="1319222" y="1162083"/>
            <a:ext cx="770723" cy="483658"/>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700" spc="-1">
                <a:solidFill>
                  <a:srgbClr val="000000"/>
                </a:solidFill>
                <a:latin typeface="Times New Roman"/>
              </a:rPr>
              <a:t>TCP</a:t>
            </a:r>
            <a:endParaRPr lang="en-IN" sz="2700" spc="-1">
              <a:latin typeface="Arial"/>
            </a:endParaRPr>
          </a:p>
        </p:txBody>
      </p:sp>
      <p:sp>
        <p:nvSpPr>
          <p:cNvPr id="338" name="CustomShape 3"/>
          <p:cNvSpPr/>
          <p:nvPr/>
        </p:nvSpPr>
        <p:spPr>
          <a:xfrm>
            <a:off x="7315110" y="5657850"/>
            <a:ext cx="137970" cy="274860"/>
          </a:xfrm>
          <a:prstGeom prst="rect">
            <a:avLst/>
          </a:prstGeom>
          <a:noFill/>
          <a:ln>
            <a:noFill/>
          </a:ln>
        </p:spPr>
        <p:style>
          <a:lnRef idx="0">
            <a:scrgbClr r="0" g="0" b="0"/>
          </a:lnRef>
          <a:fillRef idx="0">
            <a:scrgbClr r="0" g="0" b="0"/>
          </a:fillRef>
          <a:effectRef idx="0">
            <a:scrgbClr r="0" g="0" b="0"/>
          </a:effectRef>
          <a:fontRef idx="minor"/>
        </p:style>
      </p:sp>
      <p:sp>
        <p:nvSpPr>
          <p:cNvPr id="339" name="CustomShape 4"/>
          <p:cNvSpPr/>
          <p:nvPr/>
        </p:nvSpPr>
        <p:spPr>
          <a:xfrm>
            <a:off x="1371600" y="1994750"/>
            <a:ext cx="6171930" cy="1360821"/>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nchor="ctr">
            <a:spAutoFit/>
          </a:bodyPr>
          <a:lstStyle/>
          <a:p>
            <a:pPr algn="just">
              <a:lnSpc>
                <a:spcPct val="100000"/>
              </a:lnSpc>
            </a:pPr>
            <a:r>
              <a:rPr lang="en-US" sz="2100" i="1" spc="-1">
                <a:solidFill>
                  <a:srgbClr val="000000"/>
                </a:solidFill>
                <a:latin typeface="Times New Roman"/>
              </a:rPr>
              <a:t>TCP is a connection-oriented protocol; it creates a virtual connection between two TCPs to send data. In addition, TCP uses flow and error control mechanisms at the transport level. </a:t>
            </a:r>
            <a:endParaRPr lang="en-IN" sz="2100"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59A65DE8-FC9D-4CE6-8ED4-CF93FD3D444E}" type="slidenum">
              <a:rPr lang="en-US" sz="900" spc="-1">
                <a:solidFill>
                  <a:srgbClr val="8B8B8B"/>
                </a:solidFill>
                <a:latin typeface="Calibri"/>
              </a:rPr>
              <a:t>20</a:t>
            </a:fld>
            <a:endParaRPr lang="en-IN" sz="900" spc="-1">
              <a:latin typeface="Times New Roman"/>
            </a:endParaRPr>
          </a:p>
        </p:txBody>
      </p:sp>
      <p:sp>
        <p:nvSpPr>
          <p:cNvPr id="341"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342"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343" name="CustomShape 4"/>
          <p:cNvSpPr/>
          <p:nvPr/>
        </p:nvSpPr>
        <p:spPr>
          <a:xfrm>
            <a:off x="1376192" y="1142913"/>
            <a:ext cx="1337545"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Stream delivery</a:t>
            </a:r>
            <a:endParaRPr lang="en-IN" sz="1500" spc="-1">
              <a:latin typeface="Arial"/>
            </a:endParaRPr>
          </a:p>
        </p:txBody>
      </p:sp>
      <p:sp>
        <p:nvSpPr>
          <p:cNvPr id="344"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345" name="Picture 6_1"/>
          <p:cNvPicPr/>
          <p:nvPr/>
        </p:nvPicPr>
        <p:blipFill>
          <a:blip r:embed="rId3"/>
          <a:stretch/>
        </p:blipFill>
        <p:spPr>
          <a:xfrm>
            <a:off x="1543050" y="2228850"/>
            <a:ext cx="5882490" cy="2187000"/>
          </a:xfrm>
          <a:prstGeom prst="rect">
            <a:avLst/>
          </a:prstGeom>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6E01B235-13DF-4738-9756-03AA7C690212}" type="slidenum">
              <a:rPr lang="en-US" sz="900" spc="-1">
                <a:solidFill>
                  <a:srgbClr val="8B8B8B"/>
                </a:solidFill>
                <a:latin typeface="Calibri"/>
              </a:rPr>
              <a:t>21</a:t>
            </a:fld>
            <a:endParaRPr lang="en-IN" sz="900" spc="-1">
              <a:latin typeface="Times New Roman"/>
            </a:endParaRPr>
          </a:p>
        </p:txBody>
      </p:sp>
      <p:sp>
        <p:nvSpPr>
          <p:cNvPr id="347"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348"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349" name="CustomShape 4"/>
          <p:cNvSpPr/>
          <p:nvPr/>
        </p:nvSpPr>
        <p:spPr>
          <a:xfrm>
            <a:off x="1379701" y="1142912"/>
            <a:ext cx="3083728" cy="345158"/>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pc="-1">
                <a:solidFill>
                  <a:srgbClr val="954F72"/>
                </a:solidFill>
                <a:latin typeface="Times New Roman"/>
              </a:rPr>
              <a:t>Figure </a:t>
            </a:r>
            <a:r>
              <a:rPr lang="en-US" sz="1500" i="1" spc="-1">
                <a:solidFill>
                  <a:srgbClr val="000000"/>
                </a:solidFill>
                <a:latin typeface="Times New Roman"/>
              </a:rPr>
              <a:t>Sending and receiving buffers</a:t>
            </a:r>
            <a:endParaRPr lang="en-IN" sz="1500" spc="-1">
              <a:latin typeface="Arial"/>
            </a:endParaRPr>
          </a:p>
        </p:txBody>
      </p:sp>
      <p:sp>
        <p:nvSpPr>
          <p:cNvPr id="350"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351" name="Picture 6_2"/>
          <p:cNvPicPr/>
          <p:nvPr/>
        </p:nvPicPr>
        <p:blipFill>
          <a:blip r:embed="rId3"/>
          <a:stretch/>
        </p:blipFill>
        <p:spPr>
          <a:xfrm>
            <a:off x="1627560" y="1702620"/>
            <a:ext cx="5915970" cy="3440610"/>
          </a:xfrm>
          <a:prstGeom prst="rect">
            <a:avLst/>
          </a:prstGeom>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6668786C-53DB-49D2-9E23-083E761335C5}" type="slidenum">
              <a:rPr lang="en-US" sz="900" spc="-1">
                <a:solidFill>
                  <a:srgbClr val="8B8B8B"/>
                </a:solidFill>
                <a:latin typeface="Calibri"/>
              </a:rPr>
              <a:t>22</a:t>
            </a:fld>
            <a:endParaRPr lang="en-IN" sz="900" spc="-1">
              <a:latin typeface="Times New Roman"/>
            </a:endParaRPr>
          </a:p>
        </p:txBody>
      </p:sp>
      <p:sp>
        <p:nvSpPr>
          <p:cNvPr id="353"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354"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355" name="CustomShape 4"/>
          <p:cNvSpPr/>
          <p:nvPr/>
        </p:nvSpPr>
        <p:spPr>
          <a:xfrm>
            <a:off x="1376462" y="1142913"/>
            <a:ext cx="1237389"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TCP segments</a:t>
            </a:r>
            <a:endParaRPr lang="en-IN" sz="1500" spc="-1">
              <a:latin typeface="Arial"/>
            </a:endParaRPr>
          </a:p>
        </p:txBody>
      </p:sp>
      <p:sp>
        <p:nvSpPr>
          <p:cNvPr id="356"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357" name="Picture 6_4"/>
          <p:cNvPicPr/>
          <p:nvPr/>
        </p:nvPicPr>
        <p:blipFill>
          <a:blip r:embed="rId3"/>
          <a:stretch/>
        </p:blipFill>
        <p:spPr>
          <a:xfrm>
            <a:off x="1394280" y="1816830"/>
            <a:ext cx="6320700" cy="3440610"/>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359"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FE6F3007-E603-4582-8F1B-6DA5EFE7446B}" type="slidenum">
              <a:rPr lang="en-US" sz="900" spc="-1">
                <a:solidFill>
                  <a:srgbClr val="8B8B8B"/>
                </a:solidFill>
                <a:latin typeface="Tahoma"/>
              </a:rPr>
              <a:t>23</a:t>
            </a:fld>
            <a:endParaRPr lang="en-IN" sz="900" spc="-1">
              <a:latin typeface="Times New Roman"/>
            </a:endParaRPr>
          </a:p>
        </p:txBody>
      </p:sp>
      <p:sp>
        <p:nvSpPr>
          <p:cNvPr id="360" name="CustomShape 3"/>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361" name="CustomShape 4"/>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362" name="CustomShape 5"/>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363" name="CustomShape 6"/>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364" name="CustomShape 7"/>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365" name="CustomShape 8"/>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366" name="CustomShape 9"/>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367" name="Line 10"/>
          <p:cNvSpPr/>
          <p:nvPr/>
        </p:nvSpPr>
        <p:spPr>
          <a:xfrm>
            <a:off x="1600020" y="282528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368" name="Line 11"/>
          <p:cNvSpPr/>
          <p:nvPr/>
        </p:nvSpPr>
        <p:spPr>
          <a:xfrm>
            <a:off x="1600020" y="485757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369" name="CustomShape 12"/>
          <p:cNvSpPr/>
          <p:nvPr/>
        </p:nvSpPr>
        <p:spPr>
          <a:xfrm>
            <a:off x="1628910" y="2894402"/>
            <a:ext cx="6057720" cy="1914819"/>
          </a:xfrm>
          <a:prstGeom prst="rect">
            <a:avLst/>
          </a:prstGeom>
          <a:solidFill>
            <a:srgbClr val="3333CC"/>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i="1" spc="-1">
                <a:solidFill>
                  <a:srgbClr val="FFFFFF"/>
                </a:solidFill>
                <a:latin typeface="Arial"/>
                <a:ea typeface="新細明體"/>
              </a:rPr>
              <a:t>The bytes of data being transferred in each connection are numbered by TCP.</a:t>
            </a:r>
            <a:endParaRPr lang="en-IN" sz="2400" spc="-1">
              <a:latin typeface="Arial"/>
            </a:endParaRPr>
          </a:p>
          <a:p>
            <a:pPr algn="ctr">
              <a:lnSpc>
                <a:spcPct val="100000"/>
              </a:lnSpc>
            </a:pPr>
            <a:endParaRPr lang="en-IN" sz="2400" spc="-1">
              <a:latin typeface="Arial"/>
            </a:endParaRPr>
          </a:p>
          <a:p>
            <a:pPr algn="ctr">
              <a:lnSpc>
                <a:spcPct val="100000"/>
              </a:lnSpc>
            </a:pPr>
            <a:r>
              <a:rPr lang="en-US" sz="2400" b="1" i="1" spc="-1">
                <a:solidFill>
                  <a:srgbClr val="FFFFFF"/>
                </a:solidFill>
                <a:latin typeface="Arial"/>
                <a:ea typeface="新細明體"/>
              </a:rPr>
              <a:t>The numbering starts with an  arbitrarily generated number. Uses 32 bits.</a:t>
            </a:r>
            <a:endParaRPr lang="en-IN" sz="2400" spc="-1">
              <a:latin typeface="Arial"/>
            </a:endParaRPr>
          </a:p>
        </p:txBody>
      </p:sp>
      <p:grpSp>
        <p:nvGrpSpPr>
          <p:cNvPr id="370" name="Group 13"/>
          <p:cNvGrpSpPr/>
          <p:nvPr/>
        </p:nvGrpSpPr>
        <p:grpSpPr>
          <a:xfrm>
            <a:off x="1600290" y="2343059"/>
            <a:ext cx="856980" cy="424710"/>
            <a:chOff x="2133720" y="1981080"/>
            <a:chExt cx="1142640" cy="566280"/>
          </a:xfrm>
        </p:grpSpPr>
        <p:pic>
          <p:nvPicPr>
            <p:cNvPr id="371" name="Picture 13_1"/>
            <p:cNvPicPr/>
            <p:nvPr/>
          </p:nvPicPr>
          <p:blipFill>
            <a:blip r:embed="rId3"/>
            <a:stretch/>
          </p:blipFill>
          <p:spPr>
            <a:xfrm>
              <a:off x="2133720" y="1981080"/>
              <a:ext cx="1142640" cy="566280"/>
            </a:xfrm>
            <a:prstGeom prst="rect">
              <a:avLst/>
            </a:prstGeom>
            <a:ln>
              <a:noFill/>
            </a:ln>
          </p:spPr>
        </p:pic>
        <p:sp>
          <p:nvSpPr>
            <p:cNvPr id="372" name="CustomShape 14"/>
            <p:cNvSpPr/>
            <p:nvPr/>
          </p:nvSpPr>
          <p:spPr>
            <a:xfrm>
              <a:off x="2268360" y="1981080"/>
              <a:ext cx="879984"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a:solidFill>
                    <a:srgbClr val="0563C1"/>
                  </a:solidFill>
                  <a:latin typeface="Times New Roman"/>
                  <a:ea typeface="新細明體"/>
                </a:rPr>
                <a:t>Note</a:t>
              </a:r>
              <a:endParaRPr lang="en-IN" sz="2100" spc="-1">
                <a:latin typeface="Arial"/>
              </a:endParaRPr>
            </a:p>
          </p:txBody>
        </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childTnLst>
                                </p:cTn>
                              </p:par>
                            </p:childTnLst>
                          </p:cTn>
                        </p:par>
                        <p:par>
                          <p:cTn id="7" fill="hold" nodeType="afterEffect">
                            <p:stCondLst>
                              <p:cond delay="0"/>
                            </p:stCondLst>
                            <p:childTnLst>
                              <p:par>
                                <p:cTn id="8" presetID="35" presetClass="emph" fill="hold" nodeType="afterEffect">
                                  <p:stCondLst>
                                    <p:cond delay="0"/>
                                  </p:stCondLst>
                                  <p:childTnLst>
                                    <p:anim calcmode="discrete" valueType="num">
                                      <p:cBhvr additive="repl">
                                        <p:cTn id="9" dur="500" fill="hold"/>
                                        <p:tgtEl>
                                          <p:spTgt spid="370"/>
                                        </p:tgtEl>
                                        <p:attrNameLst>
                                          <p:attrName>style.visibility</p:attrName>
                                        </p:attrNameLst>
                                      </p:cBhvr>
                                      <p:tavLst>
                                        <p:tav tm="0">
                                          <p:val>
                                            <p:strVal val="hidden"/>
                                          </p:val>
                                        </p:tav>
                                        <p:tav tm="50000">
                                          <p:val>
                                            <p:strVal val="visible"/>
                                          </p:val>
                                        </p:tav>
                                      </p:tavLst>
                                    </p:anim>
                                  </p:childTnLst>
                                </p:cTn>
                              </p:par>
                            </p:childTnLst>
                          </p:cTn>
                        </p:par>
                        <p:par>
                          <p:cTn id="10" fill="hold" nodeType="afterEffect">
                            <p:stCondLst>
                              <p:cond delay="1000"/>
                            </p:stCondLst>
                            <p:childTnLst>
                              <p:par>
                                <p:cTn id="11" presetID="5" presetClass="entr" presetSubtype="10" fill="hold" nodeType="afterEffect">
                                  <p:stCondLst>
                                    <p:cond delay="0"/>
                                  </p:stCondLst>
                                  <p:childTnLst>
                                    <p:set>
                                      <p:cBhvr>
                                        <p:cTn id="12" dur="1" fill="hold">
                                          <p:stCondLst>
                                            <p:cond delay="0"/>
                                          </p:stCondLst>
                                        </p:cTn>
                                        <p:tgtEl>
                                          <p:spTgt spid="367"/>
                                        </p:tgtEl>
                                        <p:attrNameLst>
                                          <p:attrName>style.visibility</p:attrName>
                                        </p:attrNameLst>
                                      </p:cBhvr>
                                      <p:to>
                                        <p:strVal val="visible"/>
                                      </p:to>
                                    </p:set>
                                    <p:animEffect transition="in" filter="checkerboard(across)">
                                      <p:cBhvr additive="repl">
                                        <p:cTn id="13" dur="500"/>
                                        <p:tgtEl>
                                          <p:spTgt spid="367"/>
                                        </p:tgtEl>
                                      </p:cBhvr>
                                    </p:animEffect>
                                  </p:childTnLst>
                                </p:cTn>
                              </p:par>
                            </p:childTnLst>
                          </p:cTn>
                        </p:par>
                        <p:par>
                          <p:cTn id="14" fill="hold" nodeType="afterEffect">
                            <p:stCondLst>
                              <p:cond delay="1500"/>
                            </p:stCondLst>
                            <p:childTnLst>
                              <p:par>
                                <p:cTn id="15" presetID="5" presetClass="entr" presetSubtype="10" fill="hold" nodeType="afterEffect">
                                  <p:stCondLst>
                                    <p:cond delay="0"/>
                                  </p:stCondLst>
                                  <p:childTnLst>
                                    <p:set>
                                      <p:cBhvr>
                                        <p:cTn id="16" dur="1" fill="hold">
                                          <p:stCondLst>
                                            <p:cond delay="0"/>
                                          </p:stCondLst>
                                        </p:cTn>
                                        <p:tgtEl>
                                          <p:spTgt spid="368"/>
                                        </p:tgtEl>
                                        <p:attrNameLst>
                                          <p:attrName>style.visibility</p:attrName>
                                        </p:attrNameLst>
                                      </p:cBhvr>
                                      <p:to>
                                        <p:strVal val="visible"/>
                                      </p:to>
                                    </p:set>
                                    <p:animEffect transition="in" filter="checkerboard(across)">
                                      <p:cBhvr additive="repl">
                                        <p:cTn id="17" dur="500"/>
                                        <p:tgtEl>
                                          <p:spTgt spid="368"/>
                                        </p:tgtEl>
                                      </p:cBhvr>
                                    </p:animEffect>
                                  </p:childTnLst>
                                </p:cTn>
                              </p:par>
                            </p:childTnLst>
                          </p:cTn>
                        </p:par>
                        <p:par>
                          <p:cTn id="18" fill="hold" nodeType="afterEffect">
                            <p:stCondLst>
                              <p:cond delay="2000"/>
                            </p:stCondLst>
                            <p:childTnLst>
                              <p:par>
                                <p:cTn id="19" presetID="5" presetClass="entr" presetSubtype="10" fill="hold" nodeType="afterEffect">
                                  <p:stCondLst>
                                    <p:cond delay="0"/>
                                  </p:stCondLst>
                                  <p:childTnLst>
                                    <p:set>
                                      <p:cBhvr>
                                        <p:cTn id="20" dur="1" fill="hold">
                                          <p:stCondLst>
                                            <p:cond delay="0"/>
                                          </p:stCondLst>
                                        </p:cTn>
                                        <p:tgtEl>
                                          <p:spTgt spid="369"/>
                                        </p:tgtEl>
                                        <p:attrNameLst>
                                          <p:attrName>style.visibility</p:attrName>
                                        </p:attrNameLst>
                                      </p:cBhvr>
                                      <p:to>
                                        <p:strVal val="visible"/>
                                      </p:to>
                                    </p:set>
                                    <p:animEffect transition="in" filter="checkerboard(across)">
                                      <p:cBhvr additive="repl">
                                        <p:cTn id="21" dur="500"/>
                                        <p:tgtEl>
                                          <p:spTgt spid="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374"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59144EDE-90D6-4532-B2DB-1354C48FB58E}" type="slidenum">
              <a:rPr lang="en-US" sz="900" spc="-1">
                <a:solidFill>
                  <a:srgbClr val="8B8B8B"/>
                </a:solidFill>
                <a:latin typeface="Tahoma"/>
              </a:rPr>
              <a:t>24</a:t>
            </a:fld>
            <a:endParaRPr lang="en-IN" sz="900" spc="-1">
              <a:latin typeface="Times New Roman"/>
            </a:endParaRPr>
          </a:p>
        </p:txBody>
      </p:sp>
      <p:sp>
        <p:nvSpPr>
          <p:cNvPr id="375" name="CustomShape 3"/>
          <p:cNvSpPr/>
          <p:nvPr/>
        </p:nvSpPr>
        <p:spPr>
          <a:xfrm>
            <a:off x="1200150" y="1379970"/>
            <a:ext cx="6657660" cy="22841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b="1" spc="-1">
                <a:solidFill>
                  <a:srgbClr val="000000"/>
                </a:solidFill>
                <a:latin typeface="Arial Unicode MS"/>
                <a:ea typeface="Arial Unicode MS"/>
              </a:rPr>
              <a:t>Suppose a TCP connection is transferring a file of 5,000 bytes. The first byte is numbered 10,001. What are the sequence numbers for each segment if data are sent in five segments, each carrying 1,000 bytes?</a:t>
            </a:r>
            <a:endParaRPr lang="en-IN" spc="-1">
              <a:latin typeface="Arial"/>
            </a:endParaRPr>
          </a:p>
          <a:p>
            <a:pPr algn="just">
              <a:lnSpc>
                <a:spcPct val="100000"/>
              </a:lnSpc>
            </a:pPr>
            <a:endParaRPr lang="en-IN" spc="-1">
              <a:latin typeface="Arial"/>
            </a:endParaRPr>
          </a:p>
          <a:p>
            <a:pPr algn="just">
              <a:lnSpc>
                <a:spcPct val="100000"/>
              </a:lnSpc>
            </a:pPr>
            <a:r>
              <a:rPr lang="en-US" b="1" i="1" spc="-1">
                <a:solidFill>
                  <a:srgbClr val="0563C1"/>
                </a:solidFill>
                <a:latin typeface="Arial Unicode MS"/>
                <a:ea typeface="Arial Unicode MS"/>
              </a:rPr>
              <a:t>Solution</a:t>
            </a:r>
            <a:endParaRPr lang="en-IN" spc="-1">
              <a:latin typeface="Arial"/>
            </a:endParaRPr>
          </a:p>
          <a:p>
            <a:pPr algn="just">
              <a:lnSpc>
                <a:spcPct val="100000"/>
              </a:lnSpc>
            </a:pPr>
            <a:r>
              <a:rPr lang="en-US" b="1" spc="-1">
                <a:solidFill>
                  <a:srgbClr val="000000"/>
                </a:solidFill>
                <a:latin typeface="Arial Unicode MS"/>
                <a:ea typeface="Arial Unicode MS"/>
              </a:rPr>
              <a:t>The following shows the sequence number for each segment:</a:t>
            </a:r>
            <a:endParaRPr lang="en-IN" spc="-1">
              <a:latin typeface="Arial"/>
            </a:endParaRPr>
          </a:p>
        </p:txBody>
      </p:sp>
      <p:grpSp>
        <p:nvGrpSpPr>
          <p:cNvPr id="376" name="Group 4"/>
          <p:cNvGrpSpPr/>
          <p:nvPr/>
        </p:nvGrpSpPr>
        <p:grpSpPr>
          <a:xfrm>
            <a:off x="1142910" y="857250"/>
            <a:ext cx="6857730" cy="456840"/>
            <a:chOff x="1523880" y="0"/>
            <a:chExt cx="9143640" cy="609120"/>
          </a:xfrm>
        </p:grpSpPr>
        <p:sp>
          <p:nvSpPr>
            <p:cNvPr id="377" name="CustomShape 5"/>
            <p:cNvSpPr/>
            <p:nvPr/>
          </p:nvSpPr>
          <p:spPr>
            <a:xfrm>
              <a:off x="1523880" y="0"/>
              <a:ext cx="9143640" cy="609120"/>
            </a:xfrm>
            <a:prstGeom prst="rect">
              <a:avLst/>
            </a:prstGeom>
            <a:solidFill>
              <a:srgbClr val="2CB843"/>
            </a:solidFill>
            <a:ln w="9360">
              <a:solidFill>
                <a:schemeClr val="folHlink"/>
              </a:solidFill>
              <a:miter/>
            </a:ln>
          </p:spPr>
          <p:style>
            <a:lnRef idx="0">
              <a:scrgbClr r="0" g="0" b="0"/>
            </a:lnRef>
            <a:fillRef idx="0">
              <a:scrgbClr r="0" g="0" b="0"/>
            </a:fillRef>
            <a:effectRef idx="0">
              <a:scrgbClr r="0" g="0" b="0"/>
            </a:effectRef>
            <a:fontRef idx="minor"/>
          </p:style>
        </p:sp>
        <p:sp>
          <p:nvSpPr>
            <p:cNvPr id="378" name="CustomShape 6"/>
            <p:cNvSpPr/>
            <p:nvPr/>
          </p:nvSpPr>
          <p:spPr>
            <a:xfrm>
              <a:off x="1566000" y="0"/>
              <a:ext cx="2455971" cy="583321"/>
            </a:xfrm>
            <a:prstGeom prst="rect">
              <a:avLst/>
            </a:prstGeom>
            <a:solidFill>
              <a:srgbClr val="2CB843"/>
            </a:solid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400" spc="-1">
                  <a:solidFill>
                    <a:srgbClr val="FFFFFF"/>
                  </a:solidFill>
                  <a:latin typeface="Times New Roman"/>
                  <a:ea typeface="新細明體"/>
                </a:rPr>
                <a:t>Example 15.1</a:t>
              </a:r>
              <a:endParaRPr lang="en-IN" sz="2400" spc="-1">
                <a:latin typeface="Arial"/>
              </a:endParaRPr>
            </a:p>
          </p:txBody>
        </p:sp>
      </p:grpSp>
      <p:pic>
        <p:nvPicPr>
          <p:cNvPr id="379" name="Picture 8_1"/>
          <p:cNvPicPr/>
          <p:nvPr/>
        </p:nvPicPr>
        <p:blipFill>
          <a:blip r:embed="rId3"/>
          <a:stretch/>
        </p:blipFill>
        <p:spPr>
          <a:xfrm>
            <a:off x="1300050" y="3778920"/>
            <a:ext cx="6531570" cy="1333260"/>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381"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F7CD292B-1CD1-418D-AA84-C1B810024836}" type="slidenum">
              <a:rPr lang="en-US" sz="900" spc="-1">
                <a:solidFill>
                  <a:srgbClr val="8B8B8B"/>
                </a:solidFill>
                <a:latin typeface="Tahoma"/>
              </a:rPr>
              <a:t>25</a:t>
            </a:fld>
            <a:endParaRPr lang="en-IN" sz="900" spc="-1">
              <a:latin typeface="Times New Roman"/>
            </a:endParaRPr>
          </a:p>
        </p:txBody>
      </p:sp>
      <p:sp>
        <p:nvSpPr>
          <p:cNvPr id="382" name="CustomShape 3"/>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383" name="CustomShape 4"/>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384" name="CustomShape 5"/>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385" name="CustomShape 6"/>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386" name="CustomShape 7"/>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387" name="CustomShape 8"/>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388" name="CustomShape 9"/>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389" name="Line 10"/>
          <p:cNvSpPr/>
          <p:nvPr/>
        </p:nvSpPr>
        <p:spPr>
          <a:xfrm>
            <a:off x="1600020" y="282528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390" name="Line 11"/>
          <p:cNvSpPr/>
          <p:nvPr/>
        </p:nvSpPr>
        <p:spPr>
          <a:xfrm>
            <a:off x="1600020" y="451467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391" name="CustomShape 12"/>
          <p:cNvSpPr/>
          <p:nvPr/>
        </p:nvSpPr>
        <p:spPr>
          <a:xfrm>
            <a:off x="1628910" y="2894401"/>
            <a:ext cx="6057720" cy="1545487"/>
          </a:xfrm>
          <a:prstGeom prst="rect">
            <a:avLst/>
          </a:prstGeom>
          <a:solidFill>
            <a:srgbClr val="3333CC"/>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i="1" spc="-1">
                <a:solidFill>
                  <a:srgbClr val="FFFFFF"/>
                </a:solidFill>
                <a:latin typeface="Arial"/>
                <a:ea typeface="新細明體"/>
              </a:rPr>
              <a:t>The value in the sequence number </a:t>
            </a:r>
            <a:br>
              <a:rPr sz="1350"/>
            </a:br>
            <a:r>
              <a:rPr lang="en-US" sz="2400" b="1" i="1" spc="-1">
                <a:solidFill>
                  <a:srgbClr val="FFFFFF"/>
                </a:solidFill>
                <a:latin typeface="Arial"/>
                <a:ea typeface="新細明體"/>
              </a:rPr>
              <a:t>field of a segment defines the number assigned to the first data byte </a:t>
            </a:r>
            <a:br>
              <a:rPr sz="1350"/>
            </a:br>
            <a:r>
              <a:rPr lang="en-US" sz="2400" b="1" i="1" spc="-1">
                <a:solidFill>
                  <a:srgbClr val="FFFFFF"/>
                </a:solidFill>
                <a:latin typeface="Arial"/>
                <a:ea typeface="新細明體"/>
              </a:rPr>
              <a:t>contained in that segment.</a:t>
            </a:r>
            <a:endParaRPr lang="en-IN" sz="2400" spc="-1">
              <a:latin typeface="Arial"/>
            </a:endParaRPr>
          </a:p>
        </p:txBody>
      </p:sp>
      <p:grpSp>
        <p:nvGrpSpPr>
          <p:cNvPr id="392" name="Group 13"/>
          <p:cNvGrpSpPr/>
          <p:nvPr/>
        </p:nvGrpSpPr>
        <p:grpSpPr>
          <a:xfrm>
            <a:off x="1600290" y="2343059"/>
            <a:ext cx="856980" cy="424710"/>
            <a:chOff x="2133720" y="1981080"/>
            <a:chExt cx="1142640" cy="566280"/>
          </a:xfrm>
        </p:grpSpPr>
        <p:pic>
          <p:nvPicPr>
            <p:cNvPr id="393" name="Picture 13_0"/>
            <p:cNvPicPr/>
            <p:nvPr/>
          </p:nvPicPr>
          <p:blipFill>
            <a:blip r:embed="rId3"/>
            <a:stretch/>
          </p:blipFill>
          <p:spPr>
            <a:xfrm>
              <a:off x="2133720" y="1981080"/>
              <a:ext cx="1142640" cy="566280"/>
            </a:xfrm>
            <a:prstGeom prst="rect">
              <a:avLst/>
            </a:prstGeom>
            <a:ln>
              <a:noFill/>
            </a:ln>
          </p:spPr>
        </p:pic>
        <p:sp>
          <p:nvSpPr>
            <p:cNvPr id="394" name="CustomShape 14"/>
            <p:cNvSpPr/>
            <p:nvPr/>
          </p:nvSpPr>
          <p:spPr>
            <a:xfrm>
              <a:off x="2268360" y="1981080"/>
              <a:ext cx="879984"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a:solidFill>
                    <a:srgbClr val="0563C1"/>
                  </a:solidFill>
                  <a:latin typeface="Times New Roman"/>
                  <a:ea typeface="新細明體"/>
                </a:rPr>
                <a:t>Note</a:t>
              </a:r>
              <a:endParaRPr lang="en-IN" sz="2100" spc="-1">
                <a:latin typeface="Arial"/>
              </a:endParaRPr>
            </a:p>
          </p:txBody>
        </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childTnLst>
                                </p:cTn>
                              </p:par>
                            </p:childTnLst>
                          </p:cTn>
                        </p:par>
                        <p:par>
                          <p:cTn id="7" fill="hold" nodeType="afterEffect">
                            <p:stCondLst>
                              <p:cond delay="0"/>
                            </p:stCondLst>
                            <p:childTnLst>
                              <p:par>
                                <p:cTn id="8" presetID="35" presetClass="emph" fill="hold" nodeType="afterEffect">
                                  <p:stCondLst>
                                    <p:cond delay="0"/>
                                  </p:stCondLst>
                                  <p:childTnLst>
                                    <p:anim calcmode="discrete" valueType="num">
                                      <p:cBhvr additive="repl">
                                        <p:cTn id="9" dur="500" fill="hold"/>
                                        <p:tgtEl>
                                          <p:spTgt spid="392"/>
                                        </p:tgtEl>
                                        <p:attrNameLst>
                                          <p:attrName>style.visibility</p:attrName>
                                        </p:attrNameLst>
                                      </p:cBhvr>
                                      <p:tavLst>
                                        <p:tav tm="0">
                                          <p:val>
                                            <p:strVal val="hidden"/>
                                          </p:val>
                                        </p:tav>
                                        <p:tav tm="50000">
                                          <p:val>
                                            <p:strVal val="visible"/>
                                          </p:val>
                                        </p:tav>
                                      </p:tavLst>
                                    </p:anim>
                                  </p:childTnLst>
                                </p:cTn>
                              </p:par>
                            </p:childTnLst>
                          </p:cTn>
                        </p:par>
                        <p:par>
                          <p:cTn id="10" fill="hold" nodeType="afterEffect">
                            <p:stCondLst>
                              <p:cond delay="1000"/>
                            </p:stCondLst>
                            <p:childTnLst>
                              <p:par>
                                <p:cTn id="11" presetID="5" presetClass="entr" presetSubtype="10" fill="hold" nodeType="afterEffect">
                                  <p:stCondLst>
                                    <p:cond delay="0"/>
                                  </p:stCondLst>
                                  <p:childTnLst>
                                    <p:set>
                                      <p:cBhvr>
                                        <p:cTn id="12" dur="1" fill="hold">
                                          <p:stCondLst>
                                            <p:cond delay="0"/>
                                          </p:stCondLst>
                                        </p:cTn>
                                        <p:tgtEl>
                                          <p:spTgt spid="389"/>
                                        </p:tgtEl>
                                        <p:attrNameLst>
                                          <p:attrName>style.visibility</p:attrName>
                                        </p:attrNameLst>
                                      </p:cBhvr>
                                      <p:to>
                                        <p:strVal val="visible"/>
                                      </p:to>
                                    </p:set>
                                    <p:animEffect transition="in" filter="checkerboard(across)">
                                      <p:cBhvr additive="repl">
                                        <p:cTn id="13" dur="500"/>
                                        <p:tgtEl>
                                          <p:spTgt spid="389"/>
                                        </p:tgtEl>
                                      </p:cBhvr>
                                    </p:animEffect>
                                  </p:childTnLst>
                                </p:cTn>
                              </p:par>
                            </p:childTnLst>
                          </p:cTn>
                        </p:par>
                        <p:par>
                          <p:cTn id="14" fill="hold" nodeType="afterEffect">
                            <p:stCondLst>
                              <p:cond delay="1500"/>
                            </p:stCondLst>
                            <p:childTnLst>
                              <p:par>
                                <p:cTn id="15" presetID="5" presetClass="entr" presetSubtype="10" fill="hold" nodeType="afterEffect">
                                  <p:stCondLst>
                                    <p:cond delay="0"/>
                                  </p:stCondLst>
                                  <p:childTnLst>
                                    <p:set>
                                      <p:cBhvr>
                                        <p:cTn id="16" dur="1" fill="hold">
                                          <p:stCondLst>
                                            <p:cond delay="0"/>
                                          </p:stCondLst>
                                        </p:cTn>
                                        <p:tgtEl>
                                          <p:spTgt spid="390"/>
                                        </p:tgtEl>
                                        <p:attrNameLst>
                                          <p:attrName>style.visibility</p:attrName>
                                        </p:attrNameLst>
                                      </p:cBhvr>
                                      <p:to>
                                        <p:strVal val="visible"/>
                                      </p:to>
                                    </p:set>
                                    <p:animEffect transition="in" filter="checkerboard(across)">
                                      <p:cBhvr additive="repl">
                                        <p:cTn id="17" dur="500"/>
                                        <p:tgtEl>
                                          <p:spTgt spid="390"/>
                                        </p:tgtEl>
                                      </p:cBhvr>
                                    </p:animEffect>
                                  </p:childTnLst>
                                </p:cTn>
                              </p:par>
                            </p:childTnLst>
                          </p:cTn>
                        </p:par>
                        <p:par>
                          <p:cTn id="18" fill="hold" nodeType="afterEffect">
                            <p:stCondLst>
                              <p:cond delay="2000"/>
                            </p:stCondLst>
                            <p:childTnLst>
                              <p:par>
                                <p:cTn id="19" presetID="5" presetClass="entr" presetSubtype="10" fill="hold" nodeType="afterEffect">
                                  <p:stCondLst>
                                    <p:cond delay="0"/>
                                  </p:stCondLst>
                                  <p:childTnLst>
                                    <p:set>
                                      <p:cBhvr>
                                        <p:cTn id="20" dur="1" fill="hold">
                                          <p:stCondLst>
                                            <p:cond delay="0"/>
                                          </p:stCondLst>
                                        </p:cTn>
                                        <p:tgtEl>
                                          <p:spTgt spid="391"/>
                                        </p:tgtEl>
                                        <p:attrNameLst>
                                          <p:attrName>style.visibility</p:attrName>
                                        </p:attrNameLst>
                                      </p:cBhvr>
                                      <p:to>
                                        <p:strVal val="visible"/>
                                      </p:to>
                                    </p:set>
                                    <p:animEffect transition="in" filter="checkerboard(across)">
                                      <p:cBhvr additive="repl">
                                        <p:cTn id="21" dur="500"/>
                                        <p:tgtEl>
                                          <p:spTgt spid="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396"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976A6AD9-BA76-4955-9ABF-6BB9C9188335}" type="slidenum">
              <a:rPr lang="en-US" sz="900" spc="-1">
                <a:solidFill>
                  <a:srgbClr val="8B8B8B"/>
                </a:solidFill>
                <a:latin typeface="Tahoma"/>
              </a:rPr>
              <a:t>26</a:t>
            </a:fld>
            <a:endParaRPr lang="en-IN" sz="900" spc="-1">
              <a:latin typeface="Times New Roman"/>
            </a:endParaRPr>
          </a:p>
        </p:txBody>
      </p:sp>
      <p:sp>
        <p:nvSpPr>
          <p:cNvPr id="397" name="CustomShape 3"/>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398" name="CustomShape 4"/>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399" name="CustomShape 5"/>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400" name="CustomShape 6"/>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401" name="CustomShape 7"/>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402" name="CustomShape 8"/>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403" name="CustomShape 9"/>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404" name="Line 10"/>
          <p:cNvSpPr/>
          <p:nvPr/>
        </p:nvSpPr>
        <p:spPr>
          <a:xfrm>
            <a:off x="1600020" y="282528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405" name="Line 11"/>
          <p:cNvSpPr/>
          <p:nvPr/>
        </p:nvSpPr>
        <p:spPr>
          <a:xfrm>
            <a:off x="1600020" y="525771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406" name="CustomShape 12"/>
          <p:cNvSpPr/>
          <p:nvPr/>
        </p:nvSpPr>
        <p:spPr>
          <a:xfrm>
            <a:off x="1628910" y="2894401"/>
            <a:ext cx="6057720" cy="2284150"/>
          </a:xfrm>
          <a:prstGeom prst="rect">
            <a:avLst/>
          </a:prstGeom>
          <a:solidFill>
            <a:srgbClr val="3333CC"/>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i="1" spc="-1">
                <a:solidFill>
                  <a:srgbClr val="FFFFFF"/>
                </a:solidFill>
                <a:latin typeface="Arial"/>
                <a:ea typeface="新細明體"/>
              </a:rPr>
              <a:t>The value of the acknowledgment field in a segment defines the number of the next byte a party expects to receive. </a:t>
            </a:r>
            <a:endParaRPr lang="en-IN" sz="2400" spc="-1">
              <a:latin typeface="Arial"/>
            </a:endParaRPr>
          </a:p>
          <a:p>
            <a:pPr algn="ctr">
              <a:lnSpc>
                <a:spcPct val="100000"/>
              </a:lnSpc>
            </a:pPr>
            <a:endParaRPr lang="en-IN" sz="2400" spc="-1">
              <a:latin typeface="Arial"/>
            </a:endParaRPr>
          </a:p>
          <a:p>
            <a:pPr algn="ctr">
              <a:lnSpc>
                <a:spcPct val="100000"/>
              </a:lnSpc>
            </a:pPr>
            <a:r>
              <a:rPr lang="en-US" sz="2400" b="1" i="1" spc="-1">
                <a:solidFill>
                  <a:srgbClr val="FFFFFF"/>
                </a:solidFill>
                <a:latin typeface="Arial"/>
                <a:ea typeface="新細明體"/>
              </a:rPr>
              <a:t>The acknowledgment number is cumulative.</a:t>
            </a:r>
            <a:endParaRPr lang="en-IN" sz="2400" spc="-1">
              <a:latin typeface="Arial"/>
            </a:endParaRPr>
          </a:p>
        </p:txBody>
      </p:sp>
      <p:grpSp>
        <p:nvGrpSpPr>
          <p:cNvPr id="407" name="Group 13"/>
          <p:cNvGrpSpPr/>
          <p:nvPr/>
        </p:nvGrpSpPr>
        <p:grpSpPr>
          <a:xfrm>
            <a:off x="1600290" y="2343059"/>
            <a:ext cx="856980" cy="424710"/>
            <a:chOff x="2133720" y="1981080"/>
            <a:chExt cx="1142640" cy="566280"/>
          </a:xfrm>
        </p:grpSpPr>
        <p:pic>
          <p:nvPicPr>
            <p:cNvPr id="408" name="Picture 13_3"/>
            <p:cNvPicPr/>
            <p:nvPr/>
          </p:nvPicPr>
          <p:blipFill>
            <a:blip r:embed="rId3"/>
            <a:stretch/>
          </p:blipFill>
          <p:spPr>
            <a:xfrm>
              <a:off x="2133720" y="1981080"/>
              <a:ext cx="1142640" cy="566280"/>
            </a:xfrm>
            <a:prstGeom prst="rect">
              <a:avLst/>
            </a:prstGeom>
            <a:ln>
              <a:noFill/>
            </a:ln>
          </p:spPr>
        </p:pic>
        <p:sp>
          <p:nvSpPr>
            <p:cNvPr id="409" name="CustomShape 14"/>
            <p:cNvSpPr/>
            <p:nvPr/>
          </p:nvSpPr>
          <p:spPr>
            <a:xfrm>
              <a:off x="2268360" y="1981080"/>
              <a:ext cx="879984"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a:solidFill>
                    <a:srgbClr val="0563C1"/>
                  </a:solidFill>
                  <a:latin typeface="Times New Roman"/>
                  <a:ea typeface="新細明體"/>
                </a:rPr>
                <a:t>Note</a:t>
              </a:r>
              <a:endParaRPr lang="en-IN" sz="2100" spc="-1">
                <a:latin typeface="Arial"/>
              </a:endParaRPr>
            </a:p>
          </p:txBody>
        </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childTnLst>
                                </p:cTn>
                              </p:par>
                            </p:childTnLst>
                          </p:cTn>
                        </p:par>
                        <p:par>
                          <p:cTn id="7" fill="hold" nodeType="afterEffect">
                            <p:stCondLst>
                              <p:cond delay="0"/>
                            </p:stCondLst>
                            <p:childTnLst>
                              <p:par>
                                <p:cTn id="8" presetID="35" presetClass="emph" fill="hold" nodeType="afterEffect">
                                  <p:stCondLst>
                                    <p:cond delay="0"/>
                                  </p:stCondLst>
                                  <p:childTnLst>
                                    <p:anim calcmode="discrete" valueType="num">
                                      <p:cBhvr additive="repl">
                                        <p:cTn id="9" dur="500" fill="hold"/>
                                        <p:tgtEl>
                                          <p:spTgt spid="407"/>
                                        </p:tgtEl>
                                        <p:attrNameLst>
                                          <p:attrName>style.visibility</p:attrName>
                                        </p:attrNameLst>
                                      </p:cBhvr>
                                      <p:tavLst>
                                        <p:tav tm="0">
                                          <p:val>
                                            <p:strVal val="hidden"/>
                                          </p:val>
                                        </p:tav>
                                        <p:tav tm="50000">
                                          <p:val>
                                            <p:strVal val="visible"/>
                                          </p:val>
                                        </p:tav>
                                      </p:tavLst>
                                    </p:anim>
                                  </p:childTnLst>
                                </p:cTn>
                              </p:par>
                            </p:childTnLst>
                          </p:cTn>
                        </p:par>
                        <p:par>
                          <p:cTn id="10" fill="hold" nodeType="afterEffect">
                            <p:stCondLst>
                              <p:cond delay="1000"/>
                            </p:stCondLst>
                            <p:childTnLst>
                              <p:par>
                                <p:cTn id="11" presetID="5" presetClass="entr" presetSubtype="10" fill="hold" nodeType="afterEffect">
                                  <p:stCondLst>
                                    <p:cond delay="0"/>
                                  </p:stCondLst>
                                  <p:childTnLst>
                                    <p:set>
                                      <p:cBhvr>
                                        <p:cTn id="12" dur="1" fill="hold">
                                          <p:stCondLst>
                                            <p:cond delay="0"/>
                                          </p:stCondLst>
                                        </p:cTn>
                                        <p:tgtEl>
                                          <p:spTgt spid="404"/>
                                        </p:tgtEl>
                                        <p:attrNameLst>
                                          <p:attrName>style.visibility</p:attrName>
                                        </p:attrNameLst>
                                      </p:cBhvr>
                                      <p:to>
                                        <p:strVal val="visible"/>
                                      </p:to>
                                    </p:set>
                                    <p:animEffect transition="in" filter="checkerboard(across)">
                                      <p:cBhvr additive="repl">
                                        <p:cTn id="13" dur="500"/>
                                        <p:tgtEl>
                                          <p:spTgt spid="404"/>
                                        </p:tgtEl>
                                      </p:cBhvr>
                                    </p:animEffect>
                                  </p:childTnLst>
                                </p:cTn>
                              </p:par>
                            </p:childTnLst>
                          </p:cTn>
                        </p:par>
                        <p:par>
                          <p:cTn id="14" fill="hold" nodeType="afterEffect">
                            <p:stCondLst>
                              <p:cond delay="1500"/>
                            </p:stCondLst>
                            <p:childTnLst>
                              <p:par>
                                <p:cTn id="15" presetID="5" presetClass="entr" presetSubtype="10" fill="hold" nodeType="afterEffect">
                                  <p:stCondLst>
                                    <p:cond delay="0"/>
                                  </p:stCondLst>
                                  <p:childTnLst>
                                    <p:set>
                                      <p:cBhvr>
                                        <p:cTn id="16" dur="1" fill="hold">
                                          <p:stCondLst>
                                            <p:cond delay="0"/>
                                          </p:stCondLst>
                                        </p:cTn>
                                        <p:tgtEl>
                                          <p:spTgt spid="405"/>
                                        </p:tgtEl>
                                        <p:attrNameLst>
                                          <p:attrName>style.visibility</p:attrName>
                                        </p:attrNameLst>
                                      </p:cBhvr>
                                      <p:to>
                                        <p:strVal val="visible"/>
                                      </p:to>
                                    </p:set>
                                    <p:animEffect transition="in" filter="checkerboard(across)">
                                      <p:cBhvr additive="repl">
                                        <p:cTn id="17" dur="500"/>
                                        <p:tgtEl>
                                          <p:spTgt spid="405"/>
                                        </p:tgtEl>
                                      </p:cBhvr>
                                    </p:animEffect>
                                  </p:childTnLst>
                                </p:cTn>
                              </p:par>
                            </p:childTnLst>
                          </p:cTn>
                        </p:par>
                        <p:par>
                          <p:cTn id="18" fill="hold" nodeType="afterEffect">
                            <p:stCondLst>
                              <p:cond delay="2000"/>
                            </p:stCondLst>
                            <p:childTnLst>
                              <p:par>
                                <p:cTn id="19" presetID="5" presetClass="entr" presetSubtype="10" fill="hold" nodeType="afterEffect">
                                  <p:stCondLst>
                                    <p:cond delay="0"/>
                                  </p:stCondLst>
                                  <p:childTnLst>
                                    <p:set>
                                      <p:cBhvr>
                                        <p:cTn id="20" dur="1" fill="hold">
                                          <p:stCondLst>
                                            <p:cond delay="0"/>
                                          </p:stCondLst>
                                        </p:cTn>
                                        <p:tgtEl>
                                          <p:spTgt spid="406"/>
                                        </p:tgtEl>
                                        <p:attrNameLst>
                                          <p:attrName>style.visibility</p:attrName>
                                        </p:attrNameLst>
                                      </p:cBhvr>
                                      <p:to>
                                        <p:strVal val="visible"/>
                                      </p:to>
                                    </p:set>
                                    <p:animEffect transition="in" filter="checkerboard(across)">
                                      <p:cBhvr additive="repl">
                                        <p:cTn id="21" dur="5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11"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84089180-9F2C-42CB-A02F-8739C26E8858}" type="slidenum">
              <a:rPr lang="en-US" sz="900" spc="-1">
                <a:solidFill>
                  <a:srgbClr val="8B8B8B"/>
                </a:solidFill>
                <a:latin typeface="Tahoma"/>
              </a:rPr>
              <a:t>27</a:t>
            </a:fld>
            <a:endParaRPr lang="en-IN" sz="900" spc="-1">
              <a:latin typeface="Times New Roman"/>
            </a:endParaRPr>
          </a:p>
        </p:txBody>
      </p:sp>
      <p:sp>
        <p:nvSpPr>
          <p:cNvPr id="412" name="CustomShape 3"/>
          <p:cNvSpPr/>
          <p:nvPr/>
        </p:nvSpPr>
        <p:spPr>
          <a:xfrm>
            <a:off x="1142910" y="857250"/>
            <a:ext cx="6857730" cy="1028430"/>
          </a:xfrm>
          <a:prstGeom prst="rect">
            <a:avLst/>
          </a:prstGeom>
          <a:solidFill>
            <a:srgbClr val="33CCFF"/>
          </a:solidFill>
          <a:ln w="9360">
            <a:solidFill>
              <a:schemeClr val="tx1"/>
            </a:solidFill>
            <a:miter/>
          </a:ln>
        </p:spPr>
        <p:style>
          <a:lnRef idx="0">
            <a:scrgbClr r="0" g="0" b="0"/>
          </a:lnRef>
          <a:fillRef idx="0">
            <a:scrgbClr r="0" g="0" b="0"/>
          </a:fillRef>
          <a:effectRef idx="0">
            <a:scrgbClr r="0" g="0" b="0"/>
          </a:effectRef>
          <a:fontRef idx="minor"/>
        </p:style>
      </p:sp>
      <p:sp>
        <p:nvSpPr>
          <p:cNvPr id="413" name="CustomShape 4"/>
          <p:cNvSpPr/>
          <p:nvPr/>
        </p:nvSpPr>
        <p:spPr>
          <a:xfrm>
            <a:off x="1317604" y="1124013"/>
            <a:ext cx="1866664" cy="483658"/>
          </a:xfrm>
          <a:prstGeom prst="rect">
            <a:avLst/>
          </a:prstGeom>
          <a:solidFill>
            <a:schemeClr val="folHlink"/>
          </a:solidFill>
          <a:ln w="9360">
            <a:solidFill>
              <a:schemeClr val="folHlink"/>
            </a:solidFill>
            <a:miter/>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700" b="1" spc="-1" dirty="0">
                <a:solidFill>
                  <a:srgbClr val="FFFFFF"/>
                </a:solidFill>
                <a:latin typeface="Times New Roman"/>
                <a:ea typeface="新細明體"/>
              </a:rPr>
              <a:t>SEGMENT</a:t>
            </a:r>
            <a:endParaRPr lang="en-IN" sz="2700" spc="-1" dirty="0">
              <a:latin typeface="Arial"/>
            </a:endParaRPr>
          </a:p>
        </p:txBody>
      </p:sp>
      <p:sp>
        <p:nvSpPr>
          <p:cNvPr id="414" name="CustomShape 5"/>
          <p:cNvSpPr/>
          <p:nvPr/>
        </p:nvSpPr>
        <p:spPr>
          <a:xfrm>
            <a:off x="7315110" y="5657850"/>
            <a:ext cx="137970" cy="274860"/>
          </a:xfrm>
          <a:prstGeom prst="rect">
            <a:avLst/>
          </a:prstGeom>
          <a:noFill/>
          <a:ln>
            <a:noFill/>
          </a:ln>
        </p:spPr>
        <p:style>
          <a:lnRef idx="0">
            <a:scrgbClr r="0" g="0" b="0"/>
          </a:lnRef>
          <a:fillRef idx="0">
            <a:scrgbClr r="0" g="0" b="0"/>
          </a:fillRef>
          <a:effectRef idx="0">
            <a:scrgbClr r="0" g="0" b="0"/>
          </a:effectRef>
          <a:fontRef idx="minor"/>
        </p:style>
      </p:sp>
      <p:sp>
        <p:nvSpPr>
          <p:cNvPr id="415" name="CustomShape 6"/>
          <p:cNvSpPr/>
          <p:nvPr/>
        </p:nvSpPr>
        <p:spPr>
          <a:xfrm>
            <a:off x="1428840" y="2000160"/>
            <a:ext cx="6400620" cy="1037655"/>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sz="2100" b="1" spc="-1">
                <a:solidFill>
                  <a:srgbClr val="000000"/>
                </a:solidFill>
                <a:latin typeface="Arial Unicode MS"/>
                <a:ea typeface="Arial Unicode MS"/>
              </a:rPr>
              <a:t>Before discussing TCP in more detail, let us discuss the TCP packets themselves. A packet in TCP is called a segment.</a:t>
            </a:r>
            <a:endParaRPr lang="en-IN" sz="2100"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BFE1C167-D8DD-4C03-89E8-D8891E1E98A3}" type="slidenum">
              <a:rPr lang="en-US" sz="900" spc="-1">
                <a:solidFill>
                  <a:srgbClr val="8B8B8B"/>
                </a:solidFill>
                <a:latin typeface="Calibri"/>
              </a:rPr>
              <a:t>28</a:t>
            </a:fld>
            <a:endParaRPr lang="en-IN" sz="900" spc="-1">
              <a:latin typeface="Times New Roman"/>
            </a:endParaRPr>
          </a:p>
        </p:txBody>
      </p:sp>
      <p:sp>
        <p:nvSpPr>
          <p:cNvPr id="417"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418"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419" name="CustomShape 4"/>
          <p:cNvSpPr/>
          <p:nvPr/>
        </p:nvSpPr>
        <p:spPr>
          <a:xfrm>
            <a:off x="1377813" y="1142913"/>
            <a:ext cx="1722330"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TCP segment format</a:t>
            </a:r>
            <a:endParaRPr lang="en-IN" sz="1500" spc="-1">
              <a:latin typeface="Arial"/>
            </a:endParaRPr>
          </a:p>
        </p:txBody>
      </p:sp>
      <p:sp>
        <p:nvSpPr>
          <p:cNvPr id="420"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421" name="Picture 6_5"/>
          <p:cNvPicPr/>
          <p:nvPr/>
        </p:nvPicPr>
        <p:blipFill>
          <a:blip r:embed="rId3"/>
          <a:stretch/>
        </p:blipFill>
        <p:spPr>
          <a:xfrm>
            <a:off x="1314360" y="1714500"/>
            <a:ext cx="6581520" cy="3716820"/>
          </a:xfrm>
          <a:prstGeom prst="rect">
            <a:avLst/>
          </a:prstGeom>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3F9C241D-558B-462B-ACBD-6F26CE755CE1}" type="slidenum">
              <a:rPr lang="en-US" sz="900" spc="-1">
                <a:solidFill>
                  <a:srgbClr val="8B8B8B"/>
                </a:solidFill>
                <a:latin typeface="Calibri"/>
              </a:rPr>
              <a:t>29</a:t>
            </a:fld>
            <a:endParaRPr lang="en-IN" sz="900" spc="-1">
              <a:latin typeface="Times New Roman"/>
            </a:endParaRPr>
          </a:p>
        </p:txBody>
      </p:sp>
      <p:sp>
        <p:nvSpPr>
          <p:cNvPr id="423"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424"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425" name="CustomShape 4"/>
          <p:cNvSpPr/>
          <p:nvPr/>
        </p:nvSpPr>
        <p:spPr>
          <a:xfrm>
            <a:off x="1375112" y="1142913"/>
            <a:ext cx="1113381"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Control field</a:t>
            </a:r>
            <a:endParaRPr lang="en-IN" sz="1500" spc="-1">
              <a:latin typeface="Arial"/>
            </a:endParaRPr>
          </a:p>
        </p:txBody>
      </p:sp>
      <p:sp>
        <p:nvSpPr>
          <p:cNvPr id="426"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427" name="Picture 6_6"/>
          <p:cNvPicPr/>
          <p:nvPr/>
        </p:nvPicPr>
        <p:blipFill>
          <a:blip r:embed="rId3"/>
          <a:stretch/>
        </p:blipFill>
        <p:spPr>
          <a:xfrm>
            <a:off x="1352430" y="2711070"/>
            <a:ext cx="6362550" cy="1346220"/>
          </a:xfrm>
          <a:prstGeom prst="rect">
            <a:avLst/>
          </a:prstGeom>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410CB30B-84D4-430B-A0D3-051EA5258472}" type="slidenum">
              <a:rPr lang="en-US" sz="900" spc="-1">
                <a:solidFill>
                  <a:srgbClr val="8B8B8B"/>
                </a:solidFill>
                <a:latin typeface="Calibri"/>
              </a:rPr>
              <a:t>30</a:t>
            </a:fld>
            <a:endParaRPr lang="en-IN" sz="900" spc="-1">
              <a:latin typeface="Times New Roman"/>
            </a:endParaRPr>
          </a:p>
        </p:txBody>
      </p:sp>
      <p:sp>
        <p:nvSpPr>
          <p:cNvPr id="429" name="CustomShape 2"/>
          <p:cNvSpPr/>
          <p:nvPr/>
        </p:nvSpPr>
        <p:spPr>
          <a:xfrm>
            <a:off x="1893243" y="1543053"/>
            <a:ext cx="3119956"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Description of flags in the control field</a:t>
            </a:r>
            <a:endParaRPr lang="en-IN" sz="1500" spc="-1">
              <a:latin typeface="Arial"/>
            </a:endParaRPr>
          </a:p>
        </p:txBody>
      </p:sp>
      <p:pic>
        <p:nvPicPr>
          <p:cNvPr id="430" name="Picture 4_2"/>
          <p:cNvPicPr/>
          <p:nvPr/>
        </p:nvPicPr>
        <p:blipFill>
          <a:blip r:embed="rId3"/>
          <a:stretch/>
        </p:blipFill>
        <p:spPr>
          <a:xfrm>
            <a:off x="1050146" y="1968790"/>
            <a:ext cx="7455877" cy="3458697"/>
          </a:xfrm>
          <a:prstGeom prst="rect">
            <a:avLst/>
          </a:prstGeom>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32"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B74CD9A2-7A99-4F4A-8CC8-5D1D6FB3B57E}" type="slidenum">
              <a:rPr lang="en-US" sz="900" spc="-1">
                <a:solidFill>
                  <a:srgbClr val="8B8B8B"/>
                </a:solidFill>
                <a:latin typeface="Tahoma"/>
              </a:rPr>
              <a:t>31</a:t>
            </a:fld>
            <a:endParaRPr lang="en-IN" sz="900" spc="-1">
              <a:latin typeface="Times New Roman"/>
            </a:endParaRPr>
          </a:p>
        </p:txBody>
      </p:sp>
      <p:sp>
        <p:nvSpPr>
          <p:cNvPr id="433" name="CustomShape 3"/>
          <p:cNvSpPr/>
          <p:nvPr/>
        </p:nvSpPr>
        <p:spPr>
          <a:xfrm>
            <a:off x="1142910" y="857250"/>
            <a:ext cx="6857730" cy="1028430"/>
          </a:xfrm>
          <a:prstGeom prst="rect">
            <a:avLst/>
          </a:prstGeom>
          <a:solidFill>
            <a:srgbClr val="33CCFF"/>
          </a:solidFill>
          <a:ln w="9360">
            <a:solidFill>
              <a:schemeClr val="tx1"/>
            </a:solidFill>
            <a:miter/>
          </a:ln>
        </p:spPr>
        <p:style>
          <a:lnRef idx="0">
            <a:scrgbClr r="0" g="0" b="0"/>
          </a:lnRef>
          <a:fillRef idx="0">
            <a:scrgbClr r="0" g="0" b="0"/>
          </a:fillRef>
          <a:effectRef idx="0">
            <a:scrgbClr r="0" g="0" b="0"/>
          </a:effectRef>
          <a:fontRef idx="minor"/>
        </p:style>
      </p:sp>
      <p:sp>
        <p:nvSpPr>
          <p:cNvPr id="434" name="CustomShape 4"/>
          <p:cNvSpPr/>
          <p:nvPr/>
        </p:nvSpPr>
        <p:spPr>
          <a:xfrm>
            <a:off x="1324623" y="1124013"/>
            <a:ext cx="3590726" cy="483658"/>
          </a:xfrm>
          <a:prstGeom prst="rect">
            <a:avLst/>
          </a:prstGeom>
          <a:solidFill>
            <a:schemeClr val="folHlink"/>
          </a:solidFill>
          <a:ln w="9360">
            <a:solidFill>
              <a:schemeClr val="folHlink"/>
            </a:solidFill>
            <a:miter/>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700" b="1" spc="-1" dirty="0">
                <a:solidFill>
                  <a:srgbClr val="FFFFFF"/>
                </a:solidFill>
                <a:latin typeface="Times New Roman"/>
                <a:ea typeface="新細明體"/>
              </a:rPr>
              <a:t>A TCP CONNECTION</a:t>
            </a:r>
            <a:endParaRPr lang="en-IN" sz="2700" spc="-1" dirty="0">
              <a:latin typeface="Arial"/>
            </a:endParaRPr>
          </a:p>
        </p:txBody>
      </p:sp>
      <p:sp>
        <p:nvSpPr>
          <p:cNvPr id="435" name="CustomShape 5"/>
          <p:cNvSpPr/>
          <p:nvPr/>
        </p:nvSpPr>
        <p:spPr>
          <a:xfrm>
            <a:off x="7315110" y="5657850"/>
            <a:ext cx="137970" cy="274860"/>
          </a:xfrm>
          <a:prstGeom prst="rect">
            <a:avLst/>
          </a:prstGeom>
          <a:noFill/>
          <a:ln>
            <a:noFill/>
          </a:ln>
        </p:spPr>
        <p:style>
          <a:lnRef idx="0">
            <a:scrgbClr r="0" g="0" b="0"/>
          </a:lnRef>
          <a:fillRef idx="0">
            <a:scrgbClr r="0" g="0" b="0"/>
          </a:fillRef>
          <a:effectRef idx="0">
            <a:scrgbClr r="0" g="0" b="0"/>
          </a:effectRef>
          <a:fontRef idx="minor"/>
        </p:style>
      </p:sp>
      <p:sp>
        <p:nvSpPr>
          <p:cNvPr id="436" name="CustomShape 6"/>
          <p:cNvSpPr/>
          <p:nvPr/>
        </p:nvSpPr>
        <p:spPr>
          <a:xfrm>
            <a:off x="253217" y="1864623"/>
            <a:ext cx="8567225" cy="3946144"/>
          </a:xfrm>
          <a:prstGeom prst="rect">
            <a:avLst/>
          </a:prstGeom>
          <a:noFill/>
          <a:ln>
            <a:noFill/>
          </a:ln>
        </p:spPr>
        <p:style>
          <a:lnRef idx="0">
            <a:scrgbClr r="0" g="0" b="0"/>
          </a:lnRef>
          <a:fillRef idx="0">
            <a:scrgbClr r="0" g="0" b="0"/>
          </a:fillRef>
          <a:effectRef idx="0">
            <a:scrgbClr r="0" g="0" b="0"/>
          </a:effectRef>
          <a:fontRef idx="minor"/>
        </p:style>
        <p:txBody>
          <a:bodyPr wrap="square" lIns="67500" tIns="33750" rIns="67500" bIns="33750">
            <a:spAutoFit/>
          </a:bodyPr>
          <a:lstStyle/>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TCP is connection-oriented. </a:t>
            </a:r>
          </a:p>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It establishes a virtual path between the source and destination. </a:t>
            </a:r>
          </a:p>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All of the segments belonging to a message are then sent over this virtual path. </a:t>
            </a:r>
          </a:p>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You may wonder how TCP, which uses the services of IP, a connectionless protocol, can be connection-oriented. </a:t>
            </a:r>
          </a:p>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The point is that a TCP connection is virtual, not physical. </a:t>
            </a:r>
          </a:p>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TCP operates at a higher level. </a:t>
            </a:r>
          </a:p>
          <a:p>
            <a:pPr marL="342900" indent="-342900" algn="just">
              <a:lnSpc>
                <a:spcPct val="100000"/>
              </a:lnSpc>
              <a:buFont typeface="Arial" panose="020B0604020202020204" pitchFamily="34" charset="0"/>
              <a:buChar char="•"/>
            </a:pPr>
            <a:r>
              <a:rPr lang="en-US" sz="2100" b="1" spc="-1" dirty="0">
                <a:solidFill>
                  <a:srgbClr val="000000"/>
                </a:solidFill>
                <a:latin typeface="Arial Unicode MS"/>
                <a:ea typeface="Arial Unicode MS"/>
              </a:rPr>
              <a:t>TCP uses the services of IP to deliver individual segments to the receiver, but it controls the connection itself. If a segment is lost or corrupted, it is retransmitted.</a:t>
            </a:r>
            <a:endParaRPr lang="en-IN" sz="2100" spc="-1" dirty="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38"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14711047-D66D-42A7-9D12-84FCEF6AA755}" type="slidenum">
              <a:rPr lang="en-US" sz="900" spc="-1">
                <a:solidFill>
                  <a:srgbClr val="8B8B8B"/>
                </a:solidFill>
                <a:latin typeface="Tahoma"/>
              </a:rPr>
              <a:t>32</a:t>
            </a:fld>
            <a:endParaRPr lang="en-IN" sz="900" spc="-1">
              <a:latin typeface="Times New Roman"/>
            </a:endParaRPr>
          </a:p>
        </p:txBody>
      </p:sp>
      <p:sp>
        <p:nvSpPr>
          <p:cNvPr id="439" name="CustomShape 3"/>
          <p:cNvSpPr/>
          <p:nvPr/>
        </p:nvSpPr>
        <p:spPr>
          <a:xfrm>
            <a:off x="1885950" y="925021"/>
            <a:ext cx="582903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i="1" spc="-1" dirty="0">
                <a:solidFill>
                  <a:srgbClr val="000000"/>
                </a:solidFill>
                <a:latin typeface="Times New Roman"/>
              </a:rPr>
              <a:t>Connection establishment using three-way handshake</a:t>
            </a:r>
            <a:endParaRPr lang="en-IN" sz="1350" spc="-1" dirty="0">
              <a:latin typeface="Arial"/>
            </a:endParaRPr>
          </a:p>
        </p:txBody>
      </p:sp>
      <p:sp>
        <p:nvSpPr>
          <p:cNvPr id="440"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441"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442"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443"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444"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445"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pic>
        <p:nvPicPr>
          <p:cNvPr id="446" name="Picture 12_1"/>
          <p:cNvPicPr/>
          <p:nvPr/>
        </p:nvPicPr>
        <p:blipFill>
          <a:blip r:embed="rId3"/>
          <a:stretch/>
        </p:blipFill>
        <p:spPr>
          <a:xfrm>
            <a:off x="1357290" y="1826550"/>
            <a:ext cx="6197040" cy="3443040"/>
          </a:xfrm>
          <a:prstGeom prst="rect">
            <a:avLst/>
          </a:prstGeom>
          <a:ln>
            <a:noFill/>
          </a:ln>
        </p:spPr>
      </p:pic>
      <p:sp>
        <p:nvSpPr>
          <p:cNvPr id="447"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448" name="Picture 14_1"/>
          <p:cNvPicPr/>
          <p:nvPr/>
        </p:nvPicPr>
        <p:blipFill>
          <a:blip r:embed="rId4"/>
          <a:stretch/>
        </p:blipFill>
        <p:spPr>
          <a:xfrm>
            <a:off x="1932390" y="4037310"/>
            <a:ext cx="720090" cy="355860"/>
          </a:xfrm>
          <a:prstGeom prst="rect">
            <a:avLst/>
          </a:prstGeom>
          <a:ln>
            <a:noFill/>
          </a:ln>
        </p:spPr>
      </p:pic>
      <p:pic>
        <p:nvPicPr>
          <p:cNvPr id="449" name="Picture 15_1"/>
          <p:cNvPicPr/>
          <p:nvPr/>
        </p:nvPicPr>
        <p:blipFill>
          <a:blip r:embed="rId5"/>
          <a:stretch/>
        </p:blipFill>
        <p:spPr>
          <a:xfrm>
            <a:off x="6381720" y="4688550"/>
            <a:ext cx="726030" cy="359370"/>
          </a:xfrm>
          <a:prstGeom prst="rect">
            <a:avLst/>
          </a:prstGeom>
          <a:ln>
            <a:noFill/>
          </a:ln>
        </p:spPr>
      </p:pic>
      <p:pic>
        <p:nvPicPr>
          <p:cNvPr id="450" name="Picture 16_1"/>
          <p:cNvPicPr/>
          <p:nvPr/>
        </p:nvPicPr>
        <p:blipFill>
          <a:blip r:embed="rId6"/>
          <a:stretch/>
        </p:blipFill>
        <p:spPr>
          <a:xfrm>
            <a:off x="6393600" y="2964600"/>
            <a:ext cx="705780" cy="367740"/>
          </a:xfrm>
          <a:prstGeom prst="rect">
            <a:avLst/>
          </a:prstGeom>
          <a:ln>
            <a:noFill/>
          </a:ln>
        </p:spPr>
      </p:pic>
      <p:pic>
        <p:nvPicPr>
          <p:cNvPr id="451" name="Picture 17_1"/>
          <p:cNvPicPr/>
          <p:nvPr/>
        </p:nvPicPr>
        <p:blipFill>
          <a:blip r:embed="rId7"/>
          <a:stretch/>
        </p:blipFill>
        <p:spPr>
          <a:xfrm>
            <a:off x="1935900" y="3037230"/>
            <a:ext cx="705780" cy="367740"/>
          </a:xfrm>
          <a:prstGeom prst="rect">
            <a:avLst/>
          </a:prstGeom>
          <a:ln>
            <a:noFill/>
          </a:ln>
        </p:spPr>
      </p:pic>
      <p:pic>
        <p:nvPicPr>
          <p:cNvPr id="452" name="Picture 19_1"/>
          <p:cNvPicPr/>
          <p:nvPr/>
        </p:nvPicPr>
        <p:blipFill>
          <a:blip r:embed="rId8"/>
          <a:stretch/>
        </p:blipFill>
        <p:spPr>
          <a:xfrm>
            <a:off x="2693250" y="3101490"/>
            <a:ext cx="3660930" cy="810540"/>
          </a:xfrm>
          <a:prstGeom prst="rect">
            <a:avLst/>
          </a:prstGeom>
          <a:ln>
            <a:noFill/>
          </a:ln>
        </p:spPr>
      </p:pic>
      <p:pic>
        <p:nvPicPr>
          <p:cNvPr id="453" name="Picture 21_1"/>
          <p:cNvPicPr/>
          <p:nvPr/>
        </p:nvPicPr>
        <p:blipFill>
          <a:blip r:embed="rId9"/>
          <a:stretch/>
        </p:blipFill>
        <p:spPr>
          <a:xfrm>
            <a:off x="2655180" y="3743280"/>
            <a:ext cx="3688200" cy="815400"/>
          </a:xfrm>
          <a:prstGeom prst="rect">
            <a:avLst/>
          </a:prstGeom>
          <a:ln>
            <a:noFill/>
          </a:ln>
        </p:spPr>
      </p:pic>
      <p:pic>
        <p:nvPicPr>
          <p:cNvPr id="454" name="Picture 22_1"/>
          <p:cNvPicPr/>
          <p:nvPr/>
        </p:nvPicPr>
        <p:blipFill>
          <a:blip r:embed="rId10"/>
          <a:stretch/>
        </p:blipFill>
        <p:spPr>
          <a:xfrm>
            <a:off x="2657610" y="4405320"/>
            <a:ext cx="3688200" cy="799740"/>
          </a:xfrm>
          <a:prstGeom prst="rect">
            <a:avLst/>
          </a:prstGeom>
          <a:ln>
            <a:noFill/>
          </a:ln>
        </p:spPr>
      </p:pic>
      <p:sp>
        <p:nvSpPr>
          <p:cNvPr id="455" name="CustomShape 11"/>
          <p:cNvSpPr/>
          <p:nvPr/>
        </p:nvSpPr>
        <p:spPr>
          <a:xfrm rot="186000">
            <a:off x="3378780" y="4396680"/>
            <a:ext cx="914220" cy="285390"/>
          </a:xfrm>
          <a:prstGeom prst="ellipse">
            <a:avLst/>
          </a:prstGeom>
          <a:noFill/>
          <a:ln w="28440">
            <a:solidFill>
              <a:schemeClr val="folHlink"/>
            </a:solidFill>
            <a:round/>
          </a:ln>
        </p:spPr>
        <p:style>
          <a:lnRef idx="0">
            <a:scrgbClr r="0" g="0" b="0"/>
          </a:lnRef>
          <a:fillRef idx="0">
            <a:scrgbClr r="0" g="0" b="0"/>
          </a:fillRef>
          <a:effectRef idx="0">
            <a:scrgbClr r="0" g="0" b="0"/>
          </a:effectRef>
          <a:fontRef idx="minor"/>
        </p:style>
      </p:sp>
      <p:sp>
        <p:nvSpPr>
          <p:cNvPr id="456" name="Line 12"/>
          <p:cNvSpPr/>
          <p:nvPr/>
        </p:nvSpPr>
        <p:spPr>
          <a:xfrm flipH="1" flipV="1">
            <a:off x="4179060" y="4568400"/>
            <a:ext cx="285660" cy="685800"/>
          </a:xfrm>
          <a:prstGeom prst="line">
            <a:avLst/>
          </a:prstGeom>
          <a:ln w="28440">
            <a:solidFill>
              <a:schemeClr val="folHlink"/>
            </a:solidFill>
            <a:round/>
            <a:tailEnd type="triangle" w="med" len="med"/>
          </a:ln>
        </p:spPr>
        <p:style>
          <a:lnRef idx="0">
            <a:scrgbClr r="0" g="0" b="0"/>
          </a:lnRef>
          <a:fillRef idx="0">
            <a:scrgbClr r="0" g="0" b="0"/>
          </a:fillRef>
          <a:effectRef idx="0">
            <a:scrgbClr r="0" g="0" b="0"/>
          </a:effectRef>
          <a:fontRef idx="minor"/>
        </p:style>
      </p:sp>
      <p:sp>
        <p:nvSpPr>
          <p:cNvPr id="457" name="CustomShape 13"/>
          <p:cNvSpPr/>
          <p:nvPr/>
        </p:nvSpPr>
        <p:spPr>
          <a:xfrm>
            <a:off x="3893942" y="5211270"/>
            <a:ext cx="1615313" cy="275908"/>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350" b="1" i="1" spc="-1">
                <a:solidFill>
                  <a:srgbClr val="954F72"/>
                </a:solidFill>
                <a:latin typeface="Arial"/>
                <a:ea typeface="新細明體"/>
              </a:rPr>
              <a:t>Means “no data” !</a:t>
            </a:r>
            <a:endParaRPr lang="en-IN" sz="1350" spc="-1">
              <a:latin typeface="Arial"/>
            </a:endParaRPr>
          </a:p>
        </p:txBody>
      </p:sp>
      <p:sp>
        <p:nvSpPr>
          <p:cNvPr id="458" name="CustomShape 14"/>
          <p:cNvSpPr/>
          <p:nvPr/>
        </p:nvSpPr>
        <p:spPr>
          <a:xfrm>
            <a:off x="3745713" y="5436450"/>
            <a:ext cx="2372508" cy="275908"/>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350" b="1" spc="-1">
                <a:solidFill>
                  <a:srgbClr val="0563C1"/>
                </a:solidFill>
                <a:latin typeface="Tahoma"/>
                <a:ea typeface="新細明體"/>
              </a:rPr>
              <a:t>seq: 8001 if piggybacking</a:t>
            </a:r>
            <a:endParaRPr lang="en-IN" sz="1350" spc="-1">
              <a:latin typeface="Arial"/>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446"/>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22" presetClass="entr" presetSubtype="2" fill="hold" nodeType="clickEffect">
                                  <p:stCondLst>
                                    <p:cond delay="0"/>
                                  </p:stCondLst>
                                  <p:childTnLst>
                                    <p:set>
                                      <p:cBhvr>
                                        <p:cTn id="10" dur="1" fill="hold">
                                          <p:stCondLst>
                                            <p:cond delay="0"/>
                                          </p:stCondLst>
                                        </p:cTn>
                                        <p:tgtEl>
                                          <p:spTgt spid="450"/>
                                        </p:tgtEl>
                                        <p:attrNameLst>
                                          <p:attrName>style.visibility</p:attrName>
                                        </p:attrNameLst>
                                      </p:cBhvr>
                                      <p:to>
                                        <p:strVal val="visible"/>
                                      </p:to>
                                    </p:set>
                                    <p:animEffect transition="in" filter="wipe(right)">
                                      <p:cBhvr additive="repl">
                                        <p:cTn id="11" dur="2000"/>
                                        <p:tgtEl>
                                          <p:spTgt spid="450"/>
                                        </p:tgtEl>
                                      </p:cBhvr>
                                    </p:animEffect>
                                  </p:childTnLst>
                                </p:cTn>
                              </p:par>
                            </p:childTnLst>
                          </p:cTn>
                        </p:par>
                      </p:childTnLst>
                    </p:cTn>
                  </p:par>
                  <p:par>
                    <p:cTn id="12" fill="hold" nodeType="clickEffect">
                      <p:stCondLst>
                        <p:cond delay="indefinite"/>
                      </p:stCondLst>
                      <p:childTnLst>
                        <p:par>
                          <p:cTn id="13" fill="hold" nodeType="withEffect">
                            <p:stCondLst>
                              <p:cond delay="0"/>
                            </p:stCondLst>
                            <p:childTnLst>
                              <p:par>
                                <p:cTn id="14" presetID="22" presetClass="entr" presetSubtype="8" fill="hold" nodeType="clickEffect">
                                  <p:stCondLst>
                                    <p:cond delay="0"/>
                                  </p:stCondLst>
                                  <p:childTnLst>
                                    <p:set>
                                      <p:cBhvr>
                                        <p:cTn id="15" dur="1" fill="hold">
                                          <p:stCondLst>
                                            <p:cond delay="0"/>
                                          </p:stCondLst>
                                        </p:cTn>
                                        <p:tgtEl>
                                          <p:spTgt spid="451"/>
                                        </p:tgtEl>
                                        <p:attrNameLst>
                                          <p:attrName>style.visibility</p:attrName>
                                        </p:attrNameLst>
                                      </p:cBhvr>
                                      <p:to>
                                        <p:strVal val="visible"/>
                                      </p:to>
                                    </p:set>
                                    <p:animEffect transition="in" filter="wipe(left)">
                                      <p:cBhvr additive="repl">
                                        <p:cTn id="16" dur="2000"/>
                                        <p:tgtEl>
                                          <p:spTgt spid="451"/>
                                        </p:tgtEl>
                                      </p:cBhvr>
                                    </p:animEffect>
                                  </p:childTnLst>
                                </p:cTn>
                              </p:par>
                            </p:childTnLst>
                          </p:cTn>
                        </p:par>
                      </p:childTnLst>
                    </p:cTn>
                  </p:par>
                  <p:par>
                    <p:cTn id="17" fill="hold" nodeType="clickEffect">
                      <p:stCondLst>
                        <p:cond delay="indefinite"/>
                      </p:stCondLst>
                      <p:childTnLst>
                        <p:par>
                          <p:cTn id="18" fill="hold" nodeType="withEffect">
                            <p:stCondLst>
                              <p:cond delay="0"/>
                            </p:stCondLst>
                            <p:childTnLst>
                              <p:par>
                                <p:cTn id="19" presetID="22" presetClass="entr" presetSubtype="8" fill="hold" nodeType="clickEffect">
                                  <p:stCondLst>
                                    <p:cond delay="0"/>
                                  </p:stCondLst>
                                  <p:childTnLst>
                                    <p:set>
                                      <p:cBhvr>
                                        <p:cTn id="20" dur="1" fill="hold">
                                          <p:stCondLst>
                                            <p:cond delay="0"/>
                                          </p:stCondLst>
                                        </p:cTn>
                                        <p:tgtEl>
                                          <p:spTgt spid="452"/>
                                        </p:tgtEl>
                                        <p:attrNameLst>
                                          <p:attrName>style.visibility</p:attrName>
                                        </p:attrNameLst>
                                      </p:cBhvr>
                                      <p:to>
                                        <p:strVal val="visible"/>
                                      </p:to>
                                    </p:set>
                                    <p:animEffect transition="in" filter="wipe(left)">
                                      <p:cBhvr additive="repl">
                                        <p:cTn id="21" dur="2000"/>
                                        <p:tgtEl>
                                          <p:spTgt spid="452"/>
                                        </p:tgtEl>
                                      </p:cBhvr>
                                    </p:animEffect>
                                  </p:childTnLst>
                                </p:cTn>
                              </p:par>
                            </p:childTnLst>
                          </p:cTn>
                        </p:par>
                      </p:childTnLst>
                    </p:cTn>
                  </p:par>
                  <p:par>
                    <p:cTn id="22" fill="hold" nodeType="clickEffect">
                      <p:stCondLst>
                        <p:cond delay="indefinite"/>
                      </p:stCondLst>
                      <p:childTnLst>
                        <p:par>
                          <p:cTn id="23" fill="hold" nodeType="withEffect">
                            <p:stCondLst>
                              <p:cond delay="0"/>
                            </p:stCondLst>
                            <p:childTnLst>
                              <p:par>
                                <p:cTn id="24" presetID="22" presetClass="entr" presetSubtype="2" fill="hold" nodeType="clickEffect">
                                  <p:stCondLst>
                                    <p:cond delay="0"/>
                                  </p:stCondLst>
                                  <p:childTnLst>
                                    <p:set>
                                      <p:cBhvr>
                                        <p:cTn id="25" dur="1" fill="hold">
                                          <p:stCondLst>
                                            <p:cond delay="0"/>
                                          </p:stCondLst>
                                        </p:cTn>
                                        <p:tgtEl>
                                          <p:spTgt spid="453"/>
                                        </p:tgtEl>
                                        <p:attrNameLst>
                                          <p:attrName>style.visibility</p:attrName>
                                        </p:attrNameLst>
                                      </p:cBhvr>
                                      <p:to>
                                        <p:strVal val="visible"/>
                                      </p:to>
                                    </p:set>
                                    <p:animEffect transition="in" filter="wipe(right)">
                                      <p:cBhvr additive="repl">
                                        <p:cTn id="26" dur="2000"/>
                                        <p:tgtEl>
                                          <p:spTgt spid="453"/>
                                        </p:tgtEl>
                                      </p:cBhvr>
                                    </p:animEffect>
                                  </p:childTnLst>
                                </p:cTn>
                              </p:par>
                            </p:childTnLst>
                          </p:cTn>
                        </p:par>
                      </p:childTnLst>
                    </p:cTn>
                  </p:par>
                  <p:par>
                    <p:cTn id="27" fill="hold" nodeType="clickEffect">
                      <p:stCondLst>
                        <p:cond delay="indefinite"/>
                      </p:stCondLst>
                      <p:childTnLst>
                        <p:par>
                          <p:cTn id="28" fill="hold" nodeType="withEffect">
                            <p:stCondLst>
                              <p:cond delay="0"/>
                            </p:stCondLst>
                            <p:childTnLst>
                              <p:par>
                                <p:cTn id="29" presetID="22" presetClass="entr" presetSubtype="2" fill="hold" nodeType="clickEffect">
                                  <p:stCondLst>
                                    <p:cond delay="0"/>
                                  </p:stCondLst>
                                  <p:childTnLst>
                                    <p:set>
                                      <p:cBhvr>
                                        <p:cTn id="30" dur="1" fill="hold">
                                          <p:stCondLst>
                                            <p:cond delay="0"/>
                                          </p:stCondLst>
                                        </p:cTn>
                                        <p:tgtEl>
                                          <p:spTgt spid="448"/>
                                        </p:tgtEl>
                                        <p:attrNameLst>
                                          <p:attrName>style.visibility</p:attrName>
                                        </p:attrNameLst>
                                      </p:cBhvr>
                                      <p:to>
                                        <p:strVal val="visible"/>
                                      </p:to>
                                    </p:set>
                                    <p:animEffect transition="in" filter="wipe(right)">
                                      <p:cBhvr additive="repl">
                                        <p:cTn id="31" dur="2000"/>
                                        <p:tgtEl>
                                          <p:spTgt spid="448"/>
                                        </p:tgtEl>
                                      </p:cBhvr>
                                    </p:animEffect>
                                  </p:childTnLst>
                                </p:cTn>
                              </p:par>
                            </p:childTnLst>
                          </p:cTn>
                        </p:par>
                      </p:childTnLst>
                    </p:cTn>
                  </p:par>
                  <p:par>
                    <p:cTn id="32" fill="hold" nodeType="clickEffect">
                      <p:stCondLst>
                        <p:cond delay="indefinite"/>
                      </p:stCondLst>
                      <p:childTnLst>
                        <p:par>
                          <p:cTn id="33" fill="hold" nodeType="withEffect">
                            <p:stCondLst>
                              <p:cond delay="0"/>
                            </p:stCondLst>
                            <p:childTnLst>
                              <p:par>
                                <p:cTn id="34" presetID="22" presetClass="entr" presetSubtype="8" fill="hold" nodeType="clickEffect">
                                  <p:stCondLst>
                                    <p:cond delay="0"/>
                                  </p:stCondLst>
                                  <p:childTnLst>
                                    <p:set>
                                      <p:cBhvr>
                                        <p:cTn id="35" dur="1" fill="hold">
                                          <p:stCondLst>
                                            <p:cond delay="0"/>
                                          </p:stCondLst>
                                        </p:cTn>
                                        <p:tgtEl>
                                          <p:spTgt spid="454"/>
                                        </p:tgtEl>
                                        <p:attrNameLst>
                                          <p:attrName>style.visibility</p:attrName>
                                        </p:attrNameLst>
                                      </p:cBhvr>
                                      <p:to>
                                        <p:strVal val="visible"/>
                                      </p:to>
                                    </p:set>
                                    <p:animEffect transition="in" filter="wipe(left)">
                                      <p:cBhvr additive="repl">
                                        <p:cTn id="36" dur="2000"/>
                                        <p:tgtEl>
                                          <p:spTgt spid="454"/>
                                        </p:tgtEl>
                                      </p:cBhvr>
                                    </p:animEffect>
                                  </p:childTnLst>
                                </p:cTn>
                              </p:par>
                            </p:childTnLst>
                          </p:cTn>
                        </p:par>
                      </p:childTnLst>
                    </p:cTn>
                  </p:par>
                  <p:par>
                    <p:cTn id="37" fill="hold" nodeType="clickEffect">
                      <p:stCondLst>
                        <p:cond delay="indefinite"/>
                      </p:stCondLst>
                      <p:childTnLst>
                        <p:par>
                          <p:cTn id="38" fill="hold" nodeType="withEffect">
                            <p:stCondLst>
                              <p:cond delay="0"/>
                            </p:stCondLst>
                            <p:childTnLst>
                              <p:par>
                                <p:cTn id="39" presetID="22" presetClass="entr" presetSubtype="8" fill="hold" nodeType="clickEffect">
                                  <p:stCondLst>
                                    <p:cond delay="0"/>
                                  </p:stCondLst>
                                  <p:childTnLst>
                                    <p:set>
                                      <p:cBhvr>
                                        <p:cTn id="40" dur="1" fill="hold">
                                          <p:stCondLst>
                                            <p:cond delay="0"/>
                                          </p:stCondLst>
                                        </p:cTn>
                                        <p:tgtEl>
                                          <p:spTgt spid="449"/>
                                        </p:tgtEl>
                                        <p:attrNameLst>
                                          <p:attrName>style.visibility</p:attrName>
                                        </p:attrNameLst>
                                      </p:cBhvr>
                                      <p:to>
                                        <p:strVal val="visible"/>
                                      </p:to>
                                    </p:set>
                                    <p:animEffect transition="in" filter="wipe(left)">
                                      <p:cBhvr additive="repl">
                                        <p:cTn id="41" dur="20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60"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06F6412A-7D86-41A6-84C7-FC931F6625D0}" type="slidenum">
              <a:rPr lang="en-US" sz="900" spc="-1">
                <a:solidFill>
                  <a:srgbClr val="8B8B8B"/>
                </a:solidFill>
                <a:latin typeface="Tahoma"/>
              </a:rPr>
              <a:t>33</a:t>
            </a:fld>
            <a:endParaRPr lang="en-IN" sz="900" spc="-1">
              <a:latin typeface="Times New Roman"/>
            </a:endParaRPr>
          </a:p>
        </p:txBody>
      </p:sp>
      <p:sp>
        <p:nvSpPr>
          <p:cNvPr id="461" name="CustomShape 3"/>
          <p:cNvSpPr/>
          <p:nvPr/>
        </p:nvSpPr>
        <p:spPr>
          <a:xfrm>
            <a:off x="1885950" y="925020"/>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i="1" spc="-1" dirty="0">
                <a:solidFill>
                  <a:srgbClr val="000000"/>
                </a:solidFill>
                <a:latin typeface="Times New Roman"/>
              </a:rPr>
              <a:t>Data Transfer</a:t>
            </a:r>
            <a:endParaRPr lang="en-IN" sz="1350" spc="-1" dirty="0">
              <a:latin typeface="Arial"/>
            </a:endParaRPr>
          </a:p>
        </p:txBody>
      </p:sp>
      <p:sp>
        <p:nvSpPr>
          <p:cNvPr id="462"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463"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464"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465"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466"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467"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468"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469" name="Picture 11_1"/>
          <p:cNvPicPr/>
          <p:nvPr/>
        </p:nvPicPr>
        <p:blipFill>
          <a:blip r:embed="rId3"/>
          <a:stretch/>
        </p:blipFill>
        <p:spPr>
          <a:xfrm>
            <a:off x="2470500" y="1495530"/>
            <a:ext cx="4104000" cy="4572000"/>
          </a:xfrm>
          <a:prstGeom prst="rect">
            <a:avLst/>
          </a:prstGeom>
          <a:ln>
            <a:noFill/>
          </a:ln>
        </p:spPr>
      </p:pic>
      <p:pic>
        <p:nvPicPr>
          <p:cNvPr id="470" name="Picture 12_0"/>
          <p:cNvPicPr/>
          <p:nvPr/>
        </p:nvPicPr>
        <p:blipFill>
          <a:blip r:embed="rId4"/>
          <a:stretch/>
        </p:blipFill>
        <p:spPr>
          <a:xfrm>
            <a:off x="2796660" y="2589570"/>
            <a:ext cx="3489480" cy="2453490"/>
          </a:xfrm>
          <a:prstGeom prst="rect">
            <a:avLst/>
          </a:prstGeom>
          <a:ln>
            <a:noFill/>
          </a:ln>
        </p:spPr>
      </p:pic>
      <p:pic>
        <p:nvPicPr>
          <p:cNvPr id="471" name="Picture 13_2"/>
          <p:cNvPicPr/>
          <p:nvPr/>
        </p:nvPicPr>
        <p:blipFill>
          <a:blip r:embed="rId5"/>
          <a:stretch/>
        </p:blipFill>
        <p:spPr>
          <a:xfrm>
            <a:off x="3342060" y="5117310"/>
            <a:ext cx="2426220" cy="246240"/>
          </a:xfrm>
          <a:prstGeom prst="rect">
            <a:avLst/>
          </a:prstGeom>
          <a:ln>
            <a:noFill/>
          </a:ln>
        </p:spPr>
      </p:pic>
      <p:pic>
        <p:nvPicPr>
          <p:cNvPr id="472" name="Picture 14_0"/>
          <p:cNvPicPr/>
          <p:nvPr/>
        </p:nvPicPr>
        <p:blipFill>
          <a:blip r:embed="rId6"/>
          <a:stretch/>
        </p:blipFill>
        <p:spPr>
          <a:xfrm>
            <a:off x="3340980" y="2308500"/>
            <a:ext cx="2413260" cy="234360"/>
          </a:xfrm>
          <a:prstGeom prst="rect">
            <a:avLst/>
          </a:prstGeom>
          <a:ln>
            <a:noFill/>
          </a:ln>
        </p:spPr>
      </p:pic>
      <p:sp>
        <p:nvSpPr>
          <p:cNvPr id="473" name="CustomShape 11"/>
          <p:cNvSpPr/>
          <p:nvPr/>
        </p:nvSpPr>
        <p:spPr>
          <a:xfrm>
            <a:off x="1224181" y="4158813"/>
            <a:ext cx="1272912" cy="547778"/>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350" b="1" spc="-1">
                <a:solidFill>
                  <a:srgbClr val="0000FF"/>
                </a:solidFill>
                <a:latin typeface="Tahoma"/>
                <a:ea typeface="新細明體"/>
              </a:rPr>
              <a:t>Pushing data</a:t>
            </a:r>
            <a:endParaRPr lang="en-IN" sz="1350" spc="-1">
              <a:latin typeface="Arial"/>
            </a:endParaRPr>
          </a:p>
          <a:p>
            <a:pPr>
              <a:spcBef>
                <a:spcPts val="451"/>
              </a:spcBef>
            </a:pPr>
            <a:r>
              <a:rPr lang="en-US" sz="1350" b="1" spc="-1">
                <a:solidFill>
                  <a:srgbClr val="0000FF"/>
                </a:solidFill>
                <a:latin typeface="Tahoma"/>
                <a:ea typeface="新細明體"/>
              </a:rPr>
              <a:t>Urgent data</a:t>
            </a:r>
            <a:endParaRPr lang="en-IN" sz="1350" spc="-1">
              <a:latin typeface="Arial"/>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469"/>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53" presetClass="entr" fill="hold" nodeType="clickEffect">
                                  <p:stCondLst>
                                    <p:cond delay="0"/>
                                  </p:stCondLst>
                                  <p:childTnLst>
                                    <p:set>
                                      <p:cBhvr>
                                        <p:cTn id="10" dur="1" fill="hold">
                                          <p:stCondLst>
                                            <p:cond delay="0"/>
                                          </p:stCondLst>
                                        </p:cTn>
                                        <p:tgtEl>
                                          <p:spTgt spid="472"/>
                                        </p:tgtEl>
                                        <p:attrNameLst>
                                          <p:attrName>style.visibility</p:attrName>
                                        </p:attrNameLst>
                                      </p:cBhvr>
                                      <p:to>
                                        <p:strVal val="visible"/>
                                      </p:to>
                                    </p:set>
                                    <p:anim calcmode="lin" valueType="num">
                                      <p:cBhvr additive="repl">
                                        <p:cTn id="11" dur="500" fill="hold"/>
                                        <p:tgtEl>
                                          <p:spTgt spid="472"/>
                                        </p:tgtEl>
                                        <p:attrNameLst>
                                          <p:attrName>ppt_w</p:attrName>
                                        </p:attrNameLst>
                                      </p:cBhvr>
                                      <p:tavLst>
                                        <p:tav tm="0">
                                          <p:val>
                                            <p:fltVal val="0"/>
                                          </p:val>
                                        </p:tav>
                                        <p:tav tm="100000">
                                          <p:val>
                                            <p:strVal val="#ppt_w"/>
                                          </p:val>
                                        </p:tav>
                                      </p:tavLst>
                                    </p:anim>
                                    <p:anim calcmode="lin" valueType="num">
                                      <p:cBhvr additive="repl">
                                        <p:cTn id="12" dur="500" fill="hold"/>
                                        <p:tgtEl>
                                          <p:spTgt spid="472"/>
                                        </p:tgtEl>
                                        <p:attrNameLst>
                                          <p:attrName>ppt_h</p:attrName>
                                        </p:attrNameLst>
                                      </p:cBhvr>
                                      <p:tavLst>
                                        <p:tav tm="0">
                                          <p:val>
                                            <p:fltVal val="0"/>
                                          </p:val>
                                        </p:tav>
                                        <p:tav tm="100000">
                                          <p:val>
                                            <p:strVal val="#ppt_h"/>
                                          </p:val>
                                        </p:tav>
                                      </p:tavLst>
                                    </p:anim>
                                    <p:animEffect transition="in" filter="fade">
                                      <p:cBhvr additive="repl">
                                        <p:cTn id="13" dur="500"/>
                                        <p:tgtEl>
                                          <p:spTgt spid="472"/>
                                        </p:tgtEl>
                                      </p:cBhvr>
                                    </p:animEffect>
                                  </p:childTnLst>
                                </p:cTn>
                              </p:par>
                            </p:childTnLst>
                          </p:cTn>
                        </p:par>
                      </p:childTnLst>
                    </p:cTn>
                  </p:par>
                  <p:par>
                    <p:cTn id="14" fill="hold" nodeType="clickEffect">
                      <p:stCondLst>
                        <p:cond delay="indefinite"/>
                      </p:stCondLst>
                      <p:childTnLst>
                        <p:par>
                          <p:cTn id="15" fill="hold" nodeType="withEffect">
                            <p:stCondLst>
                              <p:cond delay="0"/>
                            </p:stCondLst>
                            <p:childTnLst>
                              <p:par>
                                <p:cTn id="16" presetID="22" presetClass="entr" presetSubtype="1" fill="hold" nodeType="clickEffect">
                                  <p:stCondLst>
                                    <p:cond delay="0"/>
                                  </p:stCondLst>
                                  <p:childTnLst>
                                    <p:set>
                                      <p:cBhvr>
                                        <p:cTn id="17" dur="1" fill="hold">
                                          <p:stCondLst>
                                            <p:cond delay="0"/>
                                          </p:stCondLst>
                                        </p:cTn>
                                        <p:tgtEl>
                                          <p:spTgt spid="470"/>
                                        </p:tgtEl>
                                        <p:attrNameLst>
                                          <p:attrName>style.visibility</p:attrName>
                                        </p:attrNameLst>
                                      </p:cBhvr>
                                      <p:to>
                                        <p:strVal val="visible"/>
                                      </p:to>
                                    </p:set>
                                    <p:animEffect transition="in" filter="wipe(up)">
                                      <p:cBhvr additive="repl">
                                        <p:cTn id="18" dur="2000"/>
                                        <p:tgtEl>
                                          <p:spTgt spid="470"/>
                                        </p:tgtEl>
                                      </p:cBhvr>
                                    </p:animEffect>
                                  </p:childTnLst>
                                </p:cTn>
                              </p:par>
                            </p:childTnLst>
                          </p:cTn>
                        </p:par>
                      </p:childTnLst>
                    </p:cTn>
                  </p:par>
                  <p:par>
                    <p:cTn id="19" fill="hold" nodeType="clickEffect">
                      <p:stCondLst>
                        <p:cond delay="indefinite"/>
                      </p:stCondLst>
                      <p:childTnLst>
                        <p:par>
                          <p:cTn id="20" fill="hold" nodeType="withEffect">
                            <p:stCondLst>
                              <p:cond delay="0"/>
                            </p:stCondLst>
                            <p:childTnLst>
                              <p:par>
                                <p:cTn id="21" presetID="53" presetClass="entr" fill="hold" nodeType="clickEffect">
                                  <p:stCondLst>
                                    <p:cond delay="0"/>
                                  </p:stCondLst>
                                  <p:childTnLst>
                                    <p:set>
                                      <p:cBhvr>
                                        <p:cTn id="22" dur="1" fill="hold">
                                          <p:stCondLst>
                                            <p:cond delay="0"/>
                                          </p:stCondLst>
                                        </p:cTn>
                                        <p:tgtEl>
                                          <p:spTgt spid="471"/>
                                        </p:tgtEl>
                                        <p:attrNameLst>
                                          <p:attrName>style.visibility</p:attrName>
                                        </p:attrNameLst>
                                      </p:cBhvr>
                                      <p:to>
                                        <p:strVal val="visible"/>
                                      </p:to>
                                    </p:set>
                                    <p:anim calcmode="lin" valueType="num">
                                      <p:cBhvr additive="repl">
                                        <p:cTn id="23" dur="500" fill="hold"/>
                                        <p:tgtEl>
                                          <p:spTgt spid="471"/>
                                        </p:tgtEl>
                                        <p:attrNameLst>
                                          <p:attrName>ppt_w</p:attrName>
                                        </p:attrNameLst>
                                      </p:cBhvr>
                                      <p:tavLst>
                                        <p:tav tm="0">
                                          <p:val>
                                            <p:fltVal val="0"/>
                                          </p:val>
                                        </p:tav>
                                        <p:tav tm="100000">
                                          <p:val>
                                            <p:strVal val="#ppt_w"/>
                                          </p:val>
                                        </p:tav>
                                      </p:tavLst>
                                    </p:anim>
                                    <p:anim calcmode="lin" valueType="num">
                                      <p:cBhvr additive="repl">
                                        <p:cTn id="24" dur="500" fill="hold"/>
                                        <p:tgtEl>
                                          <p:spTgt spid="471"/>
                                        </p:tgtEl>
                                        <p:attrNameLst>
                                          <p:attrName>ppt_h</p:attrName>
                                        </p:attrNameLst>
                                      </p:cBhvr>
                                      <p:tavLst>
                                        <p:tav tm="0">
                                          <p:val>
                                            <p:fltVal val="0"/>
                                          </p:val>
                                        </p:tav>
                                        <p:tav tm="100000">
                                          <p:val>
                                            <p:strVal val="#ppt_h"/>
                                          </p:val>
                                        </p:tav>
                                      </p:tavLst>
                                    </p:anim>
                                    <p:animEffect transition="in" filter="fade">
                                      <p:cBhvr additive="repl">
                                        <p:cTn id="25" dur="500"/>
                                        <p:tgtEl>
                                          <p:spTgt spid="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900" spc="-1">
                <a:solidFill>
                  <a:srgbClr val="8B8B8B"/>
                </a:solidFill>
                <a:latin typeface="Calibri"/>
              </a:rPr>
              <a:t>23.</a:t>
            </a:r>
            <a:fld id="{8560BA7B-6745-4F8E-979C-1F01BC9A5E39}" type="slidenum">
              <a:rPr lang="en-US" sz="900" spc="-1">
                <a:solidFill>
                  <a:srgbClr val="8B8B8B"/>
                </a:solidFill>
                <a:latin typeface="Calibri"/>
              </a:rPr>
              <a:t>34</a:t>
            </a:fld>
            <a:endParaRPr lang="en-IN" sz="900" spc="-1">
              <a:latin typeface="Times New Roman"/>
            </a:endParaRPr>
          </a:p>
        </p:txBody>
      </p:sp>
      <p:sp>
        <p:nvSpPr>
          <p:cNvPr id="475"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476"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477" name="CustomShape 4"/>
          <p:cNvSpPr/>
          <p:nvPr/>
        </p:nvSpPr>
        <p:spPr>
          <a:xfrm>
            <a:off x="1381591" y="1142913"/>
            <a:ext cx="4263346"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1500" i="1" spc="-1">
                <a:solidFill>
                  <a:srgbClr val="000000"/>
                </a:solidFill>
                <a:latin typeface="Times New Roman"/>
              </a:rPr>
              <a:t>Connection termination using three-way handshaking</a:t>
            </a:r>
            <a:endParaRPr lang="en-IN" sz="1500" spc="-1">
              <a:latin typeface="Arial"/>
            </a:endParaRPr>
          </a:p>
        </p:txBody>
      </p:sp>
      <p:sp>
        <p:nvSpPr>
          <p:cNvPr id="478"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479" name="Picture 6_7"/>
          <p:cNvPicPr/>
          <p:nvPr/>
        </p:nvPicPr>
        <p:blipFill>
          <a:blip r:embed="rId3"/>
          <a:stretch/>
        </p:blipFill>
        <p:spPr>
          <a:xfrm>
            <a:off x="1824120" y="1725300"/>
            <a:ext cx="5148090" cy="3646620"/>
          </a:xfrm>
          <a:prstGeom prst="rect">
            <a:avLst/>
          </a:prstGeom>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81"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D9BF4BD1-2294-448F-8CAF-38BF77072FB9}" type="slidenum">
              <a:rPr lang="en-US" sz="900" spc="-1">
                <a:solidFill>
                  <a:srgbClr val="8B8B8B"/>
                </a:solidFill>
                <a:latin typeface="Tahoma"/>
              </a:rPr>
              <a:t>35</a:t>
            </a:fld>
            <a:endParaRPr lang="en-IN" sz="900" spc="-1">
              <a:latin typeface="Times New Roman"/>
            </a:endParaRPr>
          </a:p>
        </p:txBody>
      </p:sp>
      <p:sp>
        <p:nvSpPr>
          <p:cNvPr id="482" name="CustomShape 3"/>
          <p:cNvSpPr/>
          <p:nvPr/>
        </p:nvSpPr>
        <p:spPr>
          <a:xfrm>
            <a:off x="7315110" y="5657850"/>
            <a:ext cx="137970" cy="274860"/>
          </a:xfrm>
          <a:prstGeom prst="rect">
            <a:avLst/>
          </a:prstGeom>
          <a:noFill/>
          <a:ln>
            <a:noFill/>
          </a:ln>
        </p:spPr>
        <p:style>
          <a:lnRef idx="0">
            <a:scrgbClr r="0" g="0" b="0"/>
          </a:lnRef>
          <a:fillRef idx="0">
            <a:scrgbClr r="0" g="0" b="0"/>
          </a:fillRef>
          <a:effectRef idx="0">
            <a:scrgbClr r="0" g="0" b="0"/>
          </a:effectRef>
          <a:fontRef idx="minor"/>
        </p:style>
      </p:sp>
      <p:sp>
        <p:nvSpPr>
          <p:cNvPr id="483" name="CustomShape 4"/>
          <p:cNvSpPr/>
          <p:nvPr/>
        </p:nvSpPr>
        <p:spPr>
          <a:xfrm>
            <a:off x="628560" y="2157571"/>
            <a:ext cx="7221960" cy="2561149"/>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b="1" spc="-1">
                <a:solidFill>
                  <a:srgbClr val="000000"/>
                </a:solidFill>
                <a:latin typeface="Calibri Light"/>
                <a:ea typeface="Arial Unicode MS"/>
              </a:rPr>
              <a:t>Before discussing data transfer in TCP and the issues such as flow, error, and congestion control, we describe the windows used in TCP. </a:t>
            </a:r>
            <a:endParaRPr lang="en-IN" spc="-1">
              <a:latin typeface="Arial"/>
            </a:endParaRPr>
          </a:p>
          <a:p>
            <a:pPr marL="342892" indent="-342622" algn="just">
              <a:buClr>
                <a:srgbClr val="000000"/>
              </a:buClr>
              <a:buFont typeface="Arial"/>
              <a:buChar char="•"/>
            </a:pPr>
            <a:r>
              <a:rPr lang="en-US" b="1" spc="-1">
                <a:solidFill>
                  <a:srgbClr val="000000"/>
                </a:solidFill>
                <a:latin typeface="Calibri Light"/>
                <a:ea typeface="Arial Unicode MS"/>
              </a:rPr>
              <a:t>TCP uses two windows (send window and receive window) for each direction of data transfer, which means four windows for a bidirectional communication.</a:t>
            </a:r>
            <a:endParaRPr lang="en-IN" spc="-1">
              <a:latin typeface="Arial"/>
            </a:endParaRPr>
          </a:p>
          <a:p>
            <a:pPr marL="342892" indent="-342622" algn="just">
              <a:buClr>
                <a:srgbClr val="000000"/>
              </a:buClr>
              <a:buFont typeface="Arial"/>
              <a:buChar char="•"/>
            </a:pPr>
            <a:r>
              <a:rPr lang="en-US" b="1" spc="-1">
                <a:solidFill>
                  <a:srgbClr val="000000"/>
                </a:solidFill>
                <a:latin typeface="Calibri Light"/>
                <a:ea typeface="Arial Unicode MS"/>
              </a:rPr>
              <a:t> To make the discussion simple, we make an assumption that communication is only unidirectional; </a:t>
            </a:r>
            <a:endParaRPr lang="en-IN" spc="-1">
              <a:latin typeface="Arial"/>
            </a:endParaRPr>
          </a:p>
          <a:p>
            <a:pPr marL="342892" indent="-342622" algn="just">
              <a:buClr>
                <a:srgbClr val="000000"/>
              </a:buClr>
              <a:buFont typeface="Arial"/>
              <a:buChar char="•"/>
            </a:pPr>
            <a:r>
              <a:rPr lang="en-US" b="1" spc="-1">
                <a:solidFill>
                  <a:srgbClr val="000000"/>
                </a:solidFill>
                <a:latin typeface="Calibri Light"/>
                <a:ea typeface="Arial Unicode MS"/>
              </a:rPr>
              <a:t>The bidirectional communication can be inferred using two unidirectional communications with piggybacking.</a:t>
            </a:r>
            <a:endParaRPr lang="en-IN" spc="-1">
              <a:latin typeface="Arial"/>
            </a:endParaRPr>
          </a:p>
        </p:txBody>
      </p:sp>
      <p:sp>
        <p:nvSpPr>
          <p:cNvPr id="484" name="CustomShape 5"/>
          <p:cNvSpPr/>
          <p:nvPr/>
        </p:nvSpPr>
        <p:spPr>
          <a:xfrm>
            <a:off x="666091" y="1428302"/>
            <a:ext cx="3534493" cy="437491"/>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400" b="1" spc="-1">
                <a:solidFill>
                  <a:srgbClr val="000000"/>
                </a:solidFill>
                <a:latin typeface="Calibri"/>
              </a:rPr>
              <a:t>TCP Window Management</a:t>
            </a:r>
            <a:endParaRPr lang="en-IN" sz="2400" spc="-1">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86"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4EBCE28A-DA5A-4BBD-A296-B0126BE2256E}" type="slidenum">
              <a:rPr lang="en-US" sz="900" spc="-1">
                <a:solidFill>
                  <a:srgbClr val="8B8B8B"/>
                </a:solidFill>
                <a:latin typeface="Tahoma"/>
              </a:rPr>
              <a:t>36</a:t>
            </a:fld>
            <a:endParaRPr lang="en-IN" sz="900" spc="-1">
              <a:latin typeface="Times New Roman"/>
            </a:endParaRPr>
          </a:p>
        </p:txBody>
      </p:sp>
      <p:sp>
        <p:nvSpPr>
          <p:cNvPr id="487" name="CustomShape 3"/>
          <p:cNvSpPr/>
          <p:nvPr/>
        </p:nvSpPr>
        <p:spPr>
          <a:xfrm>
            <a:off x="1885950" y="925020"/>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spc="-1">
                <a:solidFill>
                  <a:srgbClr val="0000FF"/>
                </a:solidFill>
                <a:latin typeface="Times New Roman"/>
              </a:rPr>
              <a:t>Figure 15.22</a:t>
            </a:r>
            <a:r>
              <a:rPr lang="en-US" sz="1350" b="1" spc="-1">
                <a:solidFill>
                  <a:srgbClr val="ED7D31"/>
                </a:solidFill>
                <a:latin typeface="Times New Roman"/>
              </a:rPr>
              <a:t>    </a:t>
            </a:r>
            <a:r>
              <a:rPr lang="en-US" sz="1350" b="1" i="1" spc="-1">
                <a:solidFill>
                  <a:srgbClr val="000000"/>
                </a:solidFill>
                <a:latin typeface="Times New Roman"/>
              </a:rPr>
              <a:t>Send window in TCP</a:t>
            </a:r>
            <a:endParaRPr lang="en-IN" sz="1350" spc="-1">
              <a:latin typeface="Arial"/>
            </a:endParaRPr>
          </a:p>
        </p:txBody>
      </p:sp>
      <p:sp>
        <p:nvSpPr>
          <p:cNvPr id="488"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489"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490"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491"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492"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493"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494"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495" name="Picture 11_2"/>
          <p:cNvPicPr/>
          <p:nvPr/>
        </p:nvPicPr>
        <p:blipFill>
          <a:blip r:embed="rId3"/>
          <a:stretch/>
        </p:blipFill>
        <p:spPr>
          <a:xfrm>
            <a:off x="1330020" y="1700190"/>
            <a:ext cx="6460020" cy="2034450"/>
          </a:xfrm>
          <a:prstGeom prst="rect">
            <a:avLst/>
          </a:prstGeom>
          <a:ln>
            <a:noFill/>
          </a:ln>
        </p:spPr>
      </p:pic>
      <p:pic>
        <p:nvPicPr>
          <p:cNvPr id="496" name="Picture 12_2"/>
          <p:cNvPicPr/>
          <p:nvPr/>
        </p:nvPicPr>
        <p:blipFill>
          <a:blip r:embed="rId4"/>
          <a:stretch/>
        </p:blipFill>
        <p:spPr>
          <a:xfrm>
            <a:off x="1552500" y="3970620"/>
            <a:ext cx="6237540" cy="1389150"/>
          </a:xfrm>
          <a:prstGeom prst="rect">
            <a:avLst/>
          </a:prstGeom>
          <a:ln>
            <a:noFill/>
          </a:ln>
        </p:spPr>
      </p:pic>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53" presetClass="entr" fill="hold" nodeType="clickEffect">
                                  <p:stCondLst>
                                    <p:cond delay="0"/>
                                  </p:stCondLst>
                                  <p:childTnLst>
                                    <p:set>
                                      <p:cBhvr>
                                        <p:cTn id="6" dur="1" fill="hold">
                                          <p:stCondLst>
                                            <p:cond delay="0"/>
                                          </p:stCondLst>
                                        </p:cTn>
                                        <p:tgtEl>
                                          <p:spTgt spid="495"/>
                                        </p:tgtEl>
                                        <p:attrNameLst>
                                          <p:attrName>style.visibility</p:attrName>
                                        </p:attrNameLst>
                                      </p:cBhvr>
                                      <p:to>
                                        <p:strVal val="visible"/>
                                      </p:to>
                                    </p:set>
                                    <p:anim calcmode="lin" valueType="num">
                                      <p:cBhvr additive="repl">
                                        <p:cTn id="7" dur="500" fill="hold"/>
                                        <p:tgtEl>
                                          <p:spTgt spid="495"/>
                                        </p:tgtEl>
                                        <p:attrNameLst>
                                          <p:attrName>ppt_w</p:attrName>
                                        </p:attrNameLst>
                                      </p:cBhvr>
                                      <p:tavLst>
                                        <p:tav tm="0">
                                          <p:val>
                                            <p:fltVal val="0"/>
                                          </p:val>
                                        </p:tav>
                                        <p:tav tm="100000">
                                          <p:val>
                                            <p:strVal val="#ppt_w"/>
                                          </p:val>
                                        </p:tav>
                                      </p:tavLst>
                                    </p:anim>
                                    <p:anim calcmode="lin" valueType="num">
                                      <p:cBhvr additive="repl">
                                        <p:cTn id="8" dur="500" fill="hold"/>
                                        <p:tgtEl>
                                          <p:spTgt spid="495"/>
                                        </p:tgtEl>
                                        <p:attrNameLst>
                                          <p:attrName>ppt_h</p:attrName>
                                        </p:attrNameLst>
                                      </p:cBhvr>
                                      <p:tavLst>
                                        <p:tav tm="0">
                                          <p:val>
                                            <p:fltVal val="0"/>
                                          </p:val>
                                        </p:tav>
                                        <p:tav tm="100000">
                                          <p:val>
                                            <p:strVal val="#ppt_h"/>
                                          </p:val>
                                        </p:tav>
                                      </p:tavLst>
                                    </p:anim>
                                    <p:animEffect transition="in" filter="fade">
                                      <p:cBhvr additive="repl">
                                        <p:cTn id="9" dur="500"/>
                                        <p:tgtEl>
                                          <p:spTgt spid="495"/>
                                        </p:tgtEl>
                                      </p:cBhvr>
                                    </p:animEffect>
                                  </p:childTnLst>
                                </p:cTn>
                              </p:par>
                            </p:childTnLst>
                          </p:cTn>
                        </p:par>
                      </p:childTnLst>
                    </p:cTn>
                  </p:par>
                  <p:par>
                    <p:cTn id="10" fill="hold" nodeType="clickEffect">
                      <p:stCondLst>
                        <p:cond delay="indefinite"/>
                      </p:stCondLst>
                      <p:childTnLst>
                        <p:par>
                          <p:cTn id="11" fill="hold" nodeType="withEffect">
                            <p:stCondLst>
                              <p:cond delay="0"/>
                            </p:stCondLst>
                            <p:childTnLst>
                              <p:par>
                                <p:cTn id="12" presetID="53" presetClass="entr" fill="hold" nodeType="clickEffect">
                                  <p:stCondLst>
                                    <p:cond delay="0"/>
                                  </p:stCondLst>
                                  <p:childTnLst>
                                    <p:set>
                                      <p:cBhvr>
                                        <p:cTn id="13" dur="1" fill="hold">
                                          <p:stCondLst>
                                            <p:cond delay="0"/>
                                          </p:stCondLst>
                                        </p:cTn>
                                        <p:tgtEl>
                                          <p:spTgt spid="496"/>
                                        </p:tgtEl>
                                        <p:attrNameLst>
                                          <p:attrName>style.visibility</p:attrName>
                                        </p:attrNameLst>
                                      </p:cBhvr>
                                      <p:to>
                                        <p:strVal val="visible"/>
                                      </p:to>
                                    </p:set>
                                    <p:anim calcmode="lin" valueType="num">
                                      <p:cBhvr additive="repl">
                                        <p:cTn id="14" dur="500" fill="hold"/>
                                        <p:tgtEl>
                                          <p:spTgt spid="496"/>
                                        </p:tgtEl>
                                        <p:attrNameLst>
                                          <p:attrName>ppt_w</p:attrName>
                                        </p:attrNameLst>
                                      </p:cBhvr>
                                      <p:tavLst>
                                        <p:tav tm="0">
                                          <p:val>
                                            <p:fltVal val="0"/>
                                          </p:val>
                                        </p:tav>
                                        <p:tav tm="100000">
                                          <p:val>
                                            <p:strVal val="#ppt_w"/>
                                          </p:val>
                                        </p:tav>
                                      </p:tavLst>
                                    </p:anim>
                                    <p:anim calcmode="lin" valueType="num">
                                      <p:cBhvr additive="repl">
                                        <p:cTn id="15" dur="500" fill="hold"/>
                                        <p:tgtEl>
                                          <p:spTgt spid="496"/>
                                        </p:tgtEl>
                                        <p:attrNameLst>
                                          <p:attrName>ppt_h</p:attrName>
                                        </p:attrNameLst>
                                      </p:cBhvr>
                                      <p:tavLst>
                                        <p:tav tm="0">
                                          <p:val>
                                            <p:fltVal val="0"/>
                                          </p:val>
                                        </p:tav>
                                        <p:tav tm="100000">
                                          <p:val>
                                            <p:strVal val="#ppt_h"/>
                                          </p:val>
                                        </p:tav>
                                      </p:tavLst>
                                    </p:anim>
                                    <p:animEffect transition="in" filter="fade">
                                      <p:cBhvr additive="repl">
                                        <p:cTn id="16" dur="500"/>
                                        <p:tgtEl>
                                          <p:spTgt spid="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498"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636FEFF8-9F48-4D33-9C97-29806192BC63}" type="slidenum">
              <a:rPr lang="en-US" sz="900" spc="-1">
                <a:solidFill>
                  <a:srgbClr val="8B8B8B"/>
                </a:solidFill>
                <a:latin typeface="Tahoma"/>
              </a:rPr>
              <a:t>37</a:t>
            </a:fld>
            <a:endParaRPr lang="en-IN" sz="900" spc="-1">
              <a:latin typeface="Times New Roman"/>
            </a:endParaRPr>
          </a:p>
        </p:txBody>
      </p:sp>
      <p:sp>
        <p:nvSpPr>
          <p:cNvPr id="499" name="CustomShape 3"/>
          <p:cNvSpPr/>
          <p:nvPr/>
        </p:nvSpPr>
        <p:spPr>
          <a:xfrm>
            <a:off x="1885950" y="925020"/>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spc="-1">
                <a:solidFill>
                  <a:srgbClr val="0000FF"/>
                </a:solidFill>
                <a:latin typeface="Times New Roman"/>
              </a:rPr>
              <a:t>Figure 15.23</a:t>
            </a:r>
            <a:r>
              <a:rPr lang="en-US" sz="1350" b="1" spc="-1">
                <a:solidFill>
                  <a:srgbClr val="ED7D31"/>
                </a:solidFill>
                <a:latin typeface="Times New Roman"/>
              </a:rPr>
              <a:t>   </a:t>
            </a:r>
            <a:r>
              <a:rPr lang="en-US" sz="1350" b="1" i="1" spc="-1">
                <a:solidFill>
                  <a:srgbClr val="000000"/>
                </a:solidFill>
                <a:latin typeface="Times New Roman"/>
              </a:rPr>
              <a:t>Receive window in TCP</a:t>
            </a:r>
            <a:endParaRPr lang="en-IN" sz="1350" spc="-1">
              <a:latin typeface="Arial"/>
            </a:endParaRPr>
          </a:p>
        </p:txBody>
      </p:sp>
      <p:sp>
        <p:nvSpPr>
          <p:cNvPr id="500"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01"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502"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503"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504"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505"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06"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507" name="Picture 10_1"/>
          <p:cNvPicPr/>
          <p:nvPr/>
        </p:nvPicPr>
        <p:blipFill>
          <a:blip r:embed="rId3"/>
          <a:stretch/>
        </p:blipFill>
        <p:spPr>
          <a:xfrm>
            <a:off x="1846530" y="1600290"/>
            <a:ext cx="5868450" cy="3944160"/>
          </a:xfrm>
          <a:prstGeom prst="rect">
            <a:avLst/>
          </a:prstGeom>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E7C73F0D-0194-496A-B715-4AB88D09ACAE}" type="slidenum">
              <a:rPr lang="en-US" sz="1500" b="1" spc="-1" baseline="-18000">
                <a:solidFill>
                  <a:srgbClr val="E7E6E6"/>
                </a:solidFill>
                <a:latin typeface="Arial"/>
              </a:rPr>
              <a:t>38</a:t>
            </a:fld>
            <a:endParaRPr lang="en-IN" sz="1500" spc="-1">
              <a:latin typeface="Times New Roman"/>
            </a:endParaRPr>
          </a:p>
        </p:txBody>
      </p:sp>
      <p:sp>
        <p:nvSpPr>
          <p:cNvPr id="509"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510"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511" name="CustomShape 4"/>
          <p:cNvSpPr/>
          <p:nvPr/>
        </p:nvSpPr>
        <p:spPr>
          <a:xfrm>
            <a:off x="1904582" y="1142913"/>
            <a:ext cx="1842170"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b="1" spc="-1" baseline="-18000">
                <a:solidFill>
                  <a:srgbClr val="954F72"/>
                </a:solidFill>
                <a:latin typeface="Times New Roman"/>
              </a:rPr>
              <a:t>Figure 23.22  </a:t>
            </a:r>
            <a:r>
              <a:rPr lang="en-US" sz="1500" b="1" i="1" spc="-1" baseline="-18000">
                <a:solidFill>
                  <a:srgbClr val="000000"/>
                </a:solidFill>
                <a:latin typeface="Times New Roman"/>
              </a:rPr>
              <a:t>Sliding window</a:t>
            </a:r>
            <a:endParaRPr lang="en-IN" sz="1500" spc="-1">
              <a:latin typeface="Arial"/>
            </a:endParaRPr>
          </a:p>
        </p:txBody>
      </p:sp>
      <p:sp>
        <p:nvSpPr>
          <p:cNvPr id="512"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513" name="Picture 6_8"/>
          <p:cNvPicPr/>
          <p:nvPr/>
        </p:nvPicPr>
        <p:blipFill>
          <a:blip r:embed="rId3"/>
          <a:stretch/>
        </p:blipFill>
        <p:spPr>
          <a:xfrm>
            <a:off x="1615680" y="2400300"/>
            <a:ext cx="5299290" cy="1945080"/>
          </a:xfrm>
          <a:prstGeom prst="rect">
            <a:avLst/>
          </a:prstGeom>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4F4438C8-6913-4E1D-A42C-C6A6601C5431}" type="slidenum">
              <a:rPr lang="en-US" sz="1500" b="1" spc="-1" baseline="-18000">
                <a:solidFill>
                  <a:srgbClr val="E7E6E6"/>
                </a:solidFill>
                <a:latin typeface="Arial"/>
              </a:rPr>
              <a:t>39</a:t>
            </a:fld>
            <a:endParaRPr lang="en-IN" sz="1500" spc="-1">
              <a:latin typeface="Times New Roman"/>
            </a:endParaRPr>
          </a:p>
        </p:txBody>
      </p:sp>
      <p:sp>
        <p:nvSpPr>
          <p:cNvPr id="515" name="CustomShape 2"/>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16" name="CustomShape 3"/>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517" name="CustomShape 4"/>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518" name="CustomShape 5"/>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519" name="CustomShape 6"/>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520" name="CustomShape 7"/>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21" name="CustomShape 8"/>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522" name="Line 9"/>
          <p:cNvSpPr/>
          <p:nvPr/>
        </p:nvSpPr>
        <p:spPr>
          <a:xfrm>
            <a:off x="1485810" y="2457270"/>
            <a:ext cx="6114960" cy="0"/>
          </a:xfrm>
          <a:prstGeom prst="line">
            <a:avLst/>
          </a:prstGeom>
          <a:ln w="76320">
            <a:solidFill>
              <a:srgbClr val="009900"/>
            </a:solidFill>
            <a:round/>
          </a:ln>
        </p:spPr>
        <p:style>
          <a:lnRef idx="0">
            <a:scrgbClr r="0" g="0" b="0"/>
          </a:lnRef>
          <a:fillRef idx="0">
            <a:scrgbClr r="0" g="0" b="0"/>
          </a:fillRef>
          <a:effectRef idx="0">
            <a:scrgbClr r="0" g="0" b="0"/>
          </a:effectRef>
          <a:fontRef idx="minor"/>
        </p:style>
      </p:sp>
      <p:sp>
        <p:nvSpPr>
          <p:cNvPr id="523" name="Line 10"/>
          <p:cNvSpPr/>
          <p:nvPr/>
        </p:nvSpPr>
        <p:spPr>
          <a:xfrm>
            <a:off x="1486890" y="4857570"/>
            <a:ext cx="6115230" cy="0"/>
          </a:xfrm>
          <a:prstGeom prst="line">
            <a:avLst/>
          </a:prstGeom>
          <a:ln w="76320">
            <a:solidFill>
              <a:srgbClr val="009900"/>
            </a:solidFill>
            <a:round/>
          </a:ln>
        </p:spPr>
        <p:style>
          <a:lnRef idx="0">
            <a:scrgbClr r="0" g="0" b="0"/>
          </a:lnRef>
          <a:fillRef idx="0">
            <a:scrgbClr r="0" g="0" b="0"/>
          </a:fillRef>
          <a:effectRef idx="0">
            <a:scrgbClr r="0" g="0" b="0"/>
          </a:effectRef>
          <a:fontRef idx="minor"/>
        </p:style>
      </p:sp>
      <p:sp>
        <p:nvSpPr>
          <p:cNvPr id="524" name="CustomShape 11"/>
          <p:cNvSpPr/>
          <p:nvPr/>
        </p:nvSpPr>
        <p:spPr>
          <a:xfrm>
            <a:off x="1514430" y="2526392"/>
            <a:ext cx="6057720" cy="2037929"/>
          </a:xfrm>
          <a:prstGeom prst="rect">
            <a:avLst/>
          </a:prstGeom>
          <a:solidFill>
            <a:srgbClr val="99FF33"/>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spc="-1" baseline="-18000">
                <a:solidFill>
                  <a:srgbClr val="000000"/>
                </a:solidFill>
                <a:latin typeface="Arial"/>
              </a:rPr>
              <a:t>A sliding window is used to make transmission more efficient as well as</a:t>
            </a:r>
            <a:endParaRPr lang="en-IN" sz="2400" spc="-1">
              <a:latin typeface="Arial"/>
            </a:endParaRPr>
          </a:p>
          <a:p>
            <a:pPr algn="ctr">
              <a:lnSpc>
                <a:spcPct val="100000"/>
              </a:lnSpc>
            </a:pPr>
            <a:r>
              <a:rPr lang="en-US" sz="2400" b="1" spc="-1" baseline="-18000">
                <a:solidFill>
                  <a:srgbClr val="000000"/>
                </a:solidFill>
                <a:latin typeface="Arial"/>
              </a:rPr>
              <a:t>to control the flow of data so that the destination does not become</a:t>
            </a:r>
            <a:endParaRPr lang="en-IN" sz="2400" spc="-1">
              <a:latin typeface="Arial"/>
            </a:endParaRPr>
          </a:p>
          <a:p>
            <a:pPr algn="ctr">
              <a:lnSpc>
                <a:spcPct val="100000"/>
              </a:lnSpc>
            </a:pPr>
            <a:r>
              <a:rPr lang="en-US" sz="2400" b="1" spc="-1" baseline="-18000">
                <a:solidFill>
                  <a:srgbClr val="000000"/>
                </a:solidFill>
                <a:latin typeface="Arial"/>
              </a:rPr>
              <a:t>overwhelmed with data. </a:t>
            </a:r>
            <a:br>
              <a:rPr sz="1350"/>
            </a:br>
            <a:r>
              <a:rPr lang="en-US" sz="2400" b="1" spc="-1" baseline="-18000">
                <a:solidFill>
                  <a:srgbClr val="000000"/>
                </a:solidFill>
                <a:latin typeface="Arial"/>
              </a:rPr>
              <a:t>TCP sliding windows are byte-oriented.</a:t>
            </a:r>
            <a:endParaRPr lang="en-IN" sz="2400" spc="-1">
              <a:latin typeface="Arial"/>
            </a:endParaRPr>
          </a:p>
        </p:txBody>
      </p:sp>
      <p:grpSp>
        <p:nvGrpSpPr>
          <p:cNvPr id="525" name="Group 12"/>
          <p:cNvGrpSpPr/>
          <p:nvPr/>
        </p:nvGrpSpPr>
        <p:grpSpPr>
          <a:xfrm>
            <a:off x="1485810" y="1943189"/>
            <a:ext cx="856980" cy="424710"/>
            <a:chOff x="1981080" y="1447920"/>
            <a:chExt cx="1142640" cy="566280"/>
          </a:xfrm>
        </p:grpSpPr>
        <p:pic>
          <p:nvPicPr>
            <p:cNvPr id="526" name="Picture 13_4"/>
            <p:cNvPicPr/>
            <p:nvPr/>
          </p:nvPicPr>
          <p:blipFill>
            <a:blip r:embed="rId3"/>
            <a:stretch/>
          </p:blipFill>
          <p:spPr>
            <a:xfrm>
              <a:off x="1981080" y="1447920"/>
              <a:ext cx="1142640" cy="566280"/>
            </a:xfrm>
            <a:prstGeom prst="rect">
              <a:avLst/>
            </a:prstGeom>
            <a:ln>
              <a:noFill/>
            </a:ln>
          </p:spPr>
        </p:pic>
        <p:sp>
          <p:nvSpPr>
            <p:cNvPr id="527" name="CustomShape 13"/>
            <p:cNvSpPr/>
            <p:nvPr/>
          </p:nvSpPr>
          <p:spPr>
            <a:xfrm>
              <a:off x="2260800" y="1447920"/>
              <a:ext cx="647356"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baseline="-18000">
                  <a:solidFill>
                    <a:srgbClr val="0563C1"/>
                  </a:solidFill>
                  <a:latin typeface="Times New Roman"/>
                </a:rPr>
                <a:t>Note</a:t>
              </a:r>
              <a:endParaRPr lang="en-IN" sz="2100" spc="-1">
                <a:latin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22AD7AD8-B4A8-4B89-B046-C48053289FC5}" type="slidenum">
              <a:rPr lang="en-US" sz="1500" b="1" spc="-1" baseline="-18000">
                <a:solidFill>
                  <a:srgbClr val="E7E6E6"/>
                </a:solidFill>
                <a:latin typeface="Arial"/>
              </a:rPr>
              <a:t>40</a:t>
            </a:fld>
            <a:endParaRPr lang="en-IN" sz="1500" spc="-1">
              <a:latin typeface="Times New Roman"/>
            </a:endParaRPr>
          </a:p>
        </p:txBody>
      </p:sp>
      <p:sp>
        <p:nvSpPr>
          <p:cNvPr id="529" name="CustomShape 2"/>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30" name="CustomShape 3"/>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531" name="CustomShape 4"/>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532" name="CustomShape 5"/>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533" name="CustomShape 6"/>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534" name="CustomShape 7"/>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35" name="CustomShape 8"/>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536" name="CustomShape 9"/>
          <p:cNvSpPr/>
          <p:nvPr/>
        </p:nvSpPr>
        <p:spPr>
          <a:xfrm>
            <a:off x="1314360" y="1714501"/>
            <a:ext cx="6514830" cy="606768"/>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sz="2100" b="1" i="1" spc="-1" baseline="-18000">
                <a:solidFill>
                  <a:srgbClr val="000000"/>
                </a:solidFill>
                <a:latin typeface="Times New Roman"/>
              </a:rPr>
              <a:t>What is the value of the receiver window (rwnd) for host A if the receiver, host B, has a buffer size of 5000 bytes and 1000 bytes of received and unprocessed data?</a:t>
            </a:r>
            <a:endParaRPr lang="en-IN" sz="2100" spc="-1">
              <a:latin typeface="Arial"/>
            </a:endParaRPr>
          </a:p>
        </p:txBody>
      </p:sp>
      <p:sp>
        <p:nvSpPr>
          <p:cNvPr id="537" name="CustomShape 10"/>
          <p:cNvSpPr/>
          <p:nvPr/>
        </p:nvSpPr>
        <p:spPr>
          <a:xfrm>
            <a:off x="2365472" y="857254"/>
            <a:ext cx="1299329" cy="437491"/>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400" b="1" i="1" spc="-1" baseline="-18000">
                <a:solidFill>
                  <a:srgbClr val="0563C1"/>
                </a:solidFill>
                <a:latin typeface="Times New Roman"/>
              </a:rPr>
              <a:t>Example 23.4</a:t>
            </a:r>
            <a:endParaRPr lang="en-IN" sz="2400" spc="-1">
              <a:latin typeface="Arial"/>
            </a:endParaRPr>
          </a:p>
        </p:txBody>
      </p:sp>
      <p:sp>
        <p:nvSpPr>
          <p:cNvPr id="538" name="CustomShape 11"/>
          <p:cNvSpPr/>
          <p:nvPr/>
        </p:nvSpPr>
        <p:spPr>
          <a:xfrm>
            <a:off x="1257390" y="2914652"/>
            <a:ext cx="6514830" cy="929934"/>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sz="2100" b="1" i="1" spc="-1" baseline="-18000">
                <a:solidFill>
                  <a:srgbClr val="0563C1"/>
                </a:solidFill>
                <a:latin typeface="Times New Roman"/>
              </a:rPr>
              <a:t>Solution</a:t>
            </a:r>
            <a:endParaRPr lang="en-IN" sz="2100" spc="-1">
              <a:latin typeface="Arial"/>
            </a:endParaRPr>
          </a:p>
          <a:p>
            <a:pPr algn="just">
              <a:lnSpc>
                <a:spcPct val="100000"/>
              </a:lnSpc>
            </a:pPr>
            <a:r>
              <a:rPr lang="en-US" sz="2100" b="1" i="1" spc="-1" baseline="-18000">
                <a:solidFill>
                  <a:srgbClr val="000000"/>
                </a:solidFill>
                <a:latin typeface="Times New Roman"/>
              </a:rPr>
              <a:t>The value of rwnd = 5000 − 1000 = 4000. Host B can receive only 4000 bytes of data before overflowing its buffer. Host B advertises this value in its next segment to A.</a:t>
            </a:r>
            <a:endParaRPr lang="en-IN" sz="2100"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6EDB2E93-62FD-47BB-851A-7A6787C1278C}" type="slidenum">
              <a:rPr lang="en-US" sz="1500" b="1" spc="-1" baseline="-18000">
                <a:solidFill>
                  <a:srgbClr val="E7E6E6"/>
                </a:solidFill>
                <a:latin typeface="Arial"/>
              </a:rPr>
              <a:t>41</a:t>
            </a:fld>
            <a:endParaRPr lang="en-IN" sz="1500" spc="-1">
              <a:latin typeface="Times New Roman"/>
            </a:endParaRPr>
          </a:p>
        </p:txBody>
      </p:sp>
      <p:sp>
        <p:nvSpPr>
          <p:cNvPr id="540" name="CustomShape 2"/>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41" name="CustomShape 3"/>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542" name="CustomShape 4"/>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543" name="CustomShape 5"/>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544" name="CustomShape 6"/>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545" name="CustomShape 7"/>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46" name="CustomShape 8"/>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547" name="CustomShape 9"/>
          <p:cNvSpPr/>
          <p:nvPr/>
        </p:nvSpPr>
        <p:spPr>
          <a:xfrm>
            <a:off x="1314360" y="1714500"/>
            <a:ext cx="6514830" cy="606768"/>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sz="2100" b="1" i="1" spc="-1" baseline="-18000">
                <a:solidFill>
                  <a:srgbClr val="000000"/>
                </a:solidFill>
                <a:latin typeface="Times New Roman"/>
              </a:rPr>
              <a:t>What is the size of the window for host A if the value of rwnd is 3000 bytes and the value of cwnd is 3500 bytes?</a:t>
            </a:r>
            <a:endParaRPr lang="en-IN" sz="2100" spc="-1">
              <a:latin typeface="Arial"/>
            </a:endParaRPr>
          </a:p>
        </p:txBody>
      </p:sp>
      <p:sp>
        <p:nvSpPr>
          <p:cNvPr id="548" name="CustomShape 10"/>
          <p:cNvSpPr/>
          <p:nvPr/>
        </p:nvSpPr>
        <p:spPr>
          <a:xfrm>
            <a:off x="2365472" y="857254"/>
            <a:ext cx="1299329" cy="437491"/>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400" b="1" i="1" spc="-1" baseline="-18000">
                <a:solidFill>
                  <a:srgbClr val="0563C1"/>
                </a:solidFill>
                <a:latin typeface="Times New Roman"/>
              </a:rPr>
              <a:t>Example 23.5</a:t>
            </a:r>
            <a:endParaRPr lang="en-IN" sz="2400" spc="-1">
              <a:latin typeface="Arial"/>
            </a:endParaRPr>
          </a:p>
        </p:txBody>
      </p:sp>
      <p:sp>
        <p:nvSpPr>
          <p:cNvPr id="549" name="CustomShape 11"/>
          <p:cNvSpPr/>
          <p:nvPr/>
        </p:nvSpPr>
        <p:spPr>
          <a:xfrm>
            <a:off x="1257390" y="3143341"/>
            <a:ext cx="6514830" cy="71449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sz="2100" b="1" i="1" spc="-1" baseline="-18000">
                <a:solidFill>
                  <a:srgbClr val="0563C1"/>
                </a:solidFill>
                <a:latin typeface="Times New Roman"/>
              </a:rPr>
              <a:t>Solution</a:t>
            </a:r>
            <a:endParaRPr lang="en-IN" sz="2100" spc="-1">
              <a:latin typeface="Arial"/>
            </a:endParaRPr>
          </a:p>
          <a:p>
            <a:pPr algn="just">
              <a:lnSpc>
                <a:spcPct val="100000"/>
              </a:lnSpc>
            </a:pPr>
            <a:r>
              <a:rPr lang="en-US" sz="2100" b="1" i="1" spc="-1" baseline="-18000">
                <a:solidFill>
                  <a:srgbClr val="000000"/>
                </a:solidFill>
                <a:latin typeface="Times New Roman"/>
              </a:rPr>
              <a:t>The size of the window is the smaller of rwnd and cwnd, which is 3000 bytes.</a:t>
            </a:r>
            <a:endParaRPr lang="en-IN" sz="2100" spc="-1">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04B15524-A972-4335-9459-ABCF6EF8C90A}" type="slidenum">
              <a:rPr lang="en-US" sz="1500" b="1" spc="-1" baseline="-18000">
                <a:solidFill>
                  <a:srgbClr val="E7E6E6"/>
                </a:solidFill>
                <a:latin typeface="Arial"/>
              </a:rPr>
              <a:t>42</a:t>
            </a:fld>
            <a:endParaRPr lang="en-IN" sz="1500" spc="-1">
              <a:latin typeface="Times New Roman"/>
            </a:endParaRPr>
          </a:p>
        </p:txBody>
      </p:sp>
      <p:sp>
        <p:nvSpPr>
          <p:cNvPr id="551" name="CustomShape 2"/>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52" name="CustomShape 3"/>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553" name="CustomShape 4"/>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554" name="CustomShape 5"/>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555" name="CustomShape 6"/>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556" name="CustomShape 7"/>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57" name="CustomShape 8"/>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558" name="CustomShape 9"/>
          <p:cNvSpPr/>
          <p:nvPr/>
        </p:nvSpPr>
        <p:spPr>
          <a:xfrm>
            <a:off x="1314360" y="1714504"/>
            <a:ext cx="6514830" cy="1683986"/>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just">
              <a:lnSpc>
                <a:spcPct val="100000"/>
              </a:lnSpc>
            </a:pPr>
            <a:r>
              <a:rPr lang="en-US" sz="2100" b="1" i="1" spc="-1" baseline="-18000">
                <a:solidFill>
                  <a:srgbClr val="000000"/>
                </a:solidFill>
                <a:latin typeface="Times New Roman"/>
              </a:rPr>
              <a:t>Figure 23.23 shows an unrealistic example of a sliding window. The sender has sent bytes up to 202. We assume that cwnd is 20 (in reality this value is thousands of bytes). The receiver has sent an acknowledgment number of 200 with an rwnd of 9 bytes (in reality this value is thousands of bytes). The size of the sender window is the minimum of rwnd and cwnd, or 9 bytes. Bytes 200 to 202 are sent, but not acknowledged. Bytes 203 to 208 can be sent without worrying about acknowledgment. Bytes 209 and above cannot be sent.</a:t>
            </a:r>
            <a:endParaRPr lang="en-IN" sz="2100" spc="-1">
              <a:latin typeface="Arial"/>
            </a:endParaRPr>
          </a:p>
        </p:txBody>
      </p:sp>
      <p:sp>
        <p:nvSpPr>
          <p:cNvPr id="559" name="CustomShape 10"/>
          <p:cNvSpPr/>
          <p:nvPr/>
        </p:nvSpPr>
        <p:spPr>
          <a:xfrm>
            <a:off x="2365472" y="857254"/>
            <a:ext cx="1299329" cy="437491"/>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400" b="1" i="1" spc="-1" baseline="-18000">
                <a:solidFill>
                  <a:srgbClr val="0563C1"/>
                </a:solidFill>
                <a:latin typeface="Times New Roman"/>
              </a:rPr>
              <a:t>Example 23.6</a:t>
            </a:r>
            <a:endParaRPr lang="en-IN" sz="2400" spc="-1">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CB67A11E-8AA7-470C-B027-B2AA8FC8C5FE}" type="slidenum">
              <a:rPr lang="en-US" sz="1500" b="1" spc="-1" baseline="-18000">
                <a:solidFill>
                  <a:srgbClr val="E7E6E6"/>
                </a:solidFill>
                <a:latin typeface="Arial"/>
              </a:rPr>
              <a:t>43</a:t>
            </a:fld>
            <a:endParaRPr lang="en-IN" sz="1500" spc="-1">
              <a:latin typeface="Times New Roman"/>
            </a:endParaRPr>
          </a:p>
        </p:txBody>
      </p:sp>
      <p:sp>
        <p:nvSpPr>
          <p:cNvPr id="561"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562"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563" name="CustomShape 4"/>
          <p:cNvSpPr/>
          <p:nvPr/>
        </p:nvSpPr>
        <p:spPr>
          <a:xfrm>
            <a:off x="1877312" y="1142913"/>
            <a:ext cx="1757340"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b="1" spc="-1" baseline="-18000">
                <a:solidFill>
                  <a:srgbClr val="954F72"/>
                </a:solidFill>
                <a:latin typeface="Times New Roman"/>
              </a:rPr>
              <a:t>Figure 23.23  </a:t>
            </a:r>
            <a:r>
              <a:rPr lang="en-US" sz="1500" b="1" i="1" spc="-1" baseline="-18000">
                <a:solidFill>
                  <a:srgbClr val="000000"/>
                </a:solidFill>
                <a:latin typeface="Times New Roman"/>
              </a:rPr>
              <a:t>Example 23.6</a:t>
            </a:r>
            <a:endParaRPr lang="en-IN" sz="1500" spc="-1">
              <a:latin typeface="Arial"/>
            </a:endParaRPr>
          </a:p>
        </p:txBody>
      </p:sp>
      <p:sp>
        <p:nvSpPr>
          <p:cNvPr id="564"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565" name="Picture 6_9"/>
          <p:cNvPicPr/>
          <p:nvPr/>
        </p:nvPicPr>
        <p:blipFill>
          <a:blip r:embed="rId3"/>
          <a:stretch/>
        </p:blipFill>
        <p:spPr>
          <a:xfrm>
            <a:off x="1661040" y="2343060"/>
            <a:ext cx="5539590" cy="2122740"/>
          </a:xfrm>
          <a:prstGeom prst="rect">
            <a:avLst/>
          </a:prstGeom>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A6D7A4A9-A66A-4B9B-B10A-7141D961EA82}" type="slidenum">
              <a:rPr lang="en-US" sz="1500" b="1" spc="-1" baseline="-18000">
                <a:solidFill>
                  <a:srgbClr val="E7E6E6"/>
                </a:solidFill>
                <a:latin typeface="Arial"/>
              </a:rPr>
              <a:t>44</a:t>
            </a:fld>
            <a:endParaRPr lang="en-IN" sz="1500" spc="-1">
              <a:latin typeface="Times New Roman"/>
            </a:endParaRPr>
          </a:p>
        </p:txBody>
      </p:sp>
      <p:sp>
        <p:nvSpPr>
          <p:cNvPr id="567"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568" name="Line 3"/>
          <p:cNvSpPr/>
          <p:nvPr/>
        </p:nvSpPr>
        <p:spPr>
          <a:xfrm>
            <a:off x="1257120" y="148581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569" name="CustomShape 4"/>
          <p:cNvSpPr/>
          <p:nvPr/>
        </p:nvSpPr>
        <p:spPr>
          <a:xfrm>
            <a:off x="1944001" y="1028703"/>
            <a:ext cx="1973488"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b="1" spc="-1" baseline="-18000">
                <a:solidFill>
                  <a:srgbClr val="954F72"/>
                </a:solidFill>
                <a:latin typeface="Times New Roman"/>
              </a:rPr>
              <a:t>Figure 23.24  </a:t>
            </a:r>
            <a:r>
              <a:rPr lang="en-US" sz="1500" b="1" i="1" spc="-1" baseline="-18000">
                <a:solidFill>
                  <a:srgbClr val="000000"/>
                </a:solidFill>
                <a:latin typeface="Times New Roman"/>
              </a:rPr>
              <a:t>Normal operation</a:t>
            </a:r>
            <a:endParaRPr lang="en-IN" sz="1500" spc="-1">
              <a:latin typeface="Arial"/>
            </a:endParaRPr>
          </a:p>
        </p:txBody>
      </p:sp>
      <p:sp>
        <p:nvSpPr>
          <p:cNvPr id="570" name="Line 5"/>
          <p:cNvSpPr/>
          <p:nvPr/>
        </p:nvSpPr>
        <p:spPr>
          <a:xfrm>
            <a:off x="1257120" y="560061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571" name="Picture 6_10"/>
          <p:cNvPicPr/>
          <p:nvPr/>
        </p:nvPicPr>
        <p:blipFill>
          <a:blip r:embed="rId3"/>
          <a:stretch/>
        </p:blipFill>
        <p:spPr>
          <a:xfrm>
            <a:off x="2010960" y="1694250"/>
            <a:ext cx="4503870" cy="3791880"/>
          </a:xfrm>
          <a:prstGeom prst="rect">
            <a:avLst/>
          </a:prstGeom>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25418807-124F-4987-99AD-9E92BB7E139E}" type="slidenum">
              <a:rPr lang="en-US" sz="1500" b="1" spc="-1" baseline="-18000">
                <a:solidFill>
                  <a:srgbClr val="E7E6E6"/>
                </a:solidFill>
                <a:latin typeface="Arial"/>
              </a:rPr>
              <a:t>45</a:t>
            </a:fld>
            <a:endParaRPr lang="en-IN" sz="1500" spc="-1">
              <a:latin typeface="Times New Roman"/>
            </a:endParaRPr>
          </a:p>
        </p:txBody>
      </p:sp>
      <p:sp>
        <p:nvSpPr>
          <p:cNvPr id="573"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574"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575" name="CustomShape 4"/>
          <p:cNvSpPr/>
          <p:nvPr/>
        </p:nvSpPr>
        <p:spPr>
          <a:xfrm>
            <a:off x="1867864" y="1142913"/>
            <a:ext cx="1725279"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b="1" spc="-1" baseline="-18000">
                <a:solidFill>
                  <a:srgbClr val="954F72"/>
                </a:solidFill>
                <a:latin typeface="Times New Roman"/>
              </a:rPr>
              <a:t>Figure 23.25  </a:t>
            </a:r>
            <a:r>
              <a:rPr lang="en-US" sz="1500" b="1" i="1" spc="-1" baseline="-18000">
                <a:solidFill>
                  <a:srgbClr val="000000"/>
                </a:solidFill>
                <a:latin typeface="Times New Roman"/>
              </a:rPr>
              <a:t>Lost segment</a:t>
            </a:r>
            <a:endParaRPr lang="en-IN" sz="1500" spc="-1">
              <a:latin typeface="Arial"/>
            </a:endParaRPr>
          </a:p>
        </p:txBody>
      </p:sp>
      <p:sp>
        <p:nvSpPr>
          <p:cNvPr id="576"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577" name="Picture 7_1"/>
          <p:cNvPicPr/>
          <p:nvPr/>
        </p:nvPicPr>
        <p:blipFill>
          <a:blip r:embed="rId3"/>
          <a:stretch/>
        </p:blipFill>
        <p:spPr>
          <a:xfrm>
            <a:off x="1764450" y="1714500"/>
            <a:ext cx="5607630" cy="3764610"/>
          </a:xfrm>
          <a:prstGeom prst="rect">
            <a:avLst/>
          </a:prstGeom>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33FBF3F3-027D-4742-9515-AA176C677AD4}" type="slidenum">
              <a:rPr lang="en-US" sz="1500" b="1" spc="-1" baseline="-18000">
                <a:solidFill>
                  <a:srgbClr val="E7E6E6"/>
                </a:solidFill>
                <a:latin typeface="Arial"/>
              </a:rPr>
              <a:t>46</a:t>
            </a:fld>
            <a:endParaRPr lang="en-IN" sz="1500" spc="-1">
              <a:latin typeface="Times New Roman"/>
            </a:endParaRPr>
          </a:p>
        </p:txBody>
      </p:sp>
      <p:sp>
        <p:nvSpPr>
          <p:cNvPr id="579" name="CustomShape 2"/>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580" name="CustomShape 3"/>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581" name="CustomShape 4"/>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582" name="CustomShape 5"/>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583" name="CustomShape 6"/>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584" name="CustomShape 7"/>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585" name="CustomShape 8"/>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586" name="Line 9"/>
          <p:cNvSpPr/>
          <p:nvPr/>
        </p:nvSpPr>
        <p:spPr>
          <a:xfrm>
            <a:off x="1485810" y="2857410"/>
            <a:ext cx="6114960" cy="0"/>
          </a:xfrm>
          <a:prstGeom prst="line">
            <a:avLst/>
          </a:prstGeom>
          <a:ln w="76320">
            <a:solidFill>
              <a:srgbClr val="009900"/>
            </a:solidFill>
            <a:round/>
          </a:ln>
        </p:spPr>
        <p:style>
          <a:lnRef idx="0">
            <a:scrgbClr r="0" g="0" b="0"/>
          </a:lnRef>
          <a:fillRef idx="0">
            <a:scrgbClr r="0" g="0" b="0"/>
          </a:fillRef>
          <a:effectRef idx="0">
            <a:scrgbClr r="0" g="0" b="0"/>
          </a:effectRef>
          <a:fontRef idx="minor"/>
        </p:style>
      </p:sp>
      <p:sp>
        <p:nvSpPr>
          <p:cNvPr id="587" name="Line 10"/>
          <p:cNvSpPr/>
          <p:nvPr/>
        </p:nvSpPr>
        <p:spPr>
          <a:xfrm>
            <a:off x="1486890" y="3828870"/>
            <a:ext cx="6115230" cy="0"/>
          </a:xfrm>
          <a:prstGeom prst="line">
            <a:avLst/>
          </a:prstGeom>
          <a:ln w="76320">
            <a:solidFill>
              <a:srgbClr val="009900"/>
            </a:solidFill>
            <a:round/>
          </a:ln>
        </p:spPr>
        <p:style>
          <a:lnRef idx="0">
            <a:scrgbClr r="0" g="0" b="0"/>
          </a:lnRef>
          <a:fillRef idx="0">
            <a:scrgbClr r="0" g="0" b="0"/>
          </a:fillRef>
          <a:effectRef idx="0">
            <a:scrgbClr r="0" g="0" b="0"/>
          </a:effectRef>
          <a:fontRef idx="minor"/>
        </p:style>
      </p:sp>
      <p:sp>
        <p:nvSpPr>
          <p:cNvPr id="588" name="CustomShape 11"/>
          <p:cNvSpPr/>
          <p:nvPr/>
        </p:nvSpPr>
        <p:spPr>
          <a:xfrm>
            <a:off x="1514430" y="2926534"/>
            <a:ext cx="6057720" cy="437491"/>
          </a:xfrm>
          <a:prstGeom prst="rect">
            <a:avLst/>
          </a:prstGeom>
          <a:solidFill>
            <a:srgbClr val="99FF33"/>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spc="-1" baseline="-18000">
                <a:solidFill>
                  <a:srgbClr val="000000"/>
                </a:solidFill>
                <a:latin typeface="Arial"/>
              </a:rPr>
              <a:t>The receiver TCP delivers only ordered data to the process.</a:t>
            </a:r>
            <a:endParaRPr lang="en-IN" sz="2400" spc="-1">
              <a:latin typeface="Arial"/>
            </a:endParaRPr>
          </a:p>
        </p:txBody>
      </p:sp>
      <p:grpSp>
        <p:nvGrpSpPr>
          <p:cNvPr id="589" name="Group 12"/>
          <p:cNvGrpSpPr/>
          <p:nvPr/>
        </p:nvGrpSpPr>
        <p:grpSpPr>
          <a:xfrm>
            <a:off x="1485810" y="2343059"/>
            <a:ext cx="856980" cy="424710"/>
            <a:chOff x="1981080" y="1981080"/>
            <a:chExt cx="1142640" cy="566280"/>
          </a:xfrm>
        </p:grpSpPr>
        <p:pic>
          <p:nvPicPr>
            <p:cNvPr id="590" name="Picture 13_5"/>
            <p:cNvPicPr/>
            <p:nvPr/>
          </p:nvPicPr>
          <p:blipFill>
            <a:blip r:embed="rId3"/>
            <a:stretch/>
          </p:blipFill>
          <p:spPr>
            <a:xfrm>
              <a:off x="1981080" y="1981080"/>
              <a:ext cx="1142640" cy="566280"/>
            </a:xfrm>
            <a:prstGeom prst="rect">
              <a:avLst/>
            </a:prstGeom>
            <a:ln>
              <a:noFill/>
            </a:ln>
          </p:spPr>
        </p:pic>
        <p:sp>
          <p:nvSpPr>
            <p:cNvPr id="591" name="CustomShape 13"/>
            <p:cNvSpPr/>
            <p:nvPr/>
          </p:nvSpPr>
          <p:spPr>
            <a:xfrm>
              <a:off x="2260800" y="1981080"/>
              <a:ext cx="647356"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baseline="-18000">
                  <a:solidFill>
                    <a:srgbClr val="0563C1"/>
                  </a:solidFill>
                  <a:latin typeface="Times New Roman"/>
                </a:rPr>
                <a:t>Note</a:t>
              </a:r>
              <a:endParaRPr lang="en-IN" sz="2100" spc="-1">
                <a:latin typeface="Arial"/>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TextShape 1"/>
          <p:cNvSpPr txBox="1"/>
          <p:nvPr/>
        </p:nvSpPr>
        <p:spPr>
          <a:xfrm>
            <a:off x="6457860" y="5624640"/>
            <a:ext cx="2057130" cy="273510"/>
          </a:xfrm>
          <a:prstGeom prst="rect">
            <a:avLst/>
          </a:prstGeom>
          <a:noFill/>
          <a:ln>
            <a:noFill/>
          </a:ln>
        </p:spPr>
        <p:txBody>
          <a:bodyPr anchor="ctr">
            <a:noAutofit/>
          </a:bodyPr>
          <a:lstStyle/>
          <a:p>
            <a:pPr algn="r">
              <a:lnSpc>
                <a:spcPct val="100000"/>
              </a:lnSpc>
            </a:pPr>
            <a:r>
              <a:rPr lang="en-US" sz="1500" b="1" spc="-1" baseline="-18000">
                <a:solidFill>
                  <a:srgbClr val="E7E6E6"/>
                </a:solidFill>
                <a:latin typeface="Arial"/>
              </a:rPr>
              <a:t>23.</a:t>
            </a:r>
            <a:fld id="{4FE96B30-91F5-45B6-BAC0-A5CAC918DC1A}" type="slidenum">
              <a:rPr lang="en-US" sz="1500" b="1" spc="-1" baseline="-18000">
                <a:solidFill>
                  <a:srgbClr val="E7E6E6"/>
                </a:solidFill>
                <a:latin typeface="Arial"/>
              </a:rPr>
              <a:t>47</a:t>
            </a:fld>
            <a:endParaRPr lang="en-IN" sz="1500" spc="-1">
              <a:latin typeface="Times New Roman"/>
            </a:endParaRPr>
          </a:p>
        </p:txBody>
      </p:sp>
      <p:sp>
        <p:nvSpPr>
          <p:cNvPr id="593" name="Line 2"/>
          <p:cNvSpPr/>
          <p:nvPr/>
        </p:nvSpPr>
        <p:spPr>
          <a:xfrm>
            <a:off x="1257120" y="97146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sp>
        <p:nvSpPr>
          <p:cNvPr id="594" name="Line 3"/>
          <p:cNvSpPr/>
          <p:nvPr/>
        </p:nvSpPr>
        <p:spPr>
          <a:xfrm>
            <a:off x="1257120" y="1600020"/>
            <a:ext cx="6572340" cy="0"/>
          </a:xfrm>
          <a:prstGeom prst="line">
            <a:avLst/>
          </a:prstGeom>
          <a:ln w="19080">
            <a:solidFill>
              <a:schemeClr val="hlink"/>
            </a:solidFill>
            <a:round/>
          </a:ln>
        </p:spPr>
        <p:style>
          <a:lnRef idx="0">
            <a:scrgbClr r="0" g="0" b="0"/>
          </a:lnRef>
          <a:fillRef idx="0">
            <a:scrgbClr r="0" g="0" b="0"/>
          </a:fillRef>
          <a:effectRef idx="0">
            <a:scrgbClr r="0" g="0" b="0"/>
          </a:effectRef>
          <a:fontRef idx="minor"/>
        </p:style>
      </p:sp>
      <p:sp>
        <p:nvSpPr>
          <p:cNvPr id="595" name="CustomShape 4"/>
          <p:cNvSpPr/>
          <p:nvPr/>
        </p:nvSpPr>
        <p:spPr>
          <a:xfrm>
            <a:off x="1976131" y="1142913"/>
            <a:ext cx="2077491" cy="298992"/>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b="1" spc="-1" baseline="-18000">
                <a:solidFill>
                  <a:srgbClr val="954F72"/>
                </a:solidFill>
                <a:latin typeface="Times New Roman"/>
              </a:rPr>
              <a:t>Figure 23.26  </a:t>
            </a:r>
            <a:r>
              <a:rPr lang="en-US" sz="1500" b="1" i="1" spc="-1" baseline="-18000">
                <a:solidFill>
                  <a:srgbClr val="000000"/>
                </a:solidFill>
                <a:latin typeface="Times New Roman"/>
              </a:rPr>
              <a:t>Fast retransmission</a:t>
            </a:r>
            <a:endParaRPr lang="en-IN" sz="1500" spc="-1">
              <a:latin typeface="Arial"/>
            </a:endParaRPr>
          </a:p>
        </p:txBody>
      </p:sp>
      <p:sp>
        <p:nvSpPr>
          <p:cNvPr id="596" name="Line 5"/>
          <p:cNvSpPr/>
          <p:nvPr/>
        </p:nvSpPr>
        <p:spPr>
          <a:xfrm>
            <a:off x="1257120" y="5543370"/>
            <a:ext cx="6572340" cy="0"/>
          </a:xfrm>
          <a:prstGeom prst="line">
            <a:avLst/>
          </a:prstGeom>
          <a:ln w="76320">
            <a:solidFill>
              <a:schemeClr val="hlink"/>
            </a:solidFill>
            <a:round/>
          </a:ln>
        </p:spPr>
        <p:style>
          <a:lnRef idx="0">
            <a:scrgbClr r="0" g="0" b="0"/>
          </a:lnRef>
          <a:fillRef idx="0">
            <a:scrgbClr r="0" g="0" b="0"/>
          </a:fillRef>
          <a:effectRef idx="0">
            <a:scrgbClr r="0" g="0" b="0"/>
          </a:effectRef>
          <a:fontRef idx="minor"/>
        </p:style>
      </p:sp>
      <p:pic>
        <p:nvPicPr>
          <p:cNvPr id="597" name="Picture 6_11"/>
          <p:cNvPicPr/>
          <p:nvPr/>
        </p:nvPicPr>
        <p:blipFill>
          <a:blip r:embed="rId3"/>
          <a:stretch/>
        </p:blipFill>
        <p:spPr>
          <a:xfrm>
            <a:off x="2152710" y="1786050"/>
            <a:ext cx="4476600" cy="3643110"/>
          </a:xfrm>
          <a:prstGeom prst="rect">
            <a:avLst/>
          </a:prstGeom>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599"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8088E486-6E3C-46A9-B210-391E2F83FB47}" type="slidenum">
              <a:rPr lang="en-US" sz="900" spc="-1">
                <a:solidFill>
                  <a:srgbClr val="8B8B8B"/>
                </a:solidFill>
                <a:latin typeface="Tahoma"/>
              </a:rPr>
              <a:t>48</a:t>
            </a:fld>
            <a:endParaRPr lang="en-IN" sz="900" spc="-1">
              <a:latin typeface="Times New Roman"/>
            </a:endParaRPr>
          </a:p>
        </p:txBody>
      </p:sp>
      <p:sp>
        <p:nvSpPr>
          <p:cNvPr id="600" name="CustomShape 3"/>
          <p:cNvSpPr/>
          <p:nvPr/>
        </p:nvSpPr>
        <p:spPr>
          <a:xfrm>
            <a:off x="1142910" y="857250"/>
            <a:ext cx="6857730" cy="1028430"/>
          </a:xfrm>
          <a:prstGeom prst="rect">
            <a:avLst/>
          </a:prstGeom>
          <a:solidFill>
            <a:srgbClr val="33CCFF"/>
          </a:solidFill>
          <a:ln w="9360">
            <a:solidFill>
              <a:schemeClr val="tx1"/>
            </a:solidFill>
            <a:miter/>
          </a:ln>
        </p:spPr>
        <p:style>
          <a:lnRef idx="0">
            <a:scrgbClr r="0" g="0" b="0"/>
          </a:lnRef>
          <a:fillRef idx="0">
            <a:scrgbClr r="0" g="0" b="0"/>
          </a:fillRef>
          <a:effectRef idx="0">
            <a:scrgbClr r="0" g="0" b="0"/>
          </a:effectRef>
          <a:fontRef idx="minor"/>
        </p:style>
      </p:sp>
      <p:sp>
        <p:nvSpPr>
          <p:cNvPr id="601" name="CustomShape 4"/>
          <p:cNvSpPr/>
          <p:nvPr/>
        </p:nvSpPr>
        <p:spPr>
          <a:xfrm>
            <a:off x="1329212" y="1124013"/>
            <a:ext cx="5124992" cy="483658"/>
          </a:xfrm>
          <a:prstGeom prst="rect">
            <a:avLst/>
          </a:prstGeom>
          <a:solidFill>
            <a:schemeClr val="folHlink"/>
          </a:solidFill>
          <a:ln w="9360">
            <a:solidFill>
              <a:schemeClr val="folHlink"/>
            </a:solidFill>
            <a:miter/>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700" b="1" spc="-1">
                <a:solidFill>
                  <a:srgbClr val="FFFFFF"/>
                </a:solidFill>
                <a:latin typeface="Times New Roman"/>
                <a:ea typeface="新細明體"/>
              </a:rPr>
              <a:t>15-9  CONGESTION CONTROL</a:t>
            </a:r>
            <a:endParaRPr lang="en-IN" sz="2700" spc="-1">
              <a:latin typeface="Arial"/>
            </a:endParaRPr>
          </a:p>
        </p:txBody>
      </p:sp>
      <p:sp>
        <p:nvSpPr>
          <p:cNvPr id="602" name="CustomShape 5"/>
          <p:cNvSpPr/>
          <p:nvPr/>
        </p:nvSpPr>
        <p:spPr>
          <a:xfrm>
            <a:off x="7315110" y="5657850"/>
            <a:ext cx="137970" cy="274860"/>
          </a:xfrm>
          <a:prstGeom prst="rect">
            <a:avLst/>
          </a:prstGeom>
          <a:noFill/>
          <a:ln>
            <a:noFill/>
          </a:ln>
        </p:spPr>
        <p:style>
          <a:lnRef idx="0">
            <a:scrgbClr r="0" g="0" b="0"/>
          </a:lnRef>
          <a:fillRef idx="0">
            <a:scrgbClr r="0" g="0" b="0"/>
          </a:fillRef>
          <a:effectRef idx="0">
            <a:scrgbClr r="0" g="0" b="0"/>
          </a:effectRef>
          <a:fontRef idx="minor"/>
        </p:style>
      </p:sp>
      <p:sp>
        <p:nvSpPr>
          <p:cNvPr id="603" name="CustomShape 6"/>
          <p:cNvSpPr/>
          <p:nvPr/>
        </p:nvSpPr>
        <p:spPr>
          <a:xfrm>
            <a:off x="1257390" y="2000162"/>
            <a:ext cx="6629040" cy="1683986"/>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2100" b="1" spc="-1">
                <a:solidFill>
                  <a:srgbClr val="000000"/>
                </a:solidFill>
                <a:latin typeface="Arial Unicode MS"/>
                <a:ea typeface="Arial Unicode MS"/>
              </a:rPr>
              <a:t>Congestion control in TCP is based on both open loop and closed-loop mechanisms. TCP uses a congestion window and a congestion policy that avoid congestion and detect and alleviate congestion after it has occurred.</a:t>
            </a:r>
            <a:endParaRPr lang="en-IN" sz="2100"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Congestion Control in TCP</a:t>
            </a:r>
            <a:endParaRPr lang="en-US" sz="3300" spc="-1">
              <a:solidFill>
                <a:srgbClr val="000000"/>
              </a:solidFill>
              <a:latin typeface="Calibri"/>
            </a:endParaRPr>
          </a:p>
        </p:txBody>
      </p:sp>
      <p:sp>
        <p:nvSpPr>
          <p:cNvPr id="614" name="TextShape 2"/>
          <p:cNvSpPr txBox="1"/>
          <p:nvPr/>
        </p:nvSpPr>
        <p:spPr>
          <a:xfrm>
            <a:off x="628560" y="2226420"/>
            <a:ext cx="7886430" cy="3263220"/>
          </a:xfrm>
          <a:prstGeom prst="rect">
            <a:avLst/>
          </a:prstGeom>
          <a:noFill/>
          <a:ln>
            <a:noFill/>
          </a:ln>
        </p:spPr>
        <p:txBody>
          <a:bodyPr>
            <a:noAutofit/>
          </a:bodyPr>
          <a:lstStyle/>
          <a:p>
            <a:pPr marL="171446" indent="-171176">
              <a:lnSpc>
                <a:spcPct val="90000"/>
              </a:lnSpc>
              <a:spcBef>
                <a:spcPts val="751"/>
              </a:spcBef>
              <a:buClr>
                <a:srgbClr val="000000"/>
              </a:buClr>
              <a:buFont typeface="Arial"/>
              <a:buChar char="•"/>
            </a:pPr>
            <a:r>
              <a:rPr lang="en-US" sz="2100" spc="-1">
                <a:solidFill>
                  <a:srgbClr val="000000"/>
                </a:solidFill>
                <a:latin typeface="Calibri"/>
              </a:rPr>
              <a:t>Slow Start</a:t>
            </a:r>
          </a:p>
          <a:p>
            <a:pPr marL="171446" indent="-171176">
              <a:lnSpc>
                <a:spcPct val="90000"/>
              </a:lnSpc>
              <a:spcBef>
                <a:spcPts val="751"/>
              </a:spcBef>
              <a:buClr>
                <a:srgbClr val="000000"/>
              </a:buClr>
              <a:buFont typeface="Arial"/>
              <a:buChar char="•"/>
            </a:pPr>
            <a:r>
              <a:rPr lang="en-US" sz="2100" spc="-1">
                <a:solidFill>
                  <a:srgbClr val="000000"/>
                </a:solidFill>
                <a:latin typeface="Calibri"/>
              </a:rPr>
              <a:t>Additive Increase (Congestion Avoidance)</a:t>
            </a:r>
          </a:p>
          <a:p>
            <a:pPr marL="171446" indent="-171176">
              <a:lnSpc>
                <a:spcPct val="90000"/>
              </a:lnSpc>
              <a:spcBef>
                <a:spcPts val="751"/>
              </a:spcBef>
              <a:buClr>
                <a:srgbClr val="000000"/>
              </a:buClr>
              <a:buFont typeface="Arial"/>
              <a:buChar char="•"/>
            </a:pPr>
            <a:r>
              <a:rPr lang="en-US" sz="2100" spc="-1">
                <a:solidFill>
                  <a:srgbClr val="000000"/>
                </a:solidFill>
                <a:latin typeface="Calibri"/>
              </a:rPr>
              <a:t>Multiplicative decrease</a:t>
            </a:r>
          </a:p>
          <a:p>
            <a:pPr>
              <a:lnSpc>
                <a:spcPct val="90000"/>
              </a:lnSpc>
              <a:spcBef>
                <a:spcPts val="751"/>
              </a:spcBef>
              <a:tabLst>
                <a:tab pos="0" algn="l"/>
              </a:tabLst>
            </a:pPr>
            <a:endParaRPr lang="en-US" sz="2100" spc="-1">
              <a:solidFill>
                <a:srgbClr val="000000"/>
              </a:solidFill>
              <a:latin typeface="Calibri"/>
            </a:endParaRPr>
          </a:p>
          <a:p>
            <a:pPr>
              <a:lnSpc>
                <a:spcPct val="90000"/>
              </a:lnSpc>
              <a:spcBef>
                <a:spcPts val="751"/>
              </a:spcBef>
              <a:tabLst>
                <a:tab pos="0" algn="l"/>
              </a:tabLst>
            </a:pPr>
            <a:endParaRPr lang="en-US" sz="2100" spc="-1">
              <a:solidFill>
                <a:srgbClr val="000000"/>
              </a:solidFill>
              <a:latin typeface="Calibri"/>
            </a:endParaRPr>
          </a:p>
          <a:p>
            <a:pPr>
              <a:lnSpc>
                <a:spcPct val="90000"/>
              </a:lnSpc>
              <a:spcBef>
                <a:spcPts val="751"/>
              </a:spcBef>
              <a:tabLst>
                <a:tab pos="0" algn="l"/>
              </a:tabLst>
            </a:pPr>
            <a:endParaRPr lang="en-US" sz="2100" spc="-1">
              <a:solidFill>
                <a:srgbClr val="000000"/>
              </a:solidFill>
              <a:latin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616"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4EA97456-D34D-4A76-9013-1064CF22BE91}" type="slidenum">
              <a:rPr lang="en-US" sz="900" spc="-1">
                <a:solidFill>
                  <a:srgbClr val="8B8B8B"/>
                </a:solidFill>
                <a:latin typeface="Tahoma"/>
              </a:rPr>
              <a:t>50</a:t>
            </a:fld>
            <a:endParaRPr lang="en-IN" sz="900" spc="-1">
              <a:latin typeface="Times New Roman"/>
            </a:endParaRPr>
          </a:p>
        </p:txBody>
      </p:sp>
      <p:sp>
        <p:nvSpPr>
          <p:cNvPr id="617" name="CustomShape 3"/>
          <p:cNvSpPr/>
          <p:nvPr/>
        </p:nvSpPr>
        <p:spPr>
          <a:xfrm>
            <a:off x="1885950" y="925020"/>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i="1" spc="-1">
                <a:solidFill>
                  <a:srgbClr val="000000"/>
                </a:solidFill>
                <a:latin typeface="Times New Roman"/>
              </a:rPr>
              <a:t>Slow start, exponential increase</a:t>
            </a:r>
            <a:endParaRPr lang="en-IN" sz="1350" spc="-1">
              <a:latin typeface="Arial"/>
            </a:endParaRPr>
          </a:p>
        </p:txBody>
      </p:sp>
      <p:sp>
        <p:nvSpPr>
          <p:cNvPr id="618"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619"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620"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621"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622" name="CustomShape 8"/>
          <p:cNvSpPr/>
          <p:nvPr/>
        </p:nvSpPr>
        <p:spPr>
          <a:xfrm>
            <a:off x="1142910" y="121689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623"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pic>
        <p:nvPicPr>
          <p:cNvPr id="624" name="Picture 11_0"/>
          <p:cNvPicPr/>
          <p:nvPr/>
        </p:nvPicPr>
        <p:blipFill>
          <a:blip r:embed="rId3"/>
          <a:stretch/>
        </p:blipFill>
        <p:spPr>
          <a:xfrm>
            <a:off x="3746790" y="1618110"/>
            <a:ext cx="2488050" cy="3531060"/>
          </a:xfrm>
          <a:prstGeom prst="rect">
            <a:avLst/>
          </a:prstGeom>
          <a:ln>
            <a:noFill/>
          </a:ln>
        </p:spPr>
      </p:pic>
      <p:sp>
        <p:nvSpPr>
          <p:cNvPr id="625"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626" name="Picture 12_3"/>
          <p:cNvPicPr/>
          <p:nvPr/>
        </p:nvPicPr>
        <p:blipFill>
          <a:blip r:embed="rId4"/>
          <a:stretch/>
        </p:blipFill>
        <p:spPr>
          <a:xfrm>
            <a:off x="3961170" y="2388420"/>
            <a:ext cx="2077380" cy="403380"/>
          </a:xfrm>
          <a:prstGeom prst="rect">
            <a:avLst/>
          </a:prstGeom>
          <a:ln>
            <a:noFill/>
          </a:ln>
        </p:spPr>
      </p:pic>
      <p:pic>
        <p:nvPicPr>
          <p:cNvPr id="627" name="Picture 13_6"/>
          <p:cNvPicPr/>
          <p:nvPr/>
        </p:nvPicPr>
        <p:blipFill>
          <a:blip r:embed="rId5"/>
          <a:stretch/>
        </p:blipFill>
        <p:spPr>
          <a:xfrm>
            <a:off x="3957660" y="2826630"/>
            <a:ext cx="2070360" cy="268920"/>
          </a:xfrm>
          <a:prstGeom prst="rect">
            <a:avLst/>
          </a:prstGeom>
          <a:ln>
            <a:noFill/>
          </a:ln>
        </p:spPr>
      </p:pic>
      <p:pic>
        <p:nvPicPr>
          <p:cNvPr id="628" name="Picture 15_2"/>
          <p:cNvPicPr/>
          <p:nvPr/>
        </p:nvPicPr>
        <p:blipFill>
          <a:blip r:embed="rId6"/>
          <a:stretch/>
        </p:blipFill>
        <p:spPr>
          <a:xfrm>
            <a:off x="3028860" y="2231280"/>
            <a:ext cx="705780" cy="380700"/>
          </a:xfrm>
          <a:prstGeom prst="rect">
            <a:avLst/>
          </a:prstGeom>
          <a:ln>
            <a:noFill/>
          </a:ln>
        </p:spPr>
      </p:pic>
      <p:pic>
        <p:nvPicPr>
          <p:cNvPr id="629" name="Picture 16_2"/>
          <p:cNvPicPr/>
          <p:nvPr/>
        </p:nvPicPr>
        <p:blipFill>
          <a:blip r:embed="rId7"/>
          <a:stretch/>
        </p:blipFill>
        <p:spPr>
          <a:xfrm>
            <a:off x="2967030" y="2391930"/>
            <a:ext cx="911790" cy="870210"/>
          </a:xfrm>
          <a:prstGeom prst="rect">
            <a:avLst/>
          </a:prstGeom>
          <a:ln>
            <a:noFill/>
          </a:ln>
        </p:spPr>
      </p:pic>
      <p:pic>
        <p:nvPicPr>
          <p:cNvPr id="630" name="Picture 17_2"/>
          <p:cNvPicPr/>
          <p:nvPr/>
        </p:nvPicPr>
        <p:blipFill>
          <a:blip r:embed="rId8"/>
          <a:stretch/>
        </p:blipFill>
        <p:spPr>
          <a:xfrm>
            <a:off x="3964680" y="3112290"/>
            <a:ext cx="2090340" cy="505710"/>
          </a:xfrm>
          <a:prstGeom prst="rect">
            <a:avLst/>
          </a:prstGeom>
          <a:ln>
            <a:noFill/>
          </a:ln>
        </p:spPr>
      </p:pic>
      <p:pic>
        <p:nvPicPr>
          <p:cNvPr id="631" name="Picture 18_1"/>
          <p:cNvPicPr/>
          <p:nvPr/>
        </p:nvPicPr>
        <p:blipFill>
          <a:blip r:embed="rId9"/>
          <a:stretch/>
        </p:blipFill>
        <p:spPr>
          <a:xfrm>
            <a:off x="3950370" y="3521880"/>
            <a:ext cx="2063070" cy="361800"/>
          </a:xfrm>
          <a:prstGeom prst="rect">
            <a:avLst/>
          </a:prstGeom>
          <a:ln>
            <a:noFill/>
          </a:ln>
        </p:spPr>
      </p:pic>
      <p:pic>
        <p:nvPicPr>
          <p:cNvPr id="632" name="Picture 19_2"/>
          <p:cNvPicPr/>
          <p:nvPr/>
        </p:nvPicPr>
        <p:blipFill>
          <a:blip r:embed="rId10"/>
          <a:stretch/>
        </p:blipFill>
        <p:spPr>
          <a:xfrm>
            <a:off x="2627640" y="3206250"/>
            <a:ext cx="1261710" cy="851040"/>
          </a:xfrm>
          <a:prstGeom prst="rect">
            <a:avLst/>
          </a:prstGeom>
          <a:ln>
            <a:noFill/>
          </a:ln>
        </p:spPr>
      </p:pic>
      <p:pic>
        <p:nvPicPr>
          <p:cNvPr id="633" name="Picture 20_1"/>
          <p:cNvPicPr/>
          <p:nvPr/>
        </p:nvPicPr>
        <p:blipFill>
          <a:blip r:embed="rId11"/>
          <a:stretch/>
        </p:blipFill>
        <p:spPr>
          <a:xfrm>
            <a:off x="3950370" y="3930120"/>
            <a:ext cx="2097630" cy="704700"/>
          </a:xfrm>
          <a:prstGeom prst="rect">
            <a:avLst/>
          </a:prstGeom>
          <a:ln>
            <a:noFill/>
          </a:ln>
        </p:spPr>
      </p:pic>
      <p:pic>
        <p:nvPicPr>
          <p:cNvPr id="634" name="Picture 22_2"/>
          <p:cNvPicPr/>
          <p:nvPr/>
        </p:nvPicPr>
        <p:blipFill>
          <a:blip r:embed="rId12"/>
          <a:stretch/>
        </p:blipFill>
        <p:spPr>
          <a:xfrm>
            <a:off x="3945780" y="4341060"/>
            <a:ext cx="2070360" cy="593730"/>
          </a:xfrm>
          <a:prstGeom prst="rect">
            <a:avLst/>
          </a:prstGeom>
          <a:ln>
            <a:noFill/>
          </a:ln>
        </p:spPr>
      </p:pic>
      <p:pic>
        <p:nvPicPr>
          <p:cNvPr id="635" name="Picture 23_1"/>
          <p:cNvPicPr/>
          <p:nvPr/>
        </p:nvPicPr>
        <p:blipFill>
          <a:blip r:embed="rId13"/>
          <a:stretch/>
        </p:blipFill>
        <p:spPr>
          <a:xfrm>
            <a:off x="1881090" y="4131540"/>
            <a:ext cx="2022570" cy="969030"/>
          </a:xfrm>
          <a:prstGeom prst="rect">
            <a:avLst/>
          </a:prstGeom>
          <a:ln>
            <a:noFill/>
          </a:ln>
        </p:spPr>
      </p:pic>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624"/>
                                        </p:tgtEl>
                                        <p:attrNameLst>
                                          <p:attrName>style.visibility</p:attrName>
                                        </p:attrNameLst>
                                      </p:cBhvr>
                                      <p:to>
                                        <p:strVal val="visible"/>
                                      </p:to>
                                    </p:set>
                                  </p:childTnLst>
                                </p:cTn>
                              </p:par>
                            </p:childTnLst>
                          </p:cTn>
                        </p:par>
                      </p:childTnLst>
                    </p:cTn>
                  </p:par>
                  <p:par>
                    <p:cTn id="7" fill="hold" nodeType="clickEffect">
                      <p:stCondLst>
                        <p:cond delay="indefinite"/>
                      </p:stCondLst>
                      <p:childTnLst>
                        <p:par>
                          <p:cTn id="8" fill="hold" nodeType="withEffect">
                            <p:stCondLst>
                              <p:cond delay="0"/>
                            </p:stCondLst>
                            <p:childTnLst>
                              <p:par>
                                <p:cTn id="9" presetID="1" presetClass="entr" fill="hold" nodeType="clickEffect">
                                  <p:stCondLst>
                                    <p:cond delay="0"/>
                                  </p:stCondLst>
                                  <p:childTnLst>
                                    <p:set>
                                      <p:cBhvr>
                                        <p:cTn id="10" dur="1" fill="hold">
                                          <p:stCondLst>
                                            <p:cond delay="0"/>
                                          </p:stCondLst>
                                        </p:cTn>
                                        <p:tgtEl>
                                          <p:spTgt spid="628"/>
                                        </p:tgtEl>
                                        <p:attrNameLst>
                                          <p:attrName>style.visibility</p:attrName>
                                        </p:attrNameLst>
                                      </p:cBhvr>
                                      <p:to>
                                        <p:strVal val="visible"/>
                                      </p:to>
                                    </p:se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22" presetClass="entr" presetSubtype="8" fill="hold" nodeType="clickEffect">
                                  <p:stCondLst>
                                    <p:cond delay="0"/>
                                  </p:stCondLst>
                                  <p:childTnLst>
                                    <p:set>
                                      <p:cBhvr>
                                        <p:cTn id="14" dur="1" fill="hold">
                                          <p:stCondLst>
                                            <p:cond delay="0"/>
                                          </p:stCondLst>
                                        </p:cTn>
                                        <p:tgtEl>
                                          <p:spTgt spid="626"/>
                                        </p:tgtEl>
                                        <p:attrNameLst>
                                          <p:attrName>style.visibility</p:attrName>
                                        </p:attrNameLst>
                                      </p:cBhvr>
                                      <p:to>
                                        <p:strVal val="visible"/>
                                      </p:to>
                                    </p:set>
                                    <p:animEffect transition="in" filter="wipe(left)">
                                      <p:cBhvr additive="repl">
                                        <p:cTn id="15" dur="1000"/>
                                        <p:tgtEl>
                                          <p:spTgt spid="626"/>
                                        </p:tgtEl>
                                      </p:cBhvr>
                                    </p:animEffect>
                                  </p:childTnLst>
                                </p:cTn>
                              </p:par>
                            </p:childTnLst>
                          </p:cTn>
                        </p:par>
                      </p:childTnLst>
                    </p:cTn>
                  </p:par>
                  <p:par>
                    <p:cTn id="16" fill="hold" nodeType="clickEffect">
                      <p:stCondLst>
                        <p:cond delay="indefinite"/>
                      </p:stCondLst>
                      <p:childTnLst>
                        <p:par>
                          <p:cTn id="17" fill="hold" nodeType="withEffect">
                            <p:stCondLst>
                              <p:cond delay="0"/>
                            </p:stCondLst>
                            <p:childTnLst>
                              <p:par>
                                <p:cTn id="18" presetID="22" presetClass="entr" presetSubtype="2" fill="hold" nodeType="clickEffect">
                                  <p:stCondLst>
                                    <p:cond delay="0"/>
                                  </p:stCondLst>
                                  <p:childTnLst>
                                    <p:set>
                                      <p:cBhvr>
                                        <p:cTn id="19" dur="1" fill="hold">
                                          <p:stCondLst>
                                            <p:cond delay="0"/>
                                          </p:stCondLst>
                                        </p:cTn>
                                        <p:tgtEl>
                                          <p:spTgt spid="627"/>
                                        </p:tgtEl>
                                        <p:attrNameLst>
                                          <p:attrName>style.visibility</p:attrName>
                                        </p:attrNameLst>
                                      </p:cBhvr>
                                      <p:to>
                                        <p:strVal val="visible"/>
                                      </p:to>
                                    </p:set>
                                    <p:animEffect transition="in" filter="wipe(right)">
                                      <p:cBhvr additive="repl">
                                        <p:cTn id="20" dur="1000"/>
                                        <p:tgtEl>
                                          <p:spTgt spid="627"/>
                                        </p:tgtEl>
                                      </p:cBhvr>
                                    </p:animEffect>
                                  </p:childTnLst>
                                </p:cTn>
                              </p:par>
                            </p:childTnLst>
                          </p:cTn>
                        </p:par>
                      </p:childTnLst>
                    </p:cTn>
                  </p:par>
                  <p:par>
                    <p:cTn id="21" fill="hold" nodeType="clickEffect">
                      <p:stCondLst>
                        <p:cond delay="indefinite"/>
                      </p:stCondLst>
                      <p:childTnLst>
                        <p:par>
                          <p:cTn id="22" fill="hold" nodeType="withEffect">
                            <p:stCondLst>
                              <p:cond delay="0"/>
                            </p:stCondLst>
                            <p:childTnLst>
                              <p:par>
                                <p:cTn id="23" presetID="1" presetClass="entr" fill="hold" nodeType="clickEffect">
                                  <p:stCondLst>
                                    <p:cond delay="0"/>
                                  </p:stCondLst>
                                  <p:childTnLst>
                                    <p:set>
                                      <p:cBhvr>
                                        <p:cTn id="24" dur="1" fill="hold">
                                          <p:stCondLst>
                                            <p:cond delay="0"/>
                                          </p:stCondLst>
                                        </p:cTn>
                                        <p:tgtEl>
                                          <p:spTgt spid="629"/>
                                        </p:tgtEl>
                                        <p:attrNameLst>
                                          <p:attrName>style.visibility</p:attrName>
                                        </p:attrNameLst>
                                      </p:cBhvr>
                                      <p:to>
                                        <p:strVal val="visible"/>
                                      </p:to>
                                    </p:set>
                                  </p:childTnLst>
                                </p:cTn>
                              </p:par>
                            </p:childTnLst>
                          </p:cTn>
                        </p:par>
                      </p:childTnLst>
                    </p:cTn>
                  </p:par>
                  <p:par>
                    <p:cTn id="25" fill="hold" nodeType="clickEffect">
                      <p:stCondLst>
                        <p:cond delay="indefinite"/>
                      </p:stCondLst>
                      <p:childTnLst>
                        <p:par>
                          <p:cTn id="26" fill="hold" nodeType="withEffect">
                            <p:stCondLst>
                              <p:cond delay="0"/>
                            </p:stCondLst>
                            <p:childTnLst>
                              <p:par>
                                <p:cTn id="27" presetID="22" presetClass="entr" presetSubtype="8" fill="hold" nodeType="clickEffect">
                                  <p:stCondLst>
                                    <p:cond delay="0"/>
                                  </p:stCondLst>
                                  <p:childTnLst>
                                    <p:set>
                                      <p:cBhvr>
                                        <p:cTn id="28" dur="1" fill="hold">
                                          <p:stCondLst>
                                            <p:cond delay="0"/>
                                          </p:stCondLst>
                                        </p:cTn>
                                        <p:tgtEl>
                                          <p:spTgt spid="630"/>
                                        </p:tgtEl>
                                        <p:attrNameLst>
                                          <p:attrName>style.visibility</p:attrName>
                                        </p:attrNameLst>
                                      </p:cBhvr>
                                      <p:to>
                                        <p:strVal val="visible"/>
                                      </p:to>
                                    </p:set>
                                    <p:animEffect transition="in" filter="wipe(left)">
                                      <p:cBhvr additive="repl">
                                        <p:cTn id="29" dur="1000"/>
                                        <p:tgtEl>
                                          <p:spTgt spid="630"/>
                                        </p:tgtEl>
                                      </p:cBhvr>
                                    </p:animEffect>
                                  </p:childTnLst>
                                </p:cTn>
                              </p:par>
                            </p:childTnLst>
                          </p:cTn>
                        </p:par>
                      </p:childTnLst>
                    </p:cTn>
                  </p:par>
                  <p:par>
                    <p:cTn id="30" fill="hold" nodeType="clickEffect">
                      <p:stCondLst>
                        <p:cond delay="indefinite"/>
                      </p:stCondLst>
                      <p:childTnLst>
                        <p:par>
                          <p:cTn id="31" fill="hold" nodeType="withEffect">
                            <p:stCondLst>
                              <p:cond delay="0"/>
                            </p:stCondLst>
                            <p:childTnLst>
                              <p:par>
                                <p:cTn id="32" presetID="22" presetClass="entr" presetSubtype="2" fill="hold" nodeType="clickEffect">
                                  <p:stCondLst>
                                    <p:cond delay="0"/>
                                  </p:stCondLst>
                                  <p:childTnLst>
                                    <p:set>
                                      <p:cBhvr>
                                        <p:cTn id="33" dur="1" fill="hold">
                                          <p:stCondLst>
                                            <p:cond delay="0"/>
                                          </p:stCondLst>
                                        </p:cTn>
                                        <p:tgtEl>
                                          <p:spTgt spid="631"/>
                                        </p:tgtEl>
                                        <p:attrNameLst>
                                          <p:attrName>style.visibility</p:attrName>
                                        </p:attrNameLst>
                                      </p:cBhvr>
                                      <p:to>
                                        <p:strVal val="visible"/>
                                      </p:to>
                                    </p:set>
                                    <p:animEffect transition="in" filter="wipe(right)">
                                      <p:cBhvr additive="repl">
                                        <p:cTn id="34" dur="1000"/>
                                        <p:tgtEl>
                                          <p:spTgt spid="631"/>
                                        </p:tgtEl>
                                      </p:cBhvr>
                                    </p:animEffect>
                                  </p:childTnLst>
                                </p:cTn>
                              </p:par>
                            </p:childTnLst>
                          </p:cTn>
                        </p:par>
                      </p:childTnLst>
                    </p:cTn>
                  </p:par>
                  <p:par>
                    <p:cTn id="35" fill="hold" nodeType="clickEffect">
                      <p:stCondLst>
                        <p:cond delay="indefinite"/>
                      </p:stCondLst>
                      <p:childTnLst>
                        <p:par>
                          <p:cTn id="36" fill="hold" nodeType="withEffect">
                            <p:stCondLst>
                              <p:cond delay="0"/>
                            </p:stCondLst>
                            <p:childTnLst>
                              <p:par>
                                <p:cTn id="37" presetID="1" presetClass="entr" fill="hold" nodeType="clickEffect">
                                  <p:stCondLst>
                                    <p:cond delay="0"/>
                                  </p:stCondLst>
                                  <p:childTnLst>
                                    <p:set>
                                      <p:cBhvr>
                                        <p:cTn id="38" dur="1" fill="hold">
                                          <p:stCondLst>
                                            <p:cond delay="0"/>
                                          </p:stCondLst>
                                        </p:cTn>
                                        <p:tgtEl>
                                          <p:spTgt spid="632"/>
                                        </p:tgtEl>
                                        <p:attrNameLst>
                                          <p:attrName>style.visibility</p:attrName>
                                        </p:attrNameLst>
                                      </p:cBhvr>
                                      <p:to>
                                        <p:strVal val="visible"/>
                                      </p:to>
                                    </p:set>
                                  </p:childTnLst>
                                </p:cTn>
                              </p:par>
                            </p:childTnLst>
                          </p:cTn>
                        </p:par>
                      </p:childTnLst>
                    </p:cTn>
                  </p:par>
                  <p:par>
                    <p:cTn id="39" fill="hold" nodeType="clickEffect">
                      <p:stCondLst>
                        <p:cond delay="indefinite"/>
                      </p:stCondLst>
                      <p:childTnLst>
                        <p:par>
                          <p:cTn id="40" fill="hold" nodeType="withEffect">
                            <p:stCondLst>
                              <p:cond delay="0"/>
                            </p:stCondLst>
                            <p:childTnLst>
                              <p:par>
                                <p:cTn id="41" presetID="22" presetClass="entr" presetSubtype="8" fill="hold" nodeType="clickEffect">
                                  <p:stCondLst>
                                    <p:cond delay="0"/>
                                  </p:stCondLst>
                                  <p:childTnLst>
                                    <p:set>
                                      <p:cBhvr>
                                        <p:cTn id="42" dur="1" fill="hold">
                                          <p:stCondLst>
                                            <p:cond delay="0"/>
                                          </p:stCondLst>
                                        </p:cTn>
                                        <p:tgtEl>
                                          <p:spTgt spid="633"/>
                                        </p:tgtEl>
                                        <p:attrNameLst>
                                          <p:attrName>style.visibility</p:attrName>
                                        </p:attrNameLst>
                                      </p:cBhvr>
                                      <p:to>
                                        <p:strVal val="visible"/>
                                      </p:to>
                                    </p:set>
                                    <p:animEffect transition="in" filter="wipe(left)">
                                      <p:cBhvr additive="repl">
                                        <p:cTn id="43" dur="1000"/>
                                        <p:tgtEl>
                                          <p:spTgt spid="633"/>
                                        </p:tgtEl>
                                      </p:cBhvr>
                                    </p:animEffect>
                                  </p:childTnLst>
                                </p:cTn>
                              </p:par>
                            </p:childTnLst>
                          </p:cTn>
                        </p:par>
                      </p:childTnLst>
                    </p:cTn>
                  </p:par>
                  <p:par>
                    <p:cTn id="44" fill="hold" nodeType="clickEffect">
                      <p:stCondLst>
                        <p:cond delay="indefinite"/>
                      </p:stCondLst>
                      <p:childTnLst>
                        <p:par>
                          <p:cTn id="45" fill="hold" nodeType="withEffect">
                            <p:stCondLst>
                              <p:cond delay="0"/>
                            </p:stCondLst>
                            <p:childTnLst>
                              <p:par>
                                <p:cTn id="46" presetID="22" presetClass="entr" presetSubtype="2" fill="hold" nodeType="clickEffect">
                                  <p:stCondLst>
                                    <p:cond delay="0"/>
                                  </p:stCondLst>
                                  <p:childTnLst>
                                    <p:set>
                                      <p:cBhvr>
                                        <p:cTn id="47" dur="1" fill="hold">
                                          <p:stCondLst>
                                            <p:cond delay="0"/>
                                          </p:stCondLst>
                                        </p:cTn>
                                        <p:tgtEl>
                                          <p:spTgt spid="634"/>
                                        </p:tgtEl>
                                        <p:attrNameLst>
                                          <p:attrName>style.visibility</p:attrName>
                                        </p:attrNameLst>
                                      </p:cBhvr>
                                      <p:to>
                                        <p:strVal val="visible"/>
                                      </p:to>
                                    </p:set>
                                    <p:animEffect transition="in" filter="wipe(right)">
                                      <p:cBhvr additive="repl">
                                        <p:cTn id="48" dur="1000"/>
                                        <p:tgtEl>
                                          <p:spTgt spid="634"/>
                                        </p:tgtEl>
                                      </p:cBhvr>
                                    </p:animEffect>
                                  </p:childTnLst>
                                </p:cTn>
                              </p:par>
                            </p:childTnLst>
                          </p:cTn>
                        </p:par>
                      </p:childTnLst>
                    </p:cTn>
                  </p:par>
                  <p:par>
                    <p:cTn id="49" fill="hold" nodeType="clickEffect">
                      <p:stCondLst>
                        <p:cond delay="indefinite"/>
                      </p:stCondLst>
                      <p:childTnLst>
                        <p:par>
                          <p:cTn id="50" fill="hold" nodeType="withEffect">
                            <p:stCondLst>
                              <p:cond delay="0"/>
                            </p:stCondLst>
                            <p:childTnLst>
                              <p:par>
                                <p:cTn id="51" presetID="1" presetClass="entr" fill="hold" nodeType="clickEffect">
                                  <p:stCondLst>
                                    <p:cond delay="0"/>
                                  </p:stCondLst>
                                  <p:childTnLst>
                                    <p:set>
                                      <p:cBhvr>
                                        <p:cTn id="52" dur="1" fill="hold">
                                          <p:stCondLst>
                                            <p:cond delay="0"/>
                                          </p:stCondLst>
                                        </p:cTn>
                                        <p:tgtEl>
                                          <p:spTgt spid="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637"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52ECB168-D3FF-4C62-8FD9-72F564A6429B}" type="slidenum">
              <a:rPr lang="en-US" sz="900" spc="-1">
                <a:solidFill>
                  <a:srgbClr val="8B8B8B"/>
                </a:solidFill>
                <a:latin typeface="Tahoma"/>
              </a:rPr>
              <a:t>51</a:t>
            </a:fld>
            <a:endParaRPr lang="en-IN" sz="900" spc="-1">
              <a:latin typeface="Times New Roman"/>
            </a:endParaRPr>
          </a:p>
        </p:txBody>
      </p:sp>
      <p:sp>
        <p:nvSpPr>
          <p:cNvPr id="638" name="CustomShape 3"/>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639" name="CustomShape 4"/>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640" name="CustomShape 5"/>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641" name="CustomShape 6"/>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642" name="CustomShape 7"/>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643" name="CustomShape 8"/>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644" name="CustomShape 9"/>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645" name="Line 10"/>
          <p:cNvSpPr/>
          <p:nvPr/>
        </p:nvSpPr>
        <p:spPr>
          <a:xfrm>
            <a:off x="1600020" y="282528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646" name="Line 11"/>
          <p:cNvSpPr/>
          <p:nvPr/>
        </p:nvSpPr>
        <p:spPr>
          <a:xfrm>
            <a:off x="1600020" y="451467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647" name="CustomShape 12"/>
          <p:cNvSpPr/>
          <p:nvPr/>
        </p:nvSpPr>
        <p:spPr>
          <a:xfrm>
            <a:off x="1628910" y="2894404"/>
            <a:ext cx="6057720" cy="1545487"/>
          </a:xfrm>
          <a:prstGeom prst="rect">
            <a:avLst/>
          </a:prstGeom>
          <a:solidFill>
            <a:srgbClr val="3333CC"/>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i="1" spc="-1">
                <a:solidFill>
                  <a:srgbClr val="FFFFFF"/>
                </a:solidFill>
                <a:latin typeface="Arial"/>
                <a:ea typeface="新細明體"/>
              </a:rPr>
              <a:t>In the slow start algorithm, the size of the congestion window increases exponentially until it reaches a threshold (ssthresh).</a:t>
            </a:r>
            <a:endParaRPr lang="en-IN" sz="2400" spc="-1">
              <a:latin typeface="Arial"/>
            </a:endParaRPr>
          </a:p>
        </p:txBody>
      </p:sp>
      <p:grpSp>
        <p:nvGrpSpPr>
          <p:cNvPr id="648" name="Group 13"/>
          <p:cNvGrpSpPr/>
          <p:nvPr/>
        </p:nvGrpSpPr>
        <p:grpSpPr>
          <a:xfrm>
            <a:off x="1600290" y="2343059"/>
            <a:ext cx="856980" cy="424710"/>
            <a:chOff x="2133720" y="1981080"/>
            <a:chExt cx="1142640" cy="566280"/>
          </a:xfrm>
        </p:grpSpPr>
        <p:pic>
          <p:nvPicPr>
            <p:cNvPr id="649" name="Picture 13_7"/>
            <p:cNvPicPr/>
            <p:nvPr/>
          </p:nvPicPr>
          <p:blipFill>
            <a:blip r:embed="rId3"/>
            <a:stretch/>
          </p:blipFill>
          <p:spPr>
            <a:xfrm>
              <a:off x="2133720" y="1981080"/>
              <a:ext cx="1142640" cy="566280"/>
            </a:xfrm>
            <a:prstGeom prst="rect">
              <a:avLst/>
            </a:prstGeom>
            <a:ln>
              <a:noFill/>
            </a:ln>
          </p:spPr>
        </p:pic>
        <p:sp>
          <p:nvSpPr>
            <p:cNvPr id="650" name="CustomShape 14"/>
            <p:cNvSpPr/>
            <p:nvPr/>
          </p:nvSpPr>
          <p:spPr>
            <a:xfrm>
              <a:off x="2268360" y="1981080"/>
              <a:ext cx="879984"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a:solidFill>
                    <a:srgbClr val="0563C1"/>
                  </a:solidFill>
                  <a:latin typeface="Times New Roman"/>
                  <a:ea typeface="新細明體"/>
                </a:rPr>
                <a:t>Note</a:t>
              </a:r>
              <a:endParaRPr lang="en-IN" sz="2100" spc="-1">
                <a:latin typeface="Arial"/>
              </a:endParaRPr>
            </a:p>
          </p:txBody>
        </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648"/>
                                        </p:tgtEl>
                                        <p:attrNameLst>
                                          <p:attrName>style.visibility</p:attrName>
                                        </p:attrNameLst>
                                      </p:cBhvr>
                                      <p:to>
                                        <p:strVal val="visible"/>
                                      </p:to>
                                    </p:set>
                                  </p:childTnLst>
                                </p:cTn>
                              </p:par>
                            </p:childTnLst>
                          </p:cTn>
                        </p:par>
                        <p:par>
                          <p:cTn id="7" fill="hold" nodeType="afterEffect">
                            <p:stCondLst>
                              <p:cond delay="0"/>
                            </p:stCondLst>
                            <p:childTnLst>
                              <p:par>
                                <p:cTn id="8" presetID="35" presetClass="emph" fill="hold" nodeType="afterEffect">
                                  <p:stCondLst>
                                    <p:cond delay="0"/>
                                  </p:stCondLst>
                                  <p:childTnLst>
                                    <p:anim calcmode="discrete" valueType="num">
                                      <p:cBhvr additive="repl">
                                        <p:cTn id="9" dur="500" fill="hold"/>
                                        <p:tgtEl>
                                          <p:spTgt spid="648"/>
                                        </p:tgtEl>
                                        <p:attrNameLst>
                                          <p:attrName>style.visibility</p:attrName>
                                        </p:attrNameLst>
                                      </p:cBhvr>
                                      <p:tavLst>
                                        <p:tav tm="0">
                                          <p:val>
                                            <p:strVal val="hidden"/>
                                          </p:val>
                                        </p:tav>
                                        <p:tav tm="50000">
                                          <p:val>
                                            <p:strVal val="visible"/>
                                          </p:val>
                                        </p:tav>
                                      </p:tavLst>
                                    </p:anim>
                                  </p:childTnLst>
                                </p:cTn>
                              </p:par>
                            </p:childTnLst>
                          </p:cTn>
                        </p:par>
                        <p:par>
                          <p:cTn id="10" fill="hold" nodeType="afterEffect">
                            <p:stCondLst>
                              <p:cond delay="1000"/>
                            </p:stCondLst>
                            <p:childTnLst>
                              <p:par>
                                <p:cTn id="11" presetID="5" presetClass="entr" presetSubtype="10" fill="hold" nodeType="afterEffect">
                                  <p:stCondLst>
                                    <p:cond delay="0"/>
                                  </p:stCondLst>
                                  <p:childTnLst>
                                    <p:set>
                                      <p:cBhvr>
                                        <p:cTn id="12" dur="1" fill="hold">
                                          <p:stCondLst>
                                            <p:cond delay="0"/>
                                          </p:stCondLst>
                                        </p:cTn>
                                        <p:tgtEl>
                                          <p:spTgt spid="645"/>
                                        </p:tgtEl>
                                        <p:attrNameLst>
                                          <p:attrName>style.visibility</p:attrName>
                                        </p:attrNameLst>
                                      </p:cBhvr>
                                      <p:to>
                                        <p:strVal val="visible"/>
                                      </p:to>
                                    </p:set>
                                    <p:animEffect transition="in" filter="checkerboard(across)">
                                      <p:cBhvr additive="repl">
                                        <p:cTn id="13" dur="500"/>
                                        <p:tgtEl>
                                          <p:spTgt spid="645"/>
                                        </p:tgtEl>
                                      </p:cBhvr>
                                    </p:animEffect>
                                  </p:childTnLst>
                                </p:cTn>
                              </p:par>
                            </p:childTnLst>
                          </p:cTn>
                        </p:par>
                        <p:par>
                          <p:cTn id="14" fill="hold" nodeType="afterEffect">
                            <p:stCondLst>
                              <p:cond delay="1500"/>
                            </p:stCondLst>
                            <p:childTnLst>
                              <p:par>
                                <p:cTn id="15" presetID="5" presetClass="entr" presetSubtype="10" fill="hold" nodeType="afterEffect">
                                  <p:stCondLst>
                                    <p:cond delay="0"/>
                                  </p:stCondLst>
                                  <p:childTnLst>
                                    <p:set>
                                      <p:cBhvr>
                                        <p:cTn id="16" dur="1" fill="hold">
                                          <p:stCondLst>
                                            <p:cond delay="0"/>
                                          </p:stCondLst>
                                        </p:cTn>
                                        <p:tgtEl>
                                          <p:spTgt spid="646"/>
                                        </p:tgtEl>
                                        <p:attrNameLst>
                                          <p:attrName>style.visibility</p:attrName>
                                        </p:attrNameLst>
                                      </p:cBhvr>
                                      <p:to>
                                        <p:strVal val="visible"/>
                                      </p:to>
                                    </p:set>
                                    <p:animEffect transition="in" filter="checkerboard(across)">
                                      <p:cBhvr additive="repl">
                                        <p:cTn id="17" dur="500"/>
                                        <p:tgtEl>
                                          <p:spTgt spid="646"/>
                                        </p:tgtEl>
                                      </p:cBhvr>
                                    </p:animEffect>
                                  </p:childTnLst>
                                </p:cTn>
                              </p:par>
                            </p:childTnLst>
                          </p:cTn>
                        </p:par>
                        <p:par>
                          <p:cTn id="18" fill="hold" nodeType="afterEffect">
                            <p:stCondLst>
                              <p:cond delay="2000"/>
                            </p:stCondLst>
                            <p:childTnLst>
                              <p:par>
                                <p:cTn id="19" presetID="5" presetClass="entr" presetSubtype="10" fill="hold" nodeType="afterEffect">
                                  <p:stCondLst>
                                    <p:cond delay="0"/>
                                  </p:stCondLst>
                                  <p:childTnLst>
                                    <p:set>
                                      <p:cBhvr>
                                        <p:cTn id="20" dur="1" fill="hold">
                                          <p:stCondLst>
                                            <p:cond delay="0"/>
                                          </p:stCondLst>
                                        </p:cTn>
                                        <p:tgtEl>
                                          <p:spTgt spid="647"/>
                                        </p:tgtEl>
                                        <p:attrNameLst>
                                          <p:attrName>style.visibility</p:attrName>
                                        </p:attrNameLst>
                                      </p:cBhvr>
                                      <p:to>
                                        <p:strVal val="visible"/>
                                      </p:to>
                                    </p:set>
                                    <p:animEffect transition="in" filter="checkerboard(across)">
                                      <p:cBhvr additive="repl">
                                        <p:cTn id="21" dur="500"/>
                                        <p:tgtEl>
                                          <p:spTgt spid="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What will happen reaches to threshold</a:t>
            </a:r>
            <a:endParaRPr lang="en-US" sz="3300" spc="-1">
              <a:solidFill>
                <a:srgbClr val="000000"/>
              </a:solidFill>
              <a:latin typeface="Calibri"/>
            </a:endParaRPr>
          </a:p>
        </p:txBody>
      </p:sp>
      <p:sp>
        <p:nvSpPr>
          <p:cNvPr id="652" name="TextShape 2"/>
          <p:cNvSpPr txBox="1"/>
          <p:nvPr/>
        </p:nvSpPr>
        <p:spPr>
          <a:xfrm>
            <a:off x="628560" y="2226420"/>
            <a:ext cx="7886430" cy="3263220"/>
          </a:xfrm>
          <a:prstGeom prst="rect">
            <a:avLst/>
          </a:prstGeom>
          <a:noFill/>
          <a:ln>
            <a:noFill/>
          </a:ln>
        </p:spPr>
        <p:txBody>
          <a:bodyPr>
            <a:noAutofit/>
          </a:bodyPr>
          <a:lstStyle/>
          <a:p>
            <a:pPr marL="171446" indent="-171176">
              <a:lnSpc>
                <a:spcPct val="90000"/>
              </a:lnSpc>
              <a:spcBef>
                <a:spcPts val="751"/>
              </a:spcBef>
              <a:buClr>
                <a:srgbClr val="000000"/>
              </a:buClr>
              <a:buFont typeface="Arial"/>
              <a:buChar char="•"/>
            </a:pPr>
            <a:r>
              <a:rPr lang="en-US" sz="2100" spc="-1">
                <a:solidFill>
                  <a:srgbClr val="000000"/>
                </a:solidFill>
                <a:latin typeface="Calibri"/>
              </a:rPr>
              <a:t>ssthresh=window/2</a:t>
            </a:r>
          </a:p>
          <a:p>
            <a:pPr marL="171446" indent="-171176">
              <a:lnSpc>
                <a:spcPct val="90000"/>
              </a:lnSpc>
              <a:spcBef>
                <a:spcPts val="751"/>
              </a:spcBef>
              <a:buClr>
                <a:srgbClr val="000000"/>
              </a:buClr>
              <a:buFont typeface="Arial"/>
              <a:buChar char="•"/>
            </a:pPr>
            <a:r>
              <a:rPr lang="en-US" sz="2100" spc="-1">
                <a:solidFill>
                  <a:srgbClr val="000000"/>
                </a:solidFill>
                <a:latin typeface="Calibri"/>
              </a:rPr>
              <a:t>Cwnd=ssthresh</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654"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273D3B24-001C-460F-956F-399994DDC4DC}" type="slidenum">
              <a:rPr lang="en-US" sz="900" spc="-1">
                <a:solidFill>
                  <a:srgbClr val="8B8B8B"/>
                </a:solidFill>
                <a:latin typeface="Tahoma"/>
              </a:rPr>
              <a:t>53</a:t>
            </a:fld>
            <a:endParaRPr lang="en-IN" sz="900" spc="-1">
              <a:latin typeface="Times New Roman"/>
            </a:endParaRPr>
          </a:p>
        </p:txBody>
      </p:sp>
      <p:sp>
        <p:nvSpPr>
          <p:cNvPr id="655" name="CustomShape 3"/>
          <p:cNvSpPr/>
          <p:nvPr/>
        </p:nvSpPr>
        <p:spPr>
          <a:xfrm>
            <a:off x="1885950" y="925021"/>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spc="-1">
                <a:solidFill>
                  <a:srgbClr val="0000FF"/>
                </a:solidFill>
                <a:latin typeface="Times New Roman"/>
              </a:rPr>
              <a:t>Figure </a:t>
            </a:r>
            <a:r>
              <a:rPr lang="en-US" sz="1350" b="1" i="1" spc="-1">
                <a:solidFill>
                  <a:srgbClr val="000000"/>
                </a:solidFill>
                <a:latin typeface="Times New Roman"/>
              </a:rPr>
              <a:t>Congestion avoidance, additive increase</a:t>
            </a:r>
            <a:endParaRPr lang="en-IN" sz="1350" spc="-1">
              <a:latin typeface="Arial"/>
            </a:endParaRPr>
          </a:p>
        </p:txBody>
      </p:sp>
      <p:sp>
        <p:nvSpPr>
          <p:cNvPr id="656"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657"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658"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659"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660"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661"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662"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663" name="Picture 10_0"/>
          <p:cNvPicPr/>
          <p:nvPr/>
        </p:nvPicPr>
        <p:blipFill>
          <a:blip r:embed="rId3"/>
          <a:stretch/>
        </p:blipFill>
        <p:spPr>
          <a:xfrm>
            <a:off x="2171610" y="1600290"/>
            <a:ext cx="5498010" cy="3938220"/>
          </a:xfrm>
          <a:prstGeom prst="rect">
            <a:avLst/>
          </a:prstGeom>
          <a:ln>
            <a:noFill/>
          </a:ln>
        </p:spPr>
      </p:pic>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1"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Effect transition="in" filter="wipe(up)">
                                      <p:cBhvr additive="repl">
                                        <p:cTn id="7" dur="3000"/>
                                        <p:tgtEl>
                                          <p:spTgt spid="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665"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E9DBDAF8-EA87-4759-907A-BB9E15826427}" type="slidenum">
              <a:rPr lang="en-US" sz="900" spc="-1">
                <a:solidFill>
                  <a:srgbClr val="8B8B8B"/>
                </a:solidFill>
                <a:latin typeface="Tahoma"/>
              </a:rPr>
              <a:t>54</a:t>
            </a:fld>
            <a:endParaRPr lang="en-IN" sz="900" spc="-1">
              <a:latin typeface="Times New Roman"/>
            </a:endParaRPr>
          </a:p>
        </p:txBody>
      </p:sp>
      <p:sp>
        <p:nvSpPr>
          <p:cNvPr id="666" name="CustomShape 3"/>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667" name="CustomShape 4"/>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668" name="CustomShape 5"/>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669" name="CustomShape 6"/>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670" name="CustomShape 7"/>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671" name="CustomShape 8"/>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672" name="CustomShape 9"/>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sp>
        <p:nvSpPr>
          <p:cNvPr id="673" name="Line 10"/>
          <p:cNvSpPr/>
          <p:nvPr/>
        </p:nvSpPr>
        <p:spPr>
          <a:xfrm>
            <a:off x="1600020" y="282528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674" name="Line 11"/>
          <p:cNvSpPr/>
          <p:nvPr/>
        </p:nvSpPr>
        <p:spPr>
          <a:xfrm>
            <a:off x="1600020" y="4514670"/>
            <a:ext cx="6115230" cy="0"/>
          </a:xfrm>
          <a:prstGeom prst="line">
            <a:avLst/>
          </a:prstGeom>
          <a:ln w="76320">
            <a:solidFill>
              <a:schemeClr val="folHlink"/>
            </a:solidFill>
            <a:round/>
          </a:ln>
        </p:spPr>
        <p:style>
          <a:lnRef idx="0">
            <a:scrgbClr r="0" g="0" b="0"/>
          </a:lnRef>
          <a:fillRef idx="0">
            <a:scrgbClr r="0" g="0" b="0"/>
          </a:fillRef>
          <a:effectRef idx="0">
            <a:scrgbClr r="0" g="0" b="0"/>
          </a:effectRef>
          <a:fontRef idx="minor"/>
        </p:style>
      </p:sp>
      <p:sp>
        <p:nvSpPr>
          <p:cNvPr id="675" name="CustomShape 12"/>
          <p:cNvSpPr/>
          <p:nvPr/>
        </p:nvSpPr>
        <p:spPr>
          <a:xfrm>
            <a:off x="1628910" y="2894401"/>
            <a:ext cx="6057720" cy="1545487"/>
          </a:xfrm>
          <a:prstGeom prst="rect">
            <a:avLst/>
          </a:prstGeom>
          <a:solidFill>
            <a:srgbClr val="3333CC"/>
          </a:solid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gn="ctr">
              <a:lnSpc>
                <a:spcPct val="100000"/>
              </a:lnSpc>
            </a:pPr>
            <a:r>
              <a:rPr lang="en-US" sz="2400" b="1" i="1" spc="-1">
                <a:solidFill>
                  <a:srgbClr val="FFFFFF"/>
                </a:solidFill>
                <a:latin typeface="Arial"/>
                <a:ea typeface="新細明體"/>
              </a:rPr>
              <a:t>In the congestion avoidance algorithm the size of the congestion window</a:t>
            </a:r>
            <a:endParaRPr lang="en-IN" sz="2400" spc="-1">
              <a:latin typeface="Arial"/>
            </a:endParaRPr>
          </a:p>
          <a:p>
            <a:pPr algn="ctr">
              <a:lnSpc>
                <a:spcPct val="100000"/>
              </a:lnSpc>
            </a:pPr>
            <a:r>
              <a:rPr lang="en-US" sz="2400" b="1" i="1" spc="-1">
                <a:solidFill>
                  <a:srgbClr val="FFFFFF"/>
                </a:solidFill>
                <a:latin typeface="Arial"/>
                <a:ea typeface="新細明體"/>
              </a:rPr>
              <a:t>increases additively until </a:t>
            </a:r>
            <a:endParaRPr lang="en-IN" sz="2400" spc="-1">
              <a:latin typeface="Arial"/>
            </a:endParaRPr>
          </a:p>
          <a:p>
            <a:pPr algn="ctr">
              <a:lnSpc>
                <a:spcPct val="100000"/>
              </a:lnSpc>
            </a:pPr>
            <a:r>
              <a:rPr lang="en-US" sz="2400" b="1" i="1" spc="-1">
                <a:solidFill>
                  <a:srgbClr val="FFFFFF"/>
                </a:solidFill>
                <a:latin typeface="Arial"/>
                <a:ea typeface="新細明體"/>
              </a:rPr>
              <a:t>congestion is detected.</a:t>
            </a:r>
            <a:endParaRPr lang="en-IN" sz="2400" spc="-1">
              <a:latin typeface="Arial"/>
            </a:endParaRPr>
          </a:p>
        </p:txBody>
      </p:sp>
      <p:grpSp>
        <p:nvGrpSpPr>
          <p:cNvPr id="676" name="Group 13"/>
          <p:cNvGrpSpPr/>
          <p:nvPr/>
        </p:nvGrpSpPr>
        <p:grpSpPr>
          <a:xfrm>
            <a:off x="1600290" y="2343059"/>
            <a:ext cx="856980" cy="424710"/>
            <a:chOff x="2133720" y="1981080"/>
            <a:chExt cx="1142640" cy="566280"/>
          </a:xfrm>
        </p:grpSpPr>
        <p:pic>
          <p:nvPicPr>
            <p:cNvPr id="677" name="Picture 13_8"/>
            <p:cNvPicPr/>
            <p:nvPr/>
          </p:nvPicPr>
          <p:blipFill>
            <a:blip r:embed="rId3"/>
            <a:stretch/>
          </p:blipFill>
          <p:spPr>
            <a:xfrm>
              <a:off x="2133720" y="1981080"/>
              <a:ext cx="1142640" cy="566280"/>
            </a:xfrm>
            <a:prstGeom prst="rect">
              <a:avLst/>
            </a:prstGeom>
            <a:ln>
              <a:noFill/>
            </a:ln>
          </p:spPr>
        </p:pic>
        <p:sp>
          <p:nvSpPr>
            <p:cNvPr id="678" name="CustomShape 14"/>
            <p:cNvSpPr/>
            <p:nvPr/>
          </p:nvSpPr>
          <p:spPr>
            <a:xfrm>
              <a:off x="2268360" y="1981080"/>
              <a:ext cx="879984" cy="521767"/>
            </a:xfrm>
            <a:prstGeom prst="rect">
              <a:avLst/>
            </a:prstGeom>
            <a:noFill/>
            <a:ln>
              <a:noFill/>
            </a:ln>
          </p:spPr>
          <p:style>
            <a:lnRef idx="0">
              <a:scrgbClr r="0" g="0" b="0"/>
            </a:lnRef>
            <a:fillRef idx="0">
              <a:scrgbClr r="0" g="0" b="0"/>
            </a:fillRef>
            <a:effectRef idx="0">
              <a:scrgbClr r="0" g="0" b="0"/>
            </a:effectRef>
            <a:fontRef idx="minor"/>
          </p:style>
          <p:txBody>
            <a:bodyPr wrap="none" lIns="67500" tIns="33750" rIns="67500" bIns="33750">
              <a:spAutoFit/>
            </a:bodyPr>
            <a:lstStyle/>
            <a:p>
              <a:pPr>
                <a:lnSpc>
                  <a:spcPct val="100000"/>
                </a:lnSpc>
              </a:pPr>
              <a:r>
                <a:rPr lang="en-US" sz="2100" b="1" i="1" spc="-1">
                  <a:solidFill>
                    <a:srgbClr val="0563C1"/>
                  </a:solidFill>
                  <a:latin typeface="Times New Roman"/>
                  <a:ea typeface="新細明體"/>
                </a:rPr>
                <a:t>Note</a:t>
              </a:r>
              <a:endParaRPr lang="en-IN" sz="2100" spc="-1">
                <a:latin typeface="Arial"/>
              </a:endParaRPr>
            </a:p>
          </p:txBody>
        </p:sp>
      </p:gr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 presetClass="entr" fill="hold" nodeType="clickEffect">
                                  <p:stCondLst>
                                    <p:cond delay="0"/>
                                  </p:stCondLst>
                                  <p:childTnLst>
                                    <p:set>
                                      <p:cBhvr>
                                        <p:cTn id="6" dur="1" fill="hold">
                                          <p:stCondLst>
                                            <p:cond delay="0"/>
                                          </p:stCondLst>
                                        </p:cTn>
                                        <p:tgtEl>
                                          <p:spTgt spid="676"/>
                                        </p:tgtEl>
                                        <p:attrNameLst>
                                          <p:attrName>style.visibility</p:attrName>
                                        </p:attrNameLst>
                                      </p:cBhvr>
                                      <p:to>
                                        <p:strVal val="visible"/>
                                      </p:to>
                                    </p:set>
                                  </p:childTnLst>
                                </p:cTn>
                              </p:par>
                            </p:childTnLst>
                          </p:cTn>
                        </p:par>
                        <p:par>
                          <p:cTn id="7" fill="hold" nodeType="afterEffect">
                            <p:stCondLst>
                              <p:cond delay="0"/>
                            </p:stCondLst>
                            <p:childTnLst>
                              <p:par>
                                <p:cTn id="8" presetID="35" presetClass="emph" fill="hold" nodeType="afterEffect">
                                  <p:stCondLst>
                                    <p:cond delay="0"/>
                                  </p:stCondLst>
                                  <p:childTnLst>
                                    <p:anim calcmode="discrete" valueType="num">
                                      <p:cBhvr additive="repl">
                                        <p:cTn id="9" dur="500" fill="hold"/>
                                        <p:tgtEl>
                                          <p:spTgt spid="676"/>
                                        </p:tgtEl>
                                        <p:attrNameLst>
                                          <p:attrName>style.visibility</p:attrName>
                                        </p:attrNameLst>
                                      </p:cBhvr>
                                      <p:tavLst>
                                        <p:tav tm="0">
                                          <p:val>
                                            <p:strVal val="hidden"/>
                                          </p:val>
                                        </p:tav>
                                        <p:tav tm="50000">
                                          <p:val>
                                            <p:strVal val="visible"/>
                                          </p:val>
                                        </p:tav>
                                      </p:tavLst>
                                    </p:anim>
                                  </p:childTnLst>
                                </p:cTn>
                              </p:par>
                            </p:childTnLst>
                          </p:cTn>
                        </p:par>
                        <p:par>
                          <p:cTn id="10" fill="hold" nodeType="afterEffect">
                            <p:stCondLst>
                              <p:cond delay="1000"/>
                            </p:stCondLst>
                            <p:childTnLst>
                              <p:par>
                                <p:cTn id="11" presetID="5" presetClass="entr" presetSubtype="10" fill="hold" nodeType="afterEffect">
                                  <p:stCondLst>
                                    <p:cond delay="0"/>
                                  </p:stCondLst>
                                  <p:childTnLst>
                                    <p:set>
                                      <p:cBhvr>
                                        <p:cTn id="12" dur="1" fill="hold">
                                          <p:stCondLst>
                                            <p:cond delay="0"/>
                                          </p:stCondLst>
                                        </p:cTn>
                                        <p:tgtEl>
                                          <p:spTgt spid="673"/>
                                        </p:tgtEl>
                                        <p:attrNameLst>
                                          <p:attrName>style.visibility</p:attrName>
                                        </p:attrNameLst>
                                      </p:cBhvr>
                                      <p:to>
                                        <p:strVal val="visible"/>
                                      </p:to>
                                    </p:set>
                                    <p:animEffect transition="in" filter="checkerboard(across)">
                                      <p:cBhvr additive="repl">
                                        <p:cTn id="13" dur="500"/>
                                        <p:tgtEl>
                                          <p:spTgt spid="673"/>
                                        </p:tgtEl>
                                      </p:cBhvr>
                                    </p:animEffect>
                                  </p:childTnLst>
                                </p:cTn>
                              </p:par>
                            </p:childTnLst>
                          </p:cTn>
                        </p:par>
                        <p:par>
                          <p:cTn id="14" fill="hold" nodeType="afterEffect">
                            <p:stCondLst>
                              <p:cond delay="1500"/>
                            </p:stCondLst>
                            <p:childTnLst>
                              <p:par>
                                <p:cTn id="15" presetID="5" presetClass="entr" presetSubtype="10" fill="hold" nodeType="afterEffect">
                                  <p:stCondLst>
                                    <p:cond delay="0"/>
                                  </p:stCondLst>
                                  <p:childTnLst>
                                    <p:set>
                                      <p:cBhvr>
                                        <p:cTn id="16" dur="1" fill="hold">
                                          <p:stCondLst>
                                            <p:cond delay="0"/>
                                          </p:stCondLst>
                                        </p:cTn>
                                        <p:tgtEl>
                                          <p:spTgt spid="674"/>
                                        </p:tgtEl>
                                        <p:attrNameLst>
                                          <p:attrName>style.visibility</p:attrName>
                                        </p:attrNameLst>
                                      </p:cBhvr>
                                      <p:to>
                                        <p:strVal val="visible"/>
                                      </p:to>
                                    </p:set>
                                    <p:animEffect transition="in" filter="checkerboard(across)">
                                      <p:cBhvr additive="repl">
                                        <p:cTn id="17" dur="500"/>
                                        <p:tgtEl>
                                          <p:spTgt spid="674"/>
                                        </p:tgtEl>
                                      </p:cBhvr>
                                    </p:animEffect>
                                  </p:childTnLst>
                                </p:cTn>
                              </p:par>
                            </p:childTnLst>
                          </p:cTn>
                        </p:par>
                        <p:par>
                          <p:cTn id="18" fill="hold" nodeType="afterEffect">
                            <p:stCondLst>
                              <p:cond delay="2000"/>
                            </p:stCondLst>
                            <p:childTnLst>
                              <p:par>
                                <p:cTn id="19" presetID="5" presetClass="entr" presetSubtype="10" fill="hold" nodeType="afterEffect">
                                  <p:stCondLst>
                                    <p:cond delay="0"/>
                                  </p:stCondLst>
                                  <p:childTnLst>
                                    <p:set>
                                      <p:cBhvr>
                                        <p:cTn id="20" dur="1" fill="hold">
                                          <p:stCondLst>
                                            <p:cond delay="0"/>
                                          </p:stCondLst>
                                        </p:cTn>
                                        <p:tgtEl>
                                          <p:spTgt spid="675"/>
                                        </p:tgtEl>
                                        <p:attrNameLst>
                                          <p:attrName>style.visibility</p:attrName>
                                        </p:attrNameLst>
                                      </p:cBhvr>
                                      <p:to>
                                        <p:strVal val="visible"/>
                                      </p:to>
                                    </p:set>
                                    <p:animEffect transition="in" filter="checkerboard(across)">
                                      <p:cBhvr additive="repl">
                                        <p:cTn id="21" dur="500"/>
                                        <p:tgtEl>
                                          <p:spTgt spid="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What will happen reaches to threshold</a:t>
            </a:r>
            <a:endParaRPr lang="en-US" sz="3300" spc="-1">
              <a:solidFill>
                <a:srgbClr val="000000"/>
              </a:solidFill>
              <a:latin typeface="Calibri"/>
            </a:endParaRPr>
          </a:p>
        </p:txBody>
      </p:sp>
      <p:sp>
        <p:nvSpPr>
          <p:cNvPr id="680" name="TextShape 2"/>
          <p:cNvSpPr txBox="1"/>
          <p:nvPr/>
        </p:nvSpPr>
        <p:spPr>
          <a:xfrm>
            <a:off x="628560" y="2226420"/>
            <a:ext cx="7886430" cy="3263220"/>
          </a:xfrm>
          <a:prstGeom prst="rect">
            <a:avLst/>
          </a:prstGeom>
          <a:noFill/>
          <a:ln>
            <a:noFill/>
          </a:ln>
        </p:spPr>
        <p:txBody>
          <a:bodyPr>
            <a:noAutofit/>
          </a:bodyPr>
          <a:lstStyle/>
          <a:p>
            <a:pPr marL="171446" indent="-171176">
              <a:lnSpc>
                <a:spcPct val="90000"/>
              </a:lnSpc>
              <a:spcBef>
                <a:spcPts val="751"/>
              </a:spcBef>
              <a:buClr>
                <a:srgbClr val="000000"/>
              </a:buClr>
              <a:buFont typeface="Arial"/>
              <a:buChar char="•"/>
            </a:pPr>
            <a:r>
              <a:rPr lang="en-US" sz="2100" spc="-1">
                <a:solidFill>
                  <a:srgbClr val="000000"/>
                </a:solidFill>
                <a:latin typeface="Calibri"/>
              </a:rPr>
              <a:t>Congestion is detected by timeout</a:t>
            </a:r>
          </a:p>
          <a:p>
            <a:pPr marL="171446" indent="-171176">
              <a:lnSpc>
                <a:spcPct val="90000"/>
              </a:lnSpc>
              <a:spcBef>
                <a:spcPts val="751"/>
              </a:spcBef>
              <a:buClr>
                <a:srgbClr val="000000"/>
              </a:buClr>
              <a:buFont typeface="Arial"/>
              <a:buChar char="•"/>
            </a:pPr>
            <a:r>
              <a:rPr lang="en-US" sz="2100" spc="-1">
                <a:solidFill>
                  <a:srgbClr val="000000"/>
                </a:solidFill>
                <a:latin typeface="Calibri"/>
              </a:rPr>
              <a:t>ssthresh=window/2</a:t>
            </a:r>
          </a:p>
          <a:p>
            <a:pPr marL="171446" indent="-171176">
              <a:lnSpc>
                <a:spcPct val="90000"/>
              </a:lnSpc>
              <a:spcBef>
                <a:spcPts val="751"/>
              </a:spcBef>
              <a:buClr>
                <a:srgbClr val="000000"/>
              </a:buClr>
              <a:buFont typeface="Arial"/>
              <a:buChar char="•"/>
            </a:pPr>
            <a:r>
              <a:rPr lang="en-US" sz="2100" spc="-1">
                <a:solidFill>
                  <a:srgbClr val="000000"/>
                </a:solidFill>
                <a:latin typeface="Calibri"/>
              </a:rPr>
              <a:t>cwnd=1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 name="TextShape 1"/>
          <p:cNvSpPr txBox="1"/>
          <p:nvPr/>
        </p:nvSpPr>
        <p:spPr>
          <a:xfrm>
            <a:off x="628560" y="1131030"/>
            <a:ext cx="7886430" cy="993870"/>
          </a:xfrm>
          <a:prstGeom prst="rect">
            <a:avLst/>
          </a:prstGeom>
          <a:noFill/>
          <a:ln>
            <a:noFill/>
          </a:ln>
        </p:spPr>
        <p:txBody>
          <a:bodyPr anchor="ctr">
            <a:noAutofit/>
          </a:bodyPr>
          <a:lstStyle/>
          <a:p>
            <a:pPr>
              <a:lnSpc>
                <a:spcPct val="90000"/>
              </a:lnSpc>
            </a:pPr>
            <a:r>
              <a:rPr lang="en-US" sz="3300" spc="-1">
                <a:solidFill>
                  <a:srgbClr val="000000"/>
                </a:solidFill>
                <a:latin typeface="Calibri Light"/>
              </a:rPr>
              <a:t>Multiplicative Decrease</a:t>
            </a:r>
            <a:endParaRPr lang="en-US" sz="3300" spc="-1">
              <a:solidFill>
                <a:srgbClr val="000000"/>
              </a:solidFill>
              <a:latin typeface="Calibri"/>
            </a:endParaRPr>
          </a:p>
        </p:txBody>
      </p:sp>
      <p:sp>
        <p:nvSpPr>
          <p:cNvPr id="682" name="TextShape 2"/>
          <p:cNvSpPr txBox="1"/>
          <p:nvPr/>
        </p:nvSpPr>
        <p:spPr>
          <a:xfrm>
            <a:off x="628560" y="2226420"/>
            <a:ext cx="7886430" cy="3263220"/>
          </a:xfrm>
          <a:prstGeom prst="rect">
            <a:avLst/>
          </a:prstGeom>
          <a:noFill/>
          <a:ln>
            <a:noFill/>
          </a:ln>
        </p:spPr>
        <p:txBody>
          <a:bodyPr>
            <a:noAutofit/>
          </a:bodyPr>
          <a:lstStyle/>
          <a:p>
            <a:pPr marL="171446" indent="-171176">
              <a:lnSpc>
                <a:spcPct val="90000"/>
              </a:lnSpc>
              <a:spcBef>
                <a:spcPts val="751"/>
              </a:spcBef>
              <a:buClr>
                <a:srgbClr val="000000"/>
              </a:buClr>
              <a:buFont typeface="Arial"/>
              <a:buChar char="•"/>
            </a:pPr>
            <a:r>
              <a:rPr lang="en-US" sz="2100" spc="-1">
                <a:solidFill>
                  <a:srgbClr val="000000"/>
                </a:solidFill>
                <a:latin typeface="Calibri"/>
              </a:rPr>
              <a:t>Congestion is detected by 3 dup Acks</a:t>
            </a:r>
          </a:p>
          <a:p>
            <a:pPr marL="171446" indent="-171176">
              <a:lnSpc>
                <a:spcPct val="90000"/>
              </a:lnSpc>
              <a:spcBef>
                <a:spcPts val="751"/>
              </a:spcBef>
              <a:buClr>
                <a:srgbClr val="000000"/>
              </a:buClr>
              <a:buFont typeface="Arial"/>
              <a:buChar char="•"/>
            </a:pPr>
            <a:r>
              <a:rPr lang="en-US" sz="2100" spc="-1">
                <a:solidFill>
                  <a:srgbClr val="000000"/>
                </a:solidFill>
                <a:latin typeface="Calibri"/>
              </a:rPr>
              <a:t>ssthresh=window/2</a:t>
            </a:r>
          </a:p>
          <a:p>
            <a:pPr marL="171446" indent="-171176">
              <a:lnSpc>
                <a:spcPct val="90000"/>
              </a:lnSpc>
              <a:spcBef>
                <a:spcPts val="751"/>
              </a:spcBef>
              <a:buClr>
                <a:srgbClr val="000000"/>
              </a:buClr>
              <a:buFont typeface="Arial"/>
              <a:buChar char="•"/>
            </a:pPr>
            <a:r>
              <a:rPr lang="en-US" sz="2100" spc="-1">
                <a:solidFill>
                  <a:srgbClr val="000000"/>
                </a:solidFill>
                <a:latin typeface="Calibri"/>
              </a:rPr>
              <a:t>cwnd=ssthresh</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684"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6E1D99AC-B27D-459B-A99A-A75740127885}" type="slidenum">
              <a:rPr lang="en-US" sz="900" spc="-1">
                <a:solidFill>
                  <a:srgbClr val="8B8B8B"/>
                </a:solidFill>
                <a:latin typeface="Tahoma"/>
              </a:rPr>
              <a:t>57</a:t>
            </a:fld>
            <a:endParaRPr lang="en-IN" sz="900" spc="-1">
              <a:latin typeface="Times New Roman"/>
            </a:endParaRPr>
          </a:p>
        </p:txBody>
      </p:sp>
      <p:sp>
        <p:nvSpPr>
          <p:cNvPr id="685" name="CustomShape 3"/>
          <p:cNvSpPr/>
          <p:nvPr/>
        </p:nvSpPr>
        <p:spPr>
          <a:xfrm>
            <a:off x="1885950" y="925020"/>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i="1" spc="-1">
                <a:solidFill>
                  <a:srgbClr val="000000"/>
                </a:solidFill>
                <a:latin typeface="Times New Roman"/>
              </a:rPr>
              <a:t>TCP Congestion policy summary</a:t>
            </a:r>
            <a:endParaRPr lang="en-IN" sz="1350" spc="-1">
              <a:latin typeface="Arial"/>
            </a:endParaRPr>
          </a:p>
        </p:txBody>
      </p:sp>
      <p:sp>
        <p:nvSpPr>
          <p:cNvPr id="686"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687"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688"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689"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690"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691"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692"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693" name="Picture 10_3"/>
          <p:cNvPicPr/>
          <p:nvPr/>
        </p:nvPicPr>
        <p:blipFill>
          <a:blip r:embed="rId3"/>
          <a:stretch/>
        </p:blipFill>
        <p:spPr>
          <a:xfrm>
            <a:off x="1906200" y="2012040"/>
            <a:ext cx="5408640" cy="3245400"/>
          </a:xfrm>
          <a:prstGeom prst="rect">
            <a:avLst/>
          </a:prstGeom>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TextShape 1"/>
          <p:cNvSpPr txBox="1"/>
          <p:nvPr/>
        </p:nvSpPr>
        <p:spPr>
          <a:xfrm>
            <a:off x="3028860" y="5624640"/>
            <a:ext cx="3085830" cy="273510"/>
          </a:xfrm>
          <a:prstGeom prst="rect">
            <a:avLst/>
          </a:prstGeom>
          <a:noFill/>
          <a:ln>
            <a:noFill/>
          </a:ln>
        </p:spPr>
        <p:txBody>
          <a:bodyPr anchor="ctr">
            <a:noAutofit/>
          </a:bodyPr>
          <a:lstStyle/>
          <a:p>
            <a:pPr algn="ctr">
              <a:lnSpc>
                <a:spcPct val="100000"/>
              </a:lnSpc>
            </a:pPr>
            <a:r>
              <a:rPr lang="en-US" sz="900" b="1" spc="-1">
                <a:solidFill>
                  <a:srgbClr val="8B8B8B"/>
                </a:solidFill>
                <a:latin typeface="Tahoma"/>
              </a:rPr>
              <a:t>TCP/IP Protocol Suite</a:t>
            </a:r>
            <a:endParaRPr lang="en-IN" sz="900" spc="-1">
              <a:latin typeface="Times New Roman"/>
            </a:endParaRPr>
          </a:p>
        </p:txBody>
      </p:sp>
      <p:sp>
        <p:nvSpPr>
          <p:cNvPr id="695" name="TextShape 2"/>
          <p:cNvSpPr txBox="1"/>
          <p:nvPr/>
        </p:nvSpPr>
        <p:spPr>
          <a:xfrm>
            <a:off x="6457860" y="5624640"/>
            <a:ext cx="2057130" cy="273510"/>
          </a:xfrm>
          <a:prstGeom prst="rect">
            <a:avLst/>
          </a:prstGeom>
          <a:noFill/>
          <a:ln>
            <a:noFill/>
          </a:ln>
        </p:spPr>
        <p:txBody>
          <a:bodyPr anchor="ctr">
            <a:noAutofit/>
          </a:bodyPr>
          <a:lstStyle/>
          <a:p>
            <a:pPr algn="r">
              <a:lnSpc>
                <a:spcPct val="100000"/>
              </a:lnSpc>
            </a:pPr>
            <a:fld id="{6B4C6B54-3134-407B-B10A-DDC2DEC5D227}" type="slidenum">
              <a:rPr lang="en-US" sz="900" spc="-1">
                <a:solidFill>
                  <a:srgbClr val="8B8B8B"/>
                </a:solidFill>
                <a:latin typeface="Tahoma"/>
              </a:rPr>
              <a:t>58</a:t>
            </a:fld>
            <a:endParaRPr lang="en-IN" sz="900" spc="-1">
              <a:latin typeface="Times New Roman"/>
            </a:endParaRPr>
          </a:p>
        </p:txBody>
      </p:sp>
      <p:sp>
        <p:nvSpPr>
          <p:cNvPr id="696" name="CustomShape 3"/>
          <p:cNvSpPr/>
          <p:nvPr/>
        </p:nvSpPr>
        <p:spPr>
          <a:xfrm>
            <a:off x="1885950" y="925020"/>
            <a:ext cx="4285980" cy="275908"/>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spAutoFit/>
          </a:bodyPr>
          <a:lstStyle/>
          <a:p>
            <a:pPr>
              <a:lnSpc>
                <a:spcPct val="100000"/>
              </a:lnSpc>
            </a:pPr>
            <a:r>
              <a:rPr lang="en-US" sz="1350" b="1" spc="-1">
                <a:solidFill>
                  <a:srgbClr val="0000FF"/>
                </a:solidFill>
                <a:latin typeface="Times New Roman"/>
              </a:rPr>
              <a:t>Figure 15.37</a:t>
            </a:r>
            <a:r>
              <a:rPr lang="en-US" sz="1350" b="1" spc="-1">
                <a:solidFill>
                  <a:srgbClr val="ED7D31"/>
                </a:solidFill>
                <a:latin typeface="Times New Roman"/>
              </a:rPr>
              <a:t>    </a:t>
            </a:r>
            <a:r>
              <a:rPr lang="en-US" sz="1350" b="1" i="1" spc="-1">
                <a:solidFill>
                  <a:srgbClr val="000000"/>
                </a:solidFill>
                <a:latin typeface="Times New Roman"/>
              </a:rPr>
              <a:t>Congestion example</a:t>
            </a:r>
            <a:endParaRPr lang="en-IN" sz="1350" spc="-1">
              <a:latin typeface="Arial"/>
            </a:endParaRPr>
          </a:p>
        </p:txBody>
      </p:sp>
      <p:sp>
        <p:nvSpPr>
          <p:cNvPr id="697" name="CustomShape 4"/>
          <p:cNvSpPr/>
          <p:nvPr/>
        </p:nvSpPr>
        <p:spPr>
          <a:xfrm>
            <a:off x="1418040" y="938250"/>
            <a:ext cx="328320" cy="355860"/>
          </a:xfrm>
          <a:prstGeom prst="rect">
            <a:avLst/>
          </a:prstGeom>
          <a:solidFill>
            <a:schemeClr val="accent2"/>
          </a:solidFill>
          <a:ln>
            <a:noFill/>
          </a:ln>
        </p:spPr>
        <p:style>
          <a:lnRef idx="0">
            <a:scrgbClr r="0" g="0" b="0"/>
          </a:lnRef>
          <a:fillRef idx="0">
            <a:scrgbClr r="0" g="0" b="0"/>
          </a:fillRef>
          <a:effectRef idx="0">
            <a:scrgbClr r="0" g="0" b="0"/>
          </a:effectRef>
          <a:fontRef idx="minor"/>
        </p:style>
      </p:sp>
      <p:sp>
        <p:nvSpPr>
          <p:cNvPr id="698" name="CustomShape 5"/>
          <p:cNvSpPr/>
          <p:nvPr/>
        </p:nvSpPr>
        <p:spPr>
          <a:xfrm>
            <a:off x="1705050" y="938250"/>
            <a:ext cx="246240" cy="355860"/>
          </a:xfrm>
          <a:prstGeom prst="rect">
            <a:avLst/>
          </a:prstGeom>
          <a:gradFill rotWithShape="0">
            <a:gsLst>
              <a:gs pos="0">
                <a:srgbClr val="ED7D31"/>
              </a:gs>
              <a:gs pos="100000">
                <a:srgbClr val="FFFFFF"/>
              </a:gs>
            </a:gsLst>
            <a:lin ang="0"/>
          </a:gradFill>
          <a:ln>
            <a:noFill/>
          </a:ln>
        </p:spPr>
        <p:style>
          <a:lnRef idx="0">
            <a:scrgbClr r="0" g="0" b="0"/>
          </a:lnRef>
          <a:fillRef idx="0">
            <a:scrgbClr r="0" g="0" b="0"/>
          </a:fillRef>
          <a:effectRef idx="0">
            <a:scrgbClr r="0" g="0" b="0"/>
          </a:effectRef>
          <a:fontRef idx="minor"/>
        </p:style>
      </p:sp>
      <p:sp>
        <p:nvSpPr>
          <p:cNvPr id="699" name="CustomShape 6"/>
          <p:cNvSpPr/>
          <p:nvPr/>
        </p:nvSpPr>
        <p:spPr>
          <a:xfrm>
            <a:off x="1510920" y="1254960"/>
            <a:ext cx="316440" cy="355860"/>
          </a:xfrm>
          <a:prstGeom prst="rect">
            <a:avLst/>
          </a:prstGeom>
          <a:solidFill>
            <a:schemeClr val="folHlink"/>
          </a:solidFill>
          <a:ln>
            <a:noFill/>
          </a:ln>
        </p:spPr>
        <p:style>
          <a:lnRef idx="0">
            <a:scrgbClr r="0" g="0" b="0"/>
          </a:lnRef>
          <a:fillRef idx="0">
            <a:scrgbClr r="0" g="0" b="0"/>
          </a:fillRef>
          <a:effectRef idx="0">
            <a:scrgbClr r="0" g="0" b="0"/>
          </a:effectRef>
          <a:fontRef idx="minor"/>
        </p:style>
      </p:sp>
      <p:sp>
        <p:nvSpPr>
          <p:cNvPr id="700" name="CustomShape 7"/>
          <p:cNvSpPr/>
          <p:nvPr/>
        </p:nvSpPr>
        <p:spPr>
          <a:xfrm>
            <a:off x="1788210" y="1254960"/>
            <a:ext cx="275940" cy="355860"/>
          </a:xfrm>
          <a:prstGeom prst="rect">
            <a:avLst/>
          </a:prstGeom>
          <a:gradFill rotWithShape="0">
            <a:gsLst>
              <a:gs pos="0">
                <a:srgbClr val="954F72"/>
              </a:gs>
              <a:gs pos="100000">
                <a:srgbClr val="FFFFFF"/>
              </a:gs>
            </a:gsLst>
            <a:lin ang="0"/>
          </a:gradFill>
          <a:ln>
            <a:noFill/>
          </a:ln>
        </p:spPr>
        <p:style>
          <a:lnRef idx="0">
            <a:scrgbClr r="0" g="0" b="0"/>
          </a:lnRef>
          <a:fillRef idx="0">
            <a:scrgbClr r="0" g="0" b="0"/>
          </a:fillRef>
          <a:effectRef idx="0">
            <a:scrgbClr r="0" g="0" b="0"/>
          </a:effectRef>
          <a:fontRef idx="minor"/>
        </p:style>
      </p:sp>
      <p:sp>
        <p:nvSpPr>
          <p:cNvPr id="701" name="CustomShape 8"/>
          <p:cNvSpPr/>
          <p:nvPr/>
        </p:nvSpPr>
        <p:spPr>
          <a:xfrm>
            <a:off x="1200150" y="1200150"/>
            <a:ext cx="420120" cy="316440"/>
          </a:xfrm>
          <a:prstGeom prst="rect">
            <a:avLst/>
          </a:prstGeom>
          <a:gradFill rotWithShape="0">
            <a:gsLst>
              <a:gs pos="0">
                <a:srgbClr val="FFFFFF"/>
              </a:gs>
              <a:gs pos="100000">
                <a:srgbClr val="0563C1"/>
              </a:gs>
            </a:gsLst>
            <a:lin ang="18900000"/>
          </a:gradFill>
          <a:ln>
            <a:noFill/>
          </a:ln>
        </p:spPr>
        <p:style>
          <a:lnRef idx="0">
            <a:scrgbClr r="0" g="0" b="0"/>
          </a:lnRef>
          <a:fillRef idx="0">
            <a:scrgbClr r="0" g="0" b="0"/>
          </a:fillRef>
          <a:effectRef idx="0">
            <a:scrgbClr r="0" g="0" b="0"/>
          </a:effectRef>
          <a:fontRef idx="minor"/>
        </p:style>
      </p:sp>
      <p:sp>
        <p:nvSpPr>
          <p:cNvPr id="702" name="CustomShape 9"/>
          <p:cNvSpPr/>
          <p:nvPr/>
        </p:nvSpPr>
        <p:spPr>
          <a:xfrm>
            <a:off x="1676430" y="857250"/>
            <a:ext cx="23490" cy="789210"/>
          </a:xfrm>
          <a:prstGeom prst="rect">
            <a:avLst/>
          </a:prstGeom>
          <a:solidFill>
            <a:schemeClr val="bg2"/>
          </a:solidFill>
          <a:ln>
            <a:noFill/>
          </a:ln>
        </p:spPr>
        <p:style>
          <a:lnRef idx="0">
            <a:scrgbClr r="0" g="0" b="0"/>
          </a:lnRef>
          <a:fillRef idx="0">
            <a:scrgbClr r="0" g="0" b="0"/>
          </a:fillRef>
          <a:effectRef idx="0">
            <a:scrgbClr r="0" g="0" b="0"/>
          </a:effectRef>
          <a:fontRef idx="minor"/>
        </p:style>
      </p:sp>
      <p:sp>
        <p:nvSpPr>
          <p:cNvPr id="703" name="CustomShape 10"/>
          <p:cNvSpPr/>
          <p:nvPr/>
        </p:nvSpPr>
        <p:spPr>
          <a:xfrm>
            <a:off x="1475280" y="1257390"/>
            <a:ext cx="6169500" cy="23490"/>
          </a:xfrm>
          <a:prstGeom prst="rect">
            <a:avLst/>
          </a:prstGeom>
          <a:gradFill rotWithShape="0">
            <a:gsLst>
              <a:gs pos="0">
                <a:srgbClr val="E7E6E6"/>
              </a:gs>
              <a:gs pos="100000">
                <a:srgbClr val="FFFFFF"/>
              </a:gs>
            </a:gsLst>
            <a:lin ang="0"/>
          </a:gradFill>
          <a:ln>
            <a:noFill/>
          </a:ln>
        </p:spPr>
        <p:style>
          <a:lnRef idx="0">
            <a:scrgbClr r="0" g="0" b="0"/>
          </a:lnRef>
          <a:fillRef idx="0">
            <a:scrgbClr r="0" g="0" b="0"/>
          </a:fillRef>
          <a:effectRef idx="0">
            <a:scrgbClr r="0" g="0" b="0"/>
          </a:effectRef>
          <a:fontRef idx="minor"/>
        </p:style>
      </p:sp>
      <p:pic>
        <p:nvPicPr>
          <p:cNvPr id="704" name="Picture 10_2"/>
          <p:cNvPicPr/>
          <p:nvPr/>
        </p:nvPicPr>
        <p:blipFill>
          <a:blip r:embed="rId3"/>
          <a:stretch/>
        </p:blipFill>
        <p:spPr>
          <a:xfrm>
            <a:off x="1689390" y="2003940"/>
            <a:ext cx="5854140" cy="2682180"/>
          </a:xfrm>
          <a:prstGeom prst="rect">
            <a:avLst/>
          </a:prstGeom>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TotalTime>
  <Words>1615</Words>
  <Application>Microsoft Office PowerPoint</Application>
  <PresentationFormat>On-screen Show (4:3)</PresentationFormat>
  <Paragraphs>318</Paragraphs>
  <Slides>58</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vt:lpstr>
      <vt:lpstr>Arial Unicode MS</vt:lpstr>
      <vt:lpstr>Calibri</vt:lpstr>
      <vt:lpstr>Calibri Light</vt:lpstr>
      <vt:lpstr>Comic Sans MS</vt: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subject/>
  <dc:creator>shabir ali</dc:creator>
  <dc:description/>
  <cp:lastModifiedBy>Shabir Ali</cp:lastModifiedBy>
  <cp:revision>18</cp:revision>
  <dcterms:created xsi:type="dcterms:W3CDTF">2020-11-26T06:05:43Z</dcterms:created>
  <dcterms:modified xsi:type="dcterms:W3CDTF">2021-12-05T11:44:00Z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5</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